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94660"/>
  </p:normalViewPr>
  <p:slideViewPr>
    <p:cSldViewPr snapToGrid="0">
      <p:cViewPr varScale="1">
        <p:scale>
          <a:sx n="57" d="100"/>
          <a:sy n="57" d="100"/>
        </p:scale>
        <p:origin x="3534" y="-1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D:\Research\March%202019-On%20Work\Hawaii\HI_OMT\HAGO101_OMT\HAGO101%20OMT%20Analysis_11-25-2025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March%202019-On%20Work\Hawaii\HI_MSP\HAGO101\Oil%20Droplet%20Analysis\HAGO_Oil%20Droplet%20Analysis_11-25-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March%202019-On%20Work\Hawaii\HI_MSP\HAGO101\HAGO_Visual%20Pigment%20Analysis_11-25-202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March%202019-On%20Work\Hawaii\HI_MSP\HAGO101\HAGO_Visual%20Pigment%20Analysis_11-25-202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March%202019-On%20Work\Hawaii\HI_MSP\HAGO101\HAGO_Visual%20Pigment%20Analysis_11-25-2025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March%202019-On%20Work\Hawaii\HI_MSP\HAGO101\HAGO_Visual%20Pigment%20Analysis_11-25-2025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March%202019-On%20Work\Hawaii\HI_MSP\HAGO101\HAGO_Visual%20Pigment%20Analysis_11-25-2025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March%202019-On%20Work\Hawaii\HI_MSP\HAGO101\HAGO_Visual%20Pigment%20Analysis_11-25-2025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916409138373832"/>
          <c:y val="6.1501673501889308E-2"/>
          <c:w val="0.81496556882002658"/>
          <c:h val="0.8461710813331057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'HAGO Cornea-Lens'!$B$1</c:f>
              <c:strCache>
                <c:ptCount val="1"/>
                <c:pt idx="0">
                  <c:v>Cornea/Lens</c:v>
                </c:pt>
              </c:strCache>
            </c:strRef>
          </c:tx>
          <c:spPr>
            <a:ln w="38100" cap="rnd" cmpd="sng">
              <a:solidFill>
                <a:sysClr val="windowText" lastClr="000000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'HAGO Cornea-Lens'!$A$2:$A$402</c:f>
              <c:numCache>
                <c:formatCode>General</c:formatCode>
                <c:ptCount val="401"/>
                <c:pt idx="0">
                  <c:v>300</c:v>
                </c:pt>
                <c:pt idx="1">
                  <c:v>301</c:v>
                </c:pt>
                <c:pt idx="2">
                  <c:v>302</c:v>
                </c:pt>
                <c:pt idx="3">
                  <c:v>303</c:v>
                </c:pt>
                <c:pt idx="4">
                  <c:v>304</c:v>
                </c:pt>
                <c:pt idx="5">
                  <c:v>305</c:v>
                </c:pt>
                <c:pt idx="6">
                  <c:v>306</c:v>
                </c:pt>
                <c:pt idx="7">
                  <c:v>307</c:v>
                </c:pt>
                <c:pt idx="8">
                  <c:v>308</c:v>
                </c:pt>
                <c:pt idx="9">
                  <c:v>309</c:v>
                </c:pt>
                <c:pt idx="10">
                  <c:v>310</c:v>
                </c:pt>
                <c:pt idx="11">
                  <c:v>311</c:v>
                </c:pt>
                <c:pt idx="12">
                  <c:v>312</c:v>
                </c:pt>
                <c:pt idx="13">
                  <c:v>313</c:v>
                </c:pt>
                <c:pt idx="14">
                  <c:v>314</c:v>
                </c:pt>
                <c:pt idx="15">
                  <c:v>315</c:v>
                </c:pt>
                <c:pt idx="16">
                  <c:v>316</c:v>
                </c:pt>
                <c:pt idx="17">
                  <c:v>317</c:v>
                </c:pt>
                <c:pt idx="18">
                  <c:v>318</c:v>
                </c:pt>
                <c:pt idx="19">
                  <c:v>319</c:v>
                </c:pt>
                <c:pt idx="20">
                  <c:v>320</c:v>
                </c:pt>
                <c:pt idx="21">
                  <c:v>321</c:v>
                </c:pt>
                <c:pt idx="22">
                  <c:v>322</c:v>
                </c:pt>
                <c:pt idx="23">
                  <c:v>323</c:v>
                </c:pt>
                <c:pt idx="24">
                  <c:v>324</c:v>
                </c:pt>
                <c:pt idx="25">
                  <c:v>325</c:v>
                </c:pt>
                <c:pt idx="26">
                  <c:v>326</c:v>
                </c:pt>
                <c:pt idx="27">
                  <c:v>327</c:v>
                </c:pt>
                <c:pt idx="28">
                  <c:v>328</c:v>
                </c:pt>
                <c:pt idx="29">
                  <c:v>329</c:v>
                </c:pt>
                <c:pt idx="30">
                  <c:v>330</c:v>
                </c:pt>
                <c:pt idx="31">
                  <c:v>331</c:v>
                </c:pt>
                <c:pt idx="32">
                  <c:v>332</c:v>
                </c:pt>
                <c:pt idx="33">
                  <c:v>333</c:v>
                </c:pt>
                <c:pt idx="34">
                  <c:v>334</c:v>
                </c:pt>
                <c:pt idx="35">
                  <c:v>335</c:v>
                </c:pt>
                <c:pt idx="36">
                  <c:v>336</c:v>
                </c:pt>
                <c:pt idx="37">
                  <c:v>337</c:v>
                </c:pt>
                <c:pt idx="38">
                  <c:v>338</c:v>
                </c:pt>
                <c:pt idx="39">
                  <c:v>339</c:v>
                </c:pt>
                <c:pt idx="40">
                  <c:v>340</c:v>
                </c:pt>
                <c:pt idx="41">
                  <c:v>341</c:v>
                </c:pt>
                <c:pt idx="42">
                  <c:v>342</c:v>
                </c:pt>
                <c:pt idx="43">
                  <c:v>343</c:v>
                </c:pt>
                <c:pt idx="44">
                  <c:v>344</c:v>
                </c:pt>
                <c:pt idx="45">
                  <c:v>345</c:v>
                </c:pt>
                <c:pt idx="46">
                  <c:v>346</c:v>
                </c:pt>
                <c:pt idx="47">
                  <c:v>347</c:v>
                </c:pt>
                <c:pt idx="48">
                  <c:v>348</c:v>
                </c:pt>
                <c:pt idx="49">
                  <c:v>349</c:v>
                </c:pt>
                <c:pt idx="50">
                  <c:v>350</c:v>
                </c:pt>
                <c:pt idx="51">
                  <c:v>351</c:v>
                </c:pt>
                <c:pt idx="52">
                  <c:v>352</c:v>
                </c:pt>
                <c:pt idx="53">
                  <c:v>353</c:v>
                </c:pt>
                <c:pt idx="54">
                  <c:v>354</c:v>
                </c:pt>
                <c:pt idx="55">
                  <c:v>355</c:v>
                </c:pt>
                <c:pt idx="56">
                  <c:v>356</c:v>
                </c:pt>
                <c:pt idx="57">
                  <c:v>357</c:v>
                </c:pt>
                <c:pt idx="58">
                  <c:v>358</c:v>
                </c:pt>
                <c:pt idx="59">
                  <c:v>359</c:v>
                </c:pt>
                <c:pt idx="60">
                  <c:v>360</c:v>
                </c:pt>
                <c:pt idx="61">
                  <c:v>361</c:v>
                </c:pt>
                <c:pt idx="62">
                  <c:v>362</c:v>
                </c:pt>
                <c:pt idx="63">
                  <c:v>363</c:v>
                </c:pt>
                <c:pt idx="64">
                  <c:v>364</c:v>
                </c:pt>
                <c:pt idx="65">
                  <c:v>365</c:v>
                </c:pt>
                <c:pt idx="66">
                  <c:v>366</c:v>
                </c:pt>
                <c:pt idx="67">
                  <c:v>367</c:v>
                </c:pt>
                <c:pt idx="68">
                  <c:v>368</c:v>
                </c:pt>
                <c:pt idx="69">
                  <c:v>369</c:v>
                </c:pt>
                <c:pt idx="70">
                  <c:v>370</c:v>
                </c:pt>
                <c:pt idx="71">
                  <c:v>371</c:v>
                </c:pt>
                <c:pt idx="72">
                  <c:v>372</c:v>
                </c:pt>
                <c:pt idx="73">
                  <c:v>373</c:v>
                </c:pt>
                <c:pt idx="74">
                  <c:v>374</c:v>
                </c:pt>
                <c:pt idx="75">
                  <c:v>375</c:v>
                </c:pt>
                <c:pt idx="76">
                  <c:v>376</c:v>
                </c:pt>
                <c:pt idx="77">
                  <c:v>377</c:v>
                </c:pt>
                <c:pt idx="78">
                  <c:v>378</c:v>
                </c:pt>
                <c:pt idx="79">
                  <c:v>379</c:v>
                </c:pt>
                <c:pt idx="80">
                  <c:v>380</c:v>
                </c:pt>
                <c:pt idx="81">
                  <c:v>381</c:v>
                </c:pt>
                <c:pt idx="82">
                  <c:v>382</c:v>
                </c:pt>
                <c:pt idx="83">
                  <c:v>383</c:v>
                </c:pt>
                <c:pt idx="84">
                  <c:v>384</c:v>
                </c:pt>
                <c:pt idx="85">
                  <c:v>385</c:v>
                </c:pt>
                <c:pt idx="86">
                  <c:v>386</c:v>
                </c:pt>
                <c:pt idx="87">
                  <c:v>387</c:v>
                </c:pt>
                <c:pt idx="88">
                  <c:v>388</c:v>
                </c:pt>
                <c:pt idx="89">
                  <c:v>389</c:v>
                </c:pt>
                <c:pt idx="90">
                  <c:v>390</c:v>
                </c:pt>
                <c:pt idx="91">
                  <c:v>391</c:v>
                </c:pt>
                <c:pt idx="92">
                  <c:v>392</c:v>
                </c:pt>
                <c:pt idx="93">
                  <c:v>393</c:v>
                </c:pt>
                <c:pt idx="94">
                  <c:v>394</c:v>
                </c:pt>
                <c:pt idx="95">
                  <c:v>395</c:v>
                </c:pt>
                <c:pt idx="96">
                  <c:v>396</c:v>
                </c:pt>
                <c:pt idx="97">
                  <c:v>397</c:v>
                </c:pt>
                <c:pt idx="98">
                  <c:v>398</c:v>
                </c:pt>
                <c:pt idx="99">
                  <c:v>399</c:v>
                </c:pt>
                <c:pt idx="100">
                  <c:v>400</c:v>
                </c:pt>
                <c:pt idx="101">
                  <c:v>401</c:v>
                </c:pt>
                <c:pt idx="102">
                  <c:v>402</c:v>
                </c:pt>
                <c:pt idx="103">
                  <c:v>403</c:v>
                </c:pt>
                <c:pt idx="104">
                  <c:v>404</c:v>
                </c:pt>
                <c:pt idx="105">
                  <c:v>405</c:v>
                </c:pt>
                <c:pt idx="106">
                  <c:v>406</c:v>
                </c:pt>
                <c:pt idx="107">
                  <c:v>407</c:v>
                </c:pt>
                <c:pt idx="108">
                  <c:v>408</c:v>
                </c:pt>
                <c:pt idx="109">
                  <c:v>409</c:v>
                </c:pt>
                <c:pt idx="110">
                  <c:v>410</c:v>
                </c:pt>
                <c:pt idx="111">
                  <c:v>411</c:v>
                </c:pt>
                <c:pt idx="112">
                  <c:v>412</c:v>
                </c:pt>
                <c:pt idx="113">
                  <c:v>413</c:v>
                </c:pt>
                <c:pt idx="114">
                  <c:v>414</c:v>
                </c:pt>
                <c:pt idx="115">
                  <c:v>415</c:v>
                </c:pt>
                <c:pt idx="116">
                  <c:v>416</c:v>
                </c:pt>
                <c:pt idx="117">
                  <c:v>417</c:v>
                </c:pt>
                <c:pt idx="118">
                  <c:v>418</c:v>
                </c:pt>
                <c:pt idx="119">
                  <c:v>419</c:v>
                </c:pt>
                <c:pt idx="120">
                  <c:v>420</c:v>
                </c:pt>
                <c:pt idx="121">
                  <c:v>421</c:v>
                </c:pt>
                <c:pt idx="122">
                  <c:v>422</c:v>
                </c:pt>
                <c:pt idx="123">
                  <c:v>423</c:v>
                </c:pt>
                <c:pt idx="124">
                  <c:v>424</c:v>
                </c:pt>
                <c:pt idx="125">
                  <c:v>425</c:v>
                </c:pt>
                <c:pt idx="126">
                  <c:v>426</c:v>
                </c:pt>
                <c:pt idx="127">
                  <c:v>427</c:v>
                </c:pt>
                <c:pt idx="128">
                  <c:v>428</c:v>
                </c:pt>
                <c:pt idx="129">
                  <c:v>429</c:v>
                </c:pt>
                <c:pt idx="130">
                  <c:v>430</c:v>
                </c:pt>
                <c:pt idx="131">
                  <c:v>431</c:v>
                </c:pt>
                <c:pt idx="132">
                  <c:v>432</c:v>
                </c:pt>
                <c:pt idx="133">
                  <c:v>433</c:v>
                </c:pt>
                <c:pt idx="134">
                  <c:v>434</c:v>
                </c:pt>
                <c:pt idx="135">
                  <c:v>435</c:v>
                </c:pt>
                <c:pt idx="136">
                  <c:v>436</c:v>
                </c:pt>
                <c:pt idx="137">
                  <c:v>437</c:v>
                </c:pt>
                <c:pt idx="138">
                  <c:v>438</c:v>
                </c:pt>
                <c:pt idx="139">
                  <c:v>439</c:v>
                </c:pt>
                <c:pt idx="140">
                  <c:v>440</c:v>
                </c:pt>
                <c:pt idx="141">
                  <c:v>441</c:v>
                </c:pt>
                <c:pt idx="142">
                  <c:v>442</c:v>
                </c:pt>
                <c:pt idx="143">
                  <c:v>443</c:v>
                </c:pt>
                <c:pt idx="144">
                  <c:v>444</c:v>
                </c:pt>
                <c:pt idx="145">
                  <c:v>445</c:v>
                </c:pt>
                <c:pt idx="146">
                  <c:v>446</c:v>
                </c:pt>
                <c:pt idx="147">
                  <c:v>447</c:v>
                </c:pt>
                <c:pt idx="148">
                  <c:v>448</c:v>
                </c:pt>
                <c:pt idx="149">
                  <c:v>449</c:v>
                </c:pt>
                <c:pt idx="150">
                  <c:v>450</c:v>
                </c:pt>
                <c:pt idx="151">
                  <c:v>451</c:v>
                </c:pt>
                <c:pt idx="152">
                  <c:v>452</c:v>
                </c:pt>
                <c:pt idx="153">
                  <c:v>453</c:v>
                </c:pt>
                <c:pt idx="154">
                  <c:v>454</c:v>
                </c:pt>
                <c:pt idx="155">
                  <c:v>455</c:v>
                </c:pt>
                <c:pt idx="156">
                  <c:v>456</c:v>
                </c:pt>
                <c:pt idx="157">
                  <c:v>457</c:v>
                </c:pt>
                <c:pt idx="158">
                  <c:v>458</c:v>
                </c:pt>
                <c:pt idx="159">
                  <c:v>459</c:v>
                </c:pt>
                <c:pt idx="160">
                  <c:v>460</c:v>
                </c:pt>
                <c:pt idx="161">
                  <c:v>461</c:v>
                </c:pt>
                <c:pt idx="162">
                  <c:v>462</c:v>
                </c:pt>
                <c:pt idx="163">
                  <c:v>463</c:v>
                </c:pt>
                <c:pt idx="164">
                  <c:v>464</c:v>
                </c:pt>
                <c:pt idx="165">
                  <c:v>465</c:v>
                </c:pt>
                <c:pt idx="166">
                  <c:v>466</c:v>
                </c:pt>
                <c:pt idx="167">
                  <c:v>467</c:v>
                </c:pt>
                <c:pt idx="168">
                  <c:v>468</c:v>
                </c:pt>
                <c:pt idx="169">
                  <c:v>469</c:v>
                </c:pt>
                <c:pt idx="170">
                  <c:v>470</c:v>
                </c:pt>
                <c:pt idx="171">
                  <c:v>471</c:v>
                </c:pt>
                <c:pt idx="172">
                  <c:v>472</c:v>
                </c:pt>
                <c:pt idx="173">
                  <c:v>473</c:v>
                </c:pt>
                <c:pt idx="174">
                  <c:v>474</c:v>
                </c:pt>
                <c:pt idx="175">
                  <c:v>475</c:v>
                </c:pt>
                <c:pt idx="176">
                  <c:v>476</c:v>
                </c:pt>
                <c:pt idx="177">
                  <c:v>477</c:v>
                </c:pt>
                <c:pt idx="178">
                  <c:v>478</c:v>
                </c:pt>
                <c:pt idx="179">
                  <c:v>479</c:v>
                </c:pt>
                <c:pt idx="180">
                  <c:v>480</c:v>
                </c:pt>
                <c:pt idx="181">
                  <c:v>481</c:v>
                </c:pt>
                <c:pt idx="182">
                  <c:v>482</c:v>
                </c:pt>
                <c:pt idx="183">
                  <c:v>483</c:v>
                </c:pt>
                <c:pt idx="184">
                  <c:v>484</c:v>
                </c:pt>
                <c:pt idx="185">
                  <c:v>485</c:v>
                </c:pt>
                <c:pt idx="186">
                  <c:v>486</c:v>
                </c:pt>
                <c:pt idx="187">
                  <c:v>487</c:v>
                </c:pt>
                <c:pt idx="188">
                  <c:v>488</c:v>
                </c:pt>
                <c:pt idx="189">
                  <c:v>489</c:v>
                </c:pt>
                <c:pt idx="190">
                  <c:v>490</c:v>
                </c:pt>
                <c:pt idx="191">
                  <c:v>491</c:v>
                </c:pt>
                <c:pt idx="192">
                  <c:v>492</c:v>
                </c:pt>
                <c:pt idx="193">
                  <c:v>493</c:v>
                </c:pt>
                <c:pt idx="194">
                  <c:v>494</c:v>
                </c:pt>
                <c:pt idx="195">
                  <c:v>495</c:v>
                </c:pt>
                <c:pt idx="196">
                  <c:v>496</c:v>
                </c:pt>
                <c:pt idx="197">
                  <c:v>497</c:v>
                </c:pt>
                <c:pt idx="198">
                  <c:v>498</c:v>
                </c:pt>
                <c:pt idx="199">
                  <c:v>499</c:v>
                </c:pt>
                <c:pt idx="200">
                  <c:v>500</c:v>
                </c:pt>
                <c:pt idx="201">
                  <c:v>501</c:v>
                </c:pt>
                <c:pt idx="202">
                  <c:v>502</c:v>
                </c:pt>
                <c:pt idx="203">
                  <c:v>503</c:v>
                </c:pt>
                <c:pt idx="204">
                  <c:v>504</c:v>
                </c:pt>
                <c:pt idx="205">
                  <c:v>505</c:v>
                </c:pt>
                <c:pt idx="206">
                  <c:v>506</c:v>
                </c:pt>
                <c:pt idx="207">
                  <c:v>507</c:v>
                </c:pt>
                <c:pt idx="208">
                  <c:v>508</c:v>
                </c:pt>
                <c:pt idx="209">
                  <c:v>509</c:v>
                </c:pt>
                <c:pt idx="210">
                  <c:v>510</c:v>
                </c:pt>
                <c:pt idx="211">
                  <c:v>511</c:v>
                </c:pt>
                <c:pt idx="212">
                  <c:v>512</c:v>
                </c:pt>
                <c:pt idx="213">
                  <c:v>513</c:v>
                </c:pt>
                <c:pt idx="214">
                  <c:v>514</c:v>
                </c:pt>
                <c:pt idx="215">
                  <c:v>515</c:v>
                </c:pt>
                <c:pt idx="216">
                  <c:v>516</c:v>
                </c:pt>
                <c:pt idx="217">
                  <c:v>517</c:v>
                </c:pt>
                <c:pt idx="218">
                  <c:v>518</c:v>
                </c:pt>
                <c:pt idx="219">
                  <c:v>519</c:v>
                </c:pt>
                <c:pt idx="220">
                  <c:v>520</c:v>
                </c:pt>
                <c:pt idx="221">
                  <c:v>521</c:v>
                </c:pt>
                <c:pt idx="222">
                  <c:v>522</c:v>
                </c:pt>
                <c:pt idx="223">
                  <c:v>523</c:v>
                </c:pt>
                <c:pt idx="224">
                  <c:v>524</c:v>
                </c:pt>
                <c:pt idx="225">
                  <c:v>525</c:v>
                </c:pt>
                <c:pt idx="226">
                  <c:v>526</c:v>
                </c:pt>
                <c:pt idx="227">
                  <c:v>527</c:v>
                </c:pt>
                <c:pt idx="228">
                  <c:v>528</c:v>
                </c:pt>
                <c:pt idx="229">
                  <c:v>529</c:v>
                </c:pt>
                <c:pt idx="230">
                  <c:v>530</c:v>
                </c:pt>
                <c:pt idx="231">
                  <c:v>531</c:v>
                </c:pt>
                <c:pt idx="232">
                  <c:v>532</c:v>
                </c:pt>
                <c:pt idx="233">
                  <c:v>533</c:v>
                </c:pt>
                <c:pt idx="234">
                  <c:v>534</c:v>
                </c:pt>
                <c:pt idx="235">
                  <c:v>535</c:v>
                </c:pt>
                <c:pt idx="236">
                  <c:v>536</c:v>
                </c:pt>
                <c:pt idx="237">
                  <c:v>537</c:v>
                </c:pt>
                <c:pt idx="238">
                  <c:v>538</c:v>
                </c:pt>
                <c:pt idx="239">
                  <c:v>539</c:v>
                </c:pt>
                <c:pt idx="240">
                  <c:v>540</c:v>
                </c:pt>
                <c:pt idx="241">
                  <c:v>541</c:v>
                </c:pt>
                <c:pt idx="242">
                  <c:v>542</c:v>
                </c:pt>
                <c:pt idx="243">
                  <c:v>543</c:v>
                </c:pt>
                <c:pt idx="244">
                  <c:v>544</c:v>
                </c:pt>
                <c:pt idx="245">
                  <c:v>545</c:v>
                </c:pt>
                <c:pt idx="246">
                  <c:v>546</c:v>
                </c:pt>
                <c:pt idx="247">
                  <c:v>547</c:v>
                </c:pt>
                <c:pt idx="248">
                  <c:v>548</c:v>
                </c:pt>
                <c:pt idx="249">
                  <c:v>549</c:v>
                </c:pt>
                <c:pt idx="250">
                  <c:v>550</c:v>
                </c:pt>
                <c:pt idx="251">
                  <c:v>551</c:v>
                </c:pt>
                <c:pt idx="252">
                  <c:v>552</c:v>
                </c:pt>
                <c:pt idx="253">
                  <c:v>553</c:v>
                </c:pt>
                <c:pt idx="254">
                  <c:v>554</c:v>
                </c:pt>
                <c:pt idx="255">
                  <c:v>555</c:v>
                </c:pt>
                <c:pt idx="256">
                  <c:v>556</c:v>
                </c:pt>
                <c:pt idx="257">
                  <c:v>557</c:v>
                </c:pt>
                <c:pt idx="258">
                  <c:v>558</c:v>
                </c:pt>
                <c:pt idx="259">
                  <c:v>559</c:v>
                </c:pt>
                <c:pt idx="260">
                  <c:v>560</c:v>
                </c:pt>
                <c:pt idx="261">
                  <c:v>561</c:v>
                </c:pt>
                <c:pt idx="262">
                  <c:v>562</c:v>
                </c:pt>
                <c:pt idx="263">
                  <c:v>563</c:v>
                </c:pt>
                <c:pt idx="264">
                  <c:v>564</c:v>
                </c:pt>
                <c:pt idx="265">
                  <c:v>565</c:v>
                </c:pt>
                <c:pt idx="266">
                  <c:v>566</c:v>
                </c:pt>
                <c:pt idx="267">
                  <c:v>567</c:v>
                </c:pt>
                <c:pt idx="268">
                  <c:v>568</c:v>
                </c:pt>
                <c:pt idx="269">
                  <c:v>569</c:v>
                </c:pt>
                <c:pt idx="270">
                  <c:v>570</c:v>
                </c:pt>
                <c:pt idx="271">
                  <c:v>571</c:v>
                </c:pt>
                <c:pt idx="272">
                  <c:v>572</c:v>
                </c:pt>
                <c:pt idx="273">
                  <c:v>573</c:v>
                </c:pt>
                <c:pt idx="274">
                  <c:v>574</c:v>
                </c:pt>
                <c:pt idx="275">
                  <c:v>575</c:v>
                </c:pt>
                <c:pt idx="276">
                  <c:v>576</c:v>
                </c:pt>
                <c:pt idx="277">
                  <c:v>577</c:v>
                </c:pt>
                <c:pt idx="278">
                  <c:v>578</c:v>
                </c:pt>
                <c:pt idx="279">
                  <c:v>579</c:v>
                </c:pt>
                <c:pt idx="280">
                  <c:v>580</c:v>
                </c:pt>
                <c:pt idx="281">
                  <c:v>581</c:v>
                </c:pt>
                <c:pt idx="282">
                  <c:v>582</c:v>
                </c:pt>
                <c:pt idx="283">
                  <c:v>583</c:v>
                </c:pt>
                <c:pt idx="284">
                  <c:v>584</c:v>
                </c:pt>
                <c:pt idx="285">
                  <c:v>585</c:v>
                </c:pt>
                <c:pt idx="286">
                  <c:v>586</c:v>
                </c:pt>
                <c:pt idx="287">
                  <c:v>587</c:v>
                </c:pt>
                <c:pt idx="288">
                  <c:v>588</c:v>
                </c:pt>
                <c:pt idx="289">
                  <c:v>589</c:v>
                </c:pt>
                <c:pt idx="290">
                  <c:v>590</c:v>
                </c:pt>
                <c:pt idx="291">
                  <c:v>591</c:v>
                </c:pt>
                <c:pt idx="292">
                  <c:v>592</c:v>
                </c:pt>
                <c:pt idx="293">
                  <c:v>593</c:v>
                </c:pt>
                <c:pt idx="294">
                  <c:v>594</c:v>
                </c:pt>
                <c:pt idx="295">
                  <c:v>595</c:v>
                </c:pt>
                <c:pt idx="296">
                  <c:v>596</c:v>
                </c:pt>
                <c:pt idx="297">
                  <c:v>597</c:v>
                </c:pt>
                <c:pt idx="298">
                  <c:v>598</c:v>
                </c:pt>
                <c:pt idx="299">
                  <c:v>599</c:v>
                </c:pt>
                <c:pt idx="300">
                  <c:v>600</c:v>
                </c:pt>
                <c:pt idx="301">
                  <c:v>601</c:v>
                </c:pt>
                <c:pt idx="302">
                  <c:v>602</c:v>
                </c:pt>
                <c:pt idx="303">
                  <c:v>603</c:v>
                </c:pt>
                <c:pt idx="304">
                  <c:v>604</c:v>
                </c:pt>
                <c:pt idx="305">
                  <c:v>605</c:v>
                </c:pt>
                <c:pt idx="306">
                  <c:v>606</c:v>
                </c:pt>
                <c:pt idx="307">
                  <c:v>607</c:v>
                </c:pt>
                <c:pt idx="308">
                  <c:v>608</c:v>
                </c:pt>
                <c:pt idx="309">
                  <c:v>609</c:v>
                </c:pt>
                <c:pt idx="310">
                  <c:v>610</c:v>
                </c:pt>
                <c:pt idx="311">
                  <c:v>611</c:v>
                </c:pt>
                <c:pt idx="312">
                  <c:v>612</c:v>
                </c:pt>
                <c:pt idx="313">
                  <c:v>613</c:v>
                </c:pt>
                <c:pt idx="314">
                  <c:v>614</c:v>
                </c:pt>
                <c:pt idx="315">
                  <c:v>615</c:v>
                </c:pt>
                <c:pt idx="316">
                  <c:v>616</c:v>
                </c:pt>
                <c:pt idx="317">
                  <c:v>617</c:v>
                </c:pt>
                <c:pt idx="318">
                  <c:v>618</c:v>
                </c:pt>
                <c:pt idx="319">
                  <c:v>619</c:v>
                </c:pt>
                <c:pt idx="320">
                  <c:v>620</c:v>
                </c:pt>
                <c:pt idx="321">
                  <c:v>621</c:v>
                </c:pt>
                <c:pt idx="322">
                  <c:v>622</c:v>
                </c:pt>
                <c:pt idx="323">
                  <c:v>623</c:v>
                </c:pt>
                <c:pt idx="324">
                  <c:v>624</c:v>
                </c:pt>
                <c:pt idx="325">
                  <c:v>625</c:v>
                </c:pt>
                <c:pt idx="326">
                  <c:v>626</c:v>
                </c:pt>
                <c:pt idx="327">
                  <c:v>627</c:v>
                </c:pt>
                <c:pt idx="328">
                  <c:v>628</c:v>
                </c:pt>
                <c:pt idx="329">
                  <c:v>629</c:v>
                </c:pt>
                <c:pt idx="330">
                  <c:v>630</c:v>
                </c:pt>
                <c:pt idx="331">
                  <c:v>631</c:v>
                </c:pt>
                <c:pt idx="332">
                  <c:v>632</c:v>
                </c:pt>
                <c:pt idx="333">
                  <c:v>633</c:v>
                </c:pt>
                <c:pt idx="334">
                  <c:v>634</c:v>
                </c:pt>
                <c:pt idx="335">
                  <c:v>635</c:v>
                </c:pt>
                <c:pt idx="336">
                  <c:v>636</c:v>
                </c:pt>
                <c:pt idx="337">
                  <c:v>637</c:v>
                </c:pt>
                <c:pt idx="338">
                  <c:v>638</c:v>
                </c:pt>
                <c:pt idx="339">
                  <c:v>639</c:v>
                </c:pt>
                <c:pt idx="340">
                  <c:v>640</c:v>
                </c:pt>
                <c:pt idx="341">
                  <c:v>641</c:v>
                </c:pt>
                <c:pt idx="342">
                  <c:v>642</c:v>
                </c:pt>
                <c:pt idx="343">
                  <c:v>643</c:v>
                </c:pt>
                <c:pt idx="344">
                  <c:v>644</c:v>
                </c:pt>
                <c:pt idx="345">
                  <c:v>645</c:v>
                </c:pt>
                <c:pt idx="346">
                  <c:v>646</c:v>
                </c:pt>
                <c:pt idx="347">
                  <c:v>647</c:v>
                </c:pt>
                <c:pt idx="348">
                  <c:v>648</c:v>
                </c:pt>
                <c:pt idx="349">
                  <c:v>649</c:v>
                </c:pt>
                <c:pt idx="350">
                  <c:v>650</c:v>
                </c:pt>
                <c:pt idx="351">
                  <c:v>651</c:v>
                </c:pt>
                <c:pt idx="352">
                  <c:v>652</c:v>
                </c:pt>
                <c:pt idx="353">
                  <c:v>653</c:v>
                </c:pt>
                <c:pt idx="354">
                  <c:v>654</c:v>
                </c:pt>
                <c:pt idx="355">
                  <c:v>655</c:v>
                </c:pt>
                <c:pt idx="356">
                  <c:v>656</c:v>
                </c:pt>
                <c:pt idx="357">
                  <c:v>657</c:v>
                </c:pt>
                <c:pt idx="358">
                  <c:v>658</c:v>
                </c:pt>
                <c:pt idx="359">
                  <c:v>659</c:v>
                </c:pt>
                <c:pt idx="360">
                  <c:v>660</c:v>
                </c:pt>
                <c:pt idx="361">
                  <c:v>661</c:v>
                </c:pt>
                <c:pt idx="362">
                  <c:v>662</c:v>
                </c:pt>
                <c:pt idx="363">
                  <c:v>663</c:v>
                </c:pt>
                <c:pt idx="364">
                  <c:v>664</c:v>
                </c:pt>
                <c:pt idx="365">
                  <c:v>665</c:v>
                </c:pt>
                <c:pt idx="366">
                  <c:v>666</c:v>
                </c:pt>
                <c:pt idx="367">
                  <c:v>667</c:v>
                </c:pt>
                <c:pt idx="368">
                  <c:v>668</c:v>
                </c:pt>
                <c:pt idx="369">
                  <c:v>669</c:v>
                </c:pt>
                <c:pt idx="370">
                  <c:v>670</c:v>
                </c:pt>
                <c:pt idx="371">
                  <c:v>671</c:v>
                </c:pt>
                <c:pt idx="372">
                  <c:v>672</c:v>
                </c:pt>
                <c:pt idx="373">
                  <c:v>673</c:v>
                </c:pt>
                <c:pt idx="374">
                  <c:v>674</c:v>
                </c:pt>
                <c:pt idx="375">
                  <c:v>675</c:v>
                </c:pt>
                <c:pt idx="376">
                  <c:v>676</c:v>
                </c:pt>
                <c:pt idx="377">
                  <c:v>677</c:v>
                </c:pt>
                <c:pt idx="378">
                  <c:v>678</c:v>
                </c:pt>
                <c:pt idx="379">
                  <c:v>679</c:v>
                </c:pt>
                <c:pt idx="380">
                  <c:v>680</c:v>
                </c:pt>
                <c:pt idx="381">
                  <c:v>681</c:v>
                </c:pt>
                <c:pt idx="382">
                  <c:v>682</c:v>
                </c:pt>
                <c:pt idx="383">
                  <c:v>683</c:v>
                </c:pt>
                <c:pt idx="384">
                  <c:v>684</c:v>
                </c:pt>
                <c:pt idx="385">
                  <c:v>685</c:v>
                </c:pt>
                <c:pt idx="386">
                  <c:v>686</c:v>
                </c:pt>
                <c:pt idx="387">
                  <c:v>687</c:v>
                </c:pt>
                <c:pt idx="388">
                  <c:v>688</c:v>
                </c:pt>
                <c:pt idx="389">
                  <c:v>689</c:v>
                </c:pt>
                <c:pt idx="390">
                  <c:v>690</c:v>
                </c:pt>
                <c:pt idx="391">
                  <c:v>691</c:v>
                </c:pt>
                <c:pt idx="392">
                  <c:v>692</c:v>
                </c:pt>
                <c:pt idx="393">
                  <c:v>693</c:v>
                </c:pt>
                <c:pt idx="394">
                  <c:v>694</c:v>
                </c:pt>
                <c:pt idx="395">
                  <c:v>695</c:v>
                </c:pt>
                <c:pt idx="396">
                  <c:v>696</c:v>
                </c:pt>
                <c:pt idx="397">
                  <c:v>697</c:v>
                </c:pt>
                <c:pt idx="398">
                  <c:v>698</c:v>
                </c:pt>
                <c:pt idx="399">
                  <c:v>699</c:v>
                </c:pt>
                <c:pt idx="400">
                  <c:v>700</c:v>
                </c:pt>
              </c:numCache>
            </c:numRef>
          </c:xVal>
          <c:yVal>
            <c:numRef>
              <c:f>'HAGO Cornea-Lens'!$B$2:$B$402</c:f>
              <c:numCache>
                <c:formatCode>General</c:formatCode>
                <c:ptCount val="4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1.11471392234941E-3</c:v>
                </c:pt>
                <c:pt idx="32">
                  <c:v>3.4234800633223699E-3</c:v>
                </c:pt>
                <c:pt idx="33">
                  <c:v>5.7836368378114704E-3</c:v>
                </c:pt>
                <c:pt idx="34">
                  <c:v>7.8425612542494891E-3</c:v>
                </c:pt>
                <c:pt idx="35">
                  <c:v>9.8566247090428692E-3</c:v>
                </c:pt>
                <c:pt idx="36">
                  <c:v>1.20821985985981E-2</c:v>
                </c:pt>
                <c:pt idx="37">
                  <c:v>1.4775654319321801E-2</c:v>
                </c:pt>
                <c:pt idx="38">
                  <c:v>1.8193363267620201E-2</c:v>
                </c:pt>
                <c:pt idx="39">
                  <c:v>2.2000300291338201E-2</c:v>
                </c:pt>
                <c:pt idx="40">
                  <c:v>2.5817661037980499E-2</c:v>
                </c:pt>
                <c:pt idx="41">
                  <c:v>2.9836148103443299E-2</c:v>
                </c:pt>
                <c:pt idx="42">
                  <c:v>3.42464640836233E-2</c:v>
                </c:pt>
                <c:pt idx="43">
                  <c:v>3.9239311574416701E-2</c:v>
                </c:pt>
                <c:pt idx="44">
                  <c:v>4.50053931717199E-2</c:v>
                </c:pt>
                <c:pt idx="45">
                  <c:v>5.14459967483029E-2</c:v>
                </c:pt>
                <c:pt idx="46">
                  <c:v>5.83381832504445E-2</c:v>
                </c:pt>
                <c:pt idx="47">
                  <c:v>6.5686314884305E-2</c:v>
                </c:pt>
                <c:pt idx="48">
                  <c:v>7.3494753856044398E-2</c:v>
                </c:pt>
                <c:pt idx="49">
                  <c:v>8.1767862371822903E-2</c:v>
                </c:pt>
                <c:pt idx="50">
                  <c:v>9.0510002637800804E-2</c:v>
                </c:pt>
                <c:pt idx="51">
                  <c:v>9.9929360084268296E-2</c:v>
                </c:pt>
                <c:pt idx="52">
                  <c:v>0.110121542018186</c:v>
                </c:pt>
                <c:pt idx="53">
                  <c:v>0.120922043460718</c:v>
                </c:pt>
                <c:pt idx="54">
                  <c:v>0.13216635943303101</c:v>
                </c:pt>
                <c:pt idx="55">
                  <c:v>0.14368998495628901</c:v>
                </c:pt>
                <c:pt idx="56">
                  <c:v>0.15532841505165901</c:v>
                </c:pt>
                <c:pt idx="57">
                  <c:v>0.166917144740304</c:v>
                </c:pt>
                <c:pt idx="58">
                  <c:v>0.17873646220619599</c:v>
                </c:pt>
                <c:pt idx="59">
                  <c:v>0.19107869750798201</c:v>
                </c:pt>
                <c:pt idx="60">
                  <c:v>0.20379740847884301</c:v>
                </c:pt>
                <c:pt idx="61">
                  <c:v>0.21674615295196101</c:v>
                </c:pt>
                <c:pt idx="62">
                  <c:v>0.22977848876051499</c:v>
                </c:pt>
                <c:pt idx="63">
                  <c:v>0.242747973737687</c:v>
                </c:pt>
                <c:pt idx="64">
                  <c:v>0.25590214511236398</c:v>
                </c:pt>
                <c:pt idx="65">
                  <c:v>0.26947738942720401</c:v>
                </c:pt>
                <c:pt idx="66">
                  <c:v>0.28331053848603899</c:v>
                </c:pt>
                <c:pt idx="67">
                  <c:v>0.29723842409270701</c:v>
                </c:pt>
                <c:pt idx="68">
                  <c:v>0.311097878051043</c:v>
                </c:pt>
                <c:pt idx="69">
                  <c:v>0.32472573216487999</c:v>
                </c:pt>
                <c:pt idx="70">
                  <c:v>0.338544390067056</c:v>
                </c:pt>
                <c:pt idx="71">
                  <c:v>0.35288581556128301</c:v>
                </c:pt>
                <c:pt idx="72">
                  <c:v>0.36745118070770699</c:v>
                </c:pt>
                <c:pt idx="73">
                  <c:v>0.38194165756647702</c:v>
                </c:pt>
                <c:pt idx="74">
                  <c:v>0.39605841819774001</c:v>
                </c:pt>
                <c:pt idx="75">
                  <c:v>0.40950263466164299</c:v>
                </c:pt>
                <c:pt idx="76">
                  <c:v>0.42269338456945299</c:v>
                </c:pt>
                <c:pt idx="77">
                  <c:v>0.43610863153794299</c:v>
                </c:pt>
                <c:pt idx="78">
                  <c:v>0.44953787663551997</c:v>
                </c:pt>
                <c:pt idx="79">
                  <c:v>0.46277062093059501</c:v>
                </c:pt>
                <c:pt idx="80">
                  <c:v>0.47559636549157502</c:v>
                </c:pt>
                <c:pt idx="81">
                  <c:v>0.48780461138686898</c:v>
                </c:pt>
                <c:pt idx="82">
                  <c:v>0.49918485968488502</c:v>
                </c:pt>
                <c:pt idx="83">
                  <c:v>0.50990360900638299</c:v>
                </c:pt>
                <c:pt idx="84">
                  <c:v>0.52024860148750396</c:v>
                </c:pt>
                <c:pt idx="85">
                  <c:v>0.53019120346973303</c:v>
                </c:pt>
                <c:pt idx="86">
                  <c:v>0.53970278129455596</c:v>
                </c:pt>
                <c:pt idx="87">
                  <c:v>0.54875470130345905</c:v>
                </c:pt>
                <c:pt idx="88">
                  <c:v>0.55731832983792795</c:v>
                </c:pt>
                <c:pt idx="89">
                  <c:v>0.56530396113104697</c:v>
                </c:pt>
                <c:pt idx="90">
                  <c:v>0.57270023198859199</c:v>
                </c:pt>
                <c:pt idx="91">
                  <c:v>0.57959602261108001</c:v>
                </c:pt>
                <c:pt idx="92">
                  <c:v>0.58608021319902803</c:v>
                </c:pt>
                <c:pt idx="93">
                  <c:v>0.59224168395295396</c:v>
                </c:pt>
                <c:pt idx="94">
                  <c:v>0.59816931507337601</c:v>
                </c:pt>
                <c:pt idx="95">
                  <c:v>0.60364251336607</c:v>
                </c:pt>
                <c:pt idx="96">
                  <c:v>0.60848675151135401</c:v>
                </c:pt>
                <c:pt idx="97">
                  <c:v>0.61286000852155298</c:v>
                </c:pt>
                <c:pt idx="98">
                  <c:v>0.61692026340899198</c:v>
                </c:pt>
                <c:pt idx="99">
                  <c:v>0.62082549518599495</c:v>
                </c:pt>
                <c:pt idx="100">
                  <c:v>0.62473368286488595</c:v>
                </c:pt>
                <c:pt idx="101">
                  <c:v>0.62843878520625795</c:v>
                </c:pt>
                <c:pt idx="102">
                  <c:v>0.63169507806348302</c:v>
                </c:pt>
                <c:pt idx="103">
                  <c:v>0.63460101608806496</c:v>
                </c:pt>
                <c:pt idx="104">
                  <c:v>0.63725505393150195</c:v>
                </c:pt>
                <c:pt idx="105">
                  <c:v>0.63975564624529702</c:v>
                </c:pt>
                <c:pt idx="106">
                  <c:v>0.64220124768095099</c:v>
                </c:pt>
                <c:pt idx="107">
                  <c:v>0.64469031288996403</c:v>
                </c:pt>
                <c:pt idx="108">
                  <c:v>0.64702044557135197</c:v>
                </c:pt>
                <c:pt idx="109">
                  <c:v>0.64900460799361104</c:v>
                </c:pt>
                <c:pt idx="110">
                  <c:v>0.65076429266246205</c:v>
                </c:pt>
                <c:pt idx="111">
                  <c:v>0.65242099208362903</c:v>
                </c:pt>
                <c:pt idx="112">
                  <c:v>0.65409619876283298</c:v>
                </c:pt>
                <c:pt idx="113">
                  <c:v>0.65591140520579905</c:v>
                </c:pt>
                <c:pt idx="114">
                  <c:v>0.65757791168631896</c:v>
                </c:pt>
                <c:pt idx="115">
                  <c:v>0.65886354779526202</c:v>
                </c:pt>
                <c:pt idx="116">
                  <c:v>0.65997460001396102</c:v>
                </c:pt>
                <c:pt idx="117">
                  <c:v>0.661117354823751</c:v>
                </c:pt>
                <c:pt idx="118">
                  <c:v>0.66249809870596399</c:v>
                </c:pt>
                <c:pt idx="119">
                  <c:v>0.66432311814193401</c:v>
                </c:pt>
                <c:pt idx="120">
                  <c:v>0.666400791039789</c:v>
                </c:pt>
                <c:pt idx="121">
                  <c:v>0.66845098899057098</c:v>
                </c:pt>
                <c:pt idx="122">
                  <c:v>0.67054723899998603</c:v>
                </c:pt>
                <c:pt idx="123">
                  <c:v>0.67276306807373998</c:v>
                </c:pt>
                <c:pt idx="124">
                  <c:v>0.67517200321754001</c:v>
                </c:pt>
                <c:pt idx="125">
                  <c:v>0.67784757143709096</c:v>
                </c:pt>
                <c:pt idx="126">
                  <c:v>0.68094035544938403</c:v>
                </c:pt>
                <c:pt idx="127">
                  <c:v>0.68445784421020694</c:v>
                </c:pt>
                <c:pt idx="128">
                  <c:v>0.688258924083469</c:v>
                </c:pt>
                <c:pt idx="129">
                  <c:v>0.69220248143307495</c:v>
                </c:pt>
                <c:pt idx="130">
                  <c:v>0.69614740262293096</c:v>
                </c:pt>
                <c:pt idx="131">
                  <c:v>0.69995257401694499</c:v>
                </c:pt>
                <c:pt idx="132">
                  <c:v>0.70347688197902103</c:v>
                </c:pt>
                <c:pt idx="133">
                  <c:v>0.70697039458348299</c:v>
                </c:pt>
                <c:pt idx="134">
                  <c:v>0.71068617253197297</c:v>
                </c:pt>
                <c:pt idx="135">
                  <c:v>0.71448759112937998</c:v>
                </c:pt>
                <c:pt idx="136">
                  <c:v>0.71823802568059503</c:v>
                </c:pt>
                <c:pt idx="137">
                  <c:v>0.72180085149050599</c:v>
                </c:pt>
                <c:pt idx="138">
                  <c:v>0.72503944386400199</c:v>
                </c:pt>
                <c:pt idx="139">
                  <c:v>0.72789758354287304</c:v>
                </c:pt>
                <c:pt idx="140">
                  <c:v>0.73047792682721302</c:v>
                </c:pt>
                <c:pt idx="141">
                  <c:v>0.73288216235936998</c:v>
                </c:pt>
                <c:pt idx="142">
                  <c:v>0.73521197878169098</c:v>
                </c:pt>
                <c:pt idx="143">
                  <c:v>0.73756906473652495</c:v>
                </c:pt>
                <c:pt idx="144">
                  <c:v>0.74005510886621695</c:v>
                </c:pt>
                <c:pt idx="145">
                  <c:v>0.74252818234675499</c:v>
                </c:pt>
                <c:pt idx="146">
                  <c:v>0.74483172740951498</c:v>
                </c:pt>
                <c:pt idx="147">
                  <c:v>0.74704548927992798</c:v>
                </c:pt>
                <c:pt idx="148">
                  <c:v>0.74924921318343096</c:v>
                </c:pt>
                <c:pt idx="149">
                  <c:v>0.75152264434545601</c:v>
                </c:pt>
                <c:pt idx="150">
                  <c:v>0.75394552799143699</c:v>
                </c:pt>
                <c:pt idx="151">
                  <c:v>0.75644805245573998</c:v>
                </c:pt>
                <c:pt idx="152">
                  <c:v>0.75892688146179299</c:v>
                </c:pt>
                <c:pt idx="153">
                  <c:v>0.76141147331862702</c:v>
                </c:pt>
                <c:pt idx="154">
                  <c:v>0.76393128633527496</c:v>
                </c:pt>
                <c:pt idx="155">
                  <c:v>0.76651577882076705</c:v>
                </c:pt>
                <c:pt idx="156">
                  <c:v>0.76919440908413295</c:v>
                </c:pt>
                <c:pt idx="157">
                  <c:v>0.771996635434406</c:v>
                </c:pt>
                <c:pt idx="158">
                  <c:v>0.77505238089860995</c:v>
                </c:pt>
                <c:pt idx="159">
                  <c:v>0.778381074751057</c:v>
                </c:pt>
                <c:pt idx="160">
                  <c:v>0.78184643467170301</c:v>
                </c:pt>
                <c:pt idx="161">
                  <c:v>0.78531217834050304</c:v>
                </c:pt>
                <c:pt idx="162">
                  <c:v>0.78864202343741596</c:v>
                </c:pt>
                <c:pt idx="163">
                  <c:v>0.79169968764239695</c:v>
                </c:pt>
                <c:pt idx="164">
                  <c:v>0.79471656688187498</c:v>
                </c:pt>
                <c:pt idx="165">
                  <c:v>0.79792071274036902</c:v>
                </c:pt>
                <c:pt idx="166">
                  <c:v>0.80117082638496395</c:v>
                </c:pt>
                <c:pt idx="167">
                  <c:v>0.80432560898274696</c:v>
                </c:pt>
                <c:pt idx="168">
                  <c:v>0.80724376170080603</c:v>
                </c:pt>
                <c:pt idx="169">
                  <c:v>0.80978398570622601</c:v>
                </c:pt>
                <c:pt idx="170">
                  <c:v>0.81202896586953299</c:v>
                </c:pt>
                <c:pt idx="171">
                  <c:v>0.81414861624347601</c:v>
                </c:pt>
                <c:pt idx="172">
                  <c:v>0.81613248176848296</c:v>
                </c:pt>
                <c:pt idx="173">
                  <c:v>0.81797010738497999</c:v>
                </c:pt>
                <c:pt idx="174">
                  <c:v>0.81965103803339501</c:v>
                </c:pt>
                <c:pt idx="175">
                  <c:v>0.82116481865415603</c:v>
                </c:pt>
                <c:pt idx="176">
                  <c:v>0.82225255141938802</c:v>
                </c:pt>
                <c:pt idx="177">
                  <c:v>0.82279540754086</c:v>
                </c:pt>
                <c:pt idx="178">
                  <c:v>0.82299303551846603</c:v>
                </c:pt>
                <c:pt idx="179">
                  <c:v>0.82304508385209896</c:v>
                </c:pt>
                <c:pt idx="180">
                  <c:v>0.82315120104165096</c:v>
                </c:pt>
                <c:pt idx="181">
                  <c:v>0.82351103558701499</c:v>
                </c:pt>
                <c:pt idx="182">
                  <c:v>0.82432423598808402</c:v>
                </c:pt>
                <c:pt idx="183">
                  <c:v>0.82533895177607597</c:v>
                </c:pt>
                <c:pt idx="184">
                  <c:v>0.82624259578822001</c:v>
                </c:pt>
                <c:pt idx="185">
                  <c:v>0.82714371148343102</c:v>
                </c:pt>
                <c:pt idx="186">
                  <c:v>0.82815084232062297</c:v>
                </c:pt>
                <c:pt idx="187">
                  <c:v>0.82937253175871095</c:v>
                </c:pt>
                <c:pt idx="188">
                  <c:v>0.83091732325660705</c:v>
                </c:pt>
                <c:pt idx="189">
                  <c:v>0.83284105153075605</c:v>
                </c:pt>
                <c:pt idx="190">
                  <c:v>0.83506468670998901</c:v>
                </c:pt>
                <c:pt idx="191">
                  <c:v>0.83749447537180399</c:v>
                </c:pt>
                <c:pt idx="192">
                  <c:v>0.84003666409369904</c:v>
                </c:pt>
                <c:pt idx="193">
                  <c:v>0.84259749945317397</c:v>
                </c:pt>
                <c:pt idx="194">
                  <c:v>0.84508322802772595</c:v>
                </c:pt>
                <c:pt idx="195">
                  <c:v>0.84785361796569803</c:v>
                </c:pt>
                <c:pt idx="196">
                  <c:v>0.85114805693773199</c:v>
                </c:pt>
                <c:pt idx="197">
                  <c:v>0.85469222080477503</c:v>
                </c:pt>
                <c:pt idx="198">
                  <c:v>0.85821178542777699</c:v>
                </c:pt>
                <c:pt idx="199">
                  <c:v>0.86143242666768505</c:v>
                </c:pt>
                <c:pt idx="200">
                  <c:v>0.86407982038544795</c:v>
                </c:pt>
                <c:pt idx="201">
                  <c:v>0.866304704418564</c:v>
                </c:pt>
                <c:pt idx="202">
                  <c:v>0.86843119114684497</c:v>
                </c:pt>
                <c:pt idx="203">
                  <c:v>0.87044501824471399</c:v>
                </c:pt>
                <c:pt idx="204">
                  <c:v>0.87233192338659304</c:v>
                </c:pt>
                <c:pt idx="205">
                  <c:v>0.87407764424690404</c:v>
                </c:pt>
                <c:pt idx="206">
                  <c:v>0.87566791850006798</c:v>
                </c:pt>
                <c:pt idx="207">
                  <c:v>0.87708848382050797</c:v>
                </c:pt>
                <c:pt idx="208">
                  <c:v>0.87825052945635096</c:v>
                </c:pt>
                <c:pt idx="209">
                  <c:v>0.87913149748399499</c:v>
                </c:pt>
                <c:pt idx="210">
                  <c:v>0.87981650482026497</c:v>
                </c:pt>
                <c:pt idx="211">
                  <c:v>0.88039066838198399</c:v>
                </c:pt>
                <c:pt idx="212">
                  <c:v>0.88093910508597695</c:v>
                </c:pt>
                <c:pt idx="213">
                  <c:v>0.88154693184906796</c:v>
                </c:pt>
                <c:pt idx="214">
                  <c:v>0.88205445909826596</c:v>
                </c:pt>
                <c:pt idx="215">
                  <c:v>0.88231304539239097</c:v>
                </c:pt>
                <c:pt idx="216">
                  <c:v>0.88242437984598499</c:v>
                </c:pt>
                <c:pt idx="217">
                  <c:v>0.88249015157359401</c:v>
                </c:pt>
                <c:pt idx="218">
                  <c:v>0.88261204968976004</c:v>
                </c:pt>
                <c:pt idx="219">
                  <c:v>0.88289176330902697</c:v>
                </c:pt>
                <c:pt idx="220">
                  <c:v>0.88323679534303301</c:v>
                </c:pt>
                <c:pt idx="221">
                  <c:v>0.88351781688598896</c:v>
                </c:pt>
                <c:pt idx="222">
                  <c:v>0.88378126932629797</c:v>
                </c:pt>
                <c:pt idx="223">
                  <c:v>0.88407359405236097</c:v>
                </c:pt>
                <c:pt idx="224">
                  <c:v>0.88444123245258099</c:v>
                </c:pt>
                <c:pt idx="225">
                  <c:v>0.88493062591535998</c:v>
                </c:pt>
                <c:pt idx="226">
                  <c:v>0.88545716844093003</c:v>
                </c:pt>
                <c:pt idx="227">
                  <c:v>0.885930790702675</c:v>
                </c:pt>
                <c:pt idx="228">
                  <c:v>0.88638973909873298</c:v>
                </c:pt>
                <c:pt idx="229">
                  <c:v>0.88687226002723996</c:v>
                </c:pt>
                <c:pt idx="230">
                  <c:v>0.88741659988633104</c:v>
                </c:pt>
                <c:pt idx="231">
                  <c:v>0.88806100507414198</c:v>
                </c:pt>
                <c:pt idx="232">
                  <c:v>0.88884372198880901</c:v>
                </c:pt>
                <c:pt idx="233">
                  <c:v>0.88973589839711598</c:v>
                </c:pt>
                <c:pt idx="234">
                  <c:v>0.890692083534949</c:v>
                </c:pt>
                <c:pt idx="235">
                  <c:v>0.89172562600409899</c:v>
                </c:pt>
                <c:pt idx="236">
                  <c:v>0.89284987440635899</c:v>
                </c:pt>
                <c:pt idx="237">
                  <c:v>0.89407817734351902</c:v>
                </c:pt>
                <c:pt idx="238">
                  <c:v>0.895423883417371</c:v>
                </c:pt>
                <c:pt idx="239">
                  <c:v>0.89688959603340102</c:v>
                </c:pt>
                <c:pt idx="240">
                  <c:v>0.89845959034951095</c:v>
                </c:pt>
                <c:pt idx="241">
                  <c:v>0.90011972259611905</c:v>
                </c:pt>
                <c:pt idx="242">
                  <c:v>0.90185584900364502</c:v>
                </c:pt>
                <c:pt idx="243">
                  <c:v>0.90365382580250497</c:v>
                </c:pt>
                <c:pt idx="244">
                  <c:v>0.90549950922311795</c:v>
                </c:pt>
                <c:pt idx="245">
                  <c:v>0.90753535591127299</c:v>
                </c:pt>
                <c:pt idx="246">
                  <c:v>0.909834949050907</c:v>
                </c:pt>
                <c:pt idx="247">
                  <c:v>0.91228083467966503</c:v>
                </c:pt>
                <c:pt idx="248">
                  <c:v>0.914755558835191</c:v>
                </c:pt>
                <c:pt idx="249">
                  <c:v>0.91714166755512805</c:v>
                </c:pt>
                <c:pt idx="250">
                  <c:v>0.919321706877122</c:v>
                </c:pt>
                <c:pt idx="251">
                  <c:v>0.92151879042505402</c:v>
                </c:pt>
                <c:pt idx="252">
                  <c:v>0.92394950432109901</c:v>
                </c:pt>
                <c:pt idx="253">
                  <c:v>0.92648660335033295</c:v>
                </c:pt>
                <c:pt idx="254">
                  <c:v>0.92900284229783203</c:v>
                </c:pt>
                <c:pt idx="255">
                  <c:v>0.93137097594867402</c:v>
                </c:pt>
                <c:pt idx="256">
                  <c:v>0.933463759087937</c:v>
                </c:pt>
                <c:pt idx="257">
                  <c:v>0.93515394650069605</c:v>
                </c:pt>
                <c:pt idx="258">
                  <c:v>0.93644183869721398</c:v>
                </c:pt>
                <c:pt idx="259">
                  <c:v>0.93745956496722105</c:v>
                </c:pt>
                <c:pt idx="260">
                  <c:v>0.93827762326499098</c:v>
                </c:pt>
                <c:pt idx="261">
                  <c:v>0.93896651154480104</c:v>
                </c:pt>
                <c:pt idx="262">
                  <c:v>0.93959672776092895</c:v>
                </c:pt>
                <c:pt idx="263">
                  <c:v>0.94023876986764998</c:v>
                </c:pt>
                <c:pt idx="264">
                  <c:v>0.94058610111460506</c:v>
                </c:pt>
                <c:pt idx="265">
                  <c:v>0.94044432561272995</c:v>
                </c:pt>
                <c:pt idx="266">
                  <c:v>0.94005215260824304</c:v>
                </c:pt>
                <c:pt idx="267">
                  <c:v>0.93964829134736105</c:v>
                </c:pt>
                <c:pt idx="268">
                  <c:v>0.93947145107630103</c:v>
                </c:pt>
                <c:pt idx="269">
                  <c:v>0.93976034104128103</c:v>
                </c:pt>
                <c:pt idx="270">
                  <c:v>0.94033562060307396</c:v>
                </c:pt>
                <c:pt idx="271">
                  <c:v>0.94089385187693797</c:v>
                </c:pt>
                <c:pt idx="272">
                  <c:v>0.94148759824082195</c:v>
                </c:pt>
                <c:pt idx="273">
                  <c:v>0.94216942307267104</c:v>
                </c:pt>
                <c:pt idx="274">
                  <c:v>0.94299188975043302</c:v>
                </c:pt>
                <c:pt idx="275">
                  <c:v>0.94400756165205502</c:v>
                </c:pt>
                <c:pt idx="276">
                  <c:v>0.94539114818869896</c:v>
                </c:pt>
                <c:pt idx="277">
                  <c:v>0.94718078336729805</c:v>
                </c:pt>
                <c:pt idx="278">
                  <c:v>0.94922416745945504</c:v>
                </c:pt>
                <c:pt idx="279">
                  <c:v>0.951369000736772</c:v>
                </c:pt>
                <c:pt idx="280">
                  <c:v>0.95346298347085001</c:v>
                </c:pt>
                <c:pt idx="281">
                  <c:v>0.95535381593329305</c:v>
                </c:pt>
                <c:pt idx="282">
                  <c:v>0.95688919839570197</c:v>
                </c:pt>
                <c:pt idx="283">
                  <c:v>0.95826255068319499</c:v>
                </c:pt>
                <c:pt idx="284">
                  <c:v>0.959715975510951</c:v>
                </c:pt>
                <c:pt idx="285">
                  <c:v>0.96117019748566601</c:v>
                </c:pt>
                <c:pt idx="286">
                  <c:v>0.96254594121403403</c:v>
                </c:pt>
                <c:pt idx="287">
                  <c:v>0.96376393130274995</c:v>
                </c:pt>
                <c:pt idx="288">
                  <c:v>0.96474489235850902</c:v>
                </c:pt>
                <c:pt idx="289">
                  <c:v>0.96541837539318698</c:v>
                </c:pt>
                <c:pt idx="290">
                  <c:v>0.96582411581306904</c:v>
                </c:pt>
                <c:pt idx="291">
                  <c:v>0.96604811481646302</c:v>
                </c:pt>
                <c:pt idx="292">
                  <c:v>0.96617637360167996</c:v>
                </c:pt>
                <c:pt idx="293">
                  <c:v>0.96629489336702701</c:v>
                </c:pt>
                <c:pt idx="294">
                  <c:v>0.96648967531081398</c:v>
                </c:pt>
                <c:pt idx="295">
                  <c:v>0.96651674056888404</c:v>
                </c:pt>
                <c:pt idx="296">
                  <c:v>0.96619413644315699</c:v>
                </c:pt>
                <c:pt idx="297">
                  <c:v>0.96570090338106496</c:v>
                </c:pt>
                <c:pt idx="298">
                  <c:v>0.96521608183003804</c:v>
                </c:pt>
                <c:pt idx="299">
                  <c:v>0.96491871223750703</c:v>
                </c:pt>
                <c:pt idx="300">
                  <c:v>0.96498783505090102</c:v>
                </c:pt>
                <c:pt idx="301">
                  <c:v>0.96529758362481599</c:v>
                </c:pt>
                <c:pt idx="302">
                  <c:v>0.96562706636887097</c:v>
                </c:pt>
                <c:pt idx="303">
                  <c:v>0.966012786313031</c:v>
                </c:pt>
                <c:pt idx="304">
                  <c:v>0.96649124648726104</c:v>
                </c:pt>
                <c:pt idx="305">
                  <c:v>0.96709894992152601</c:v>
                </c:pt>
                <c:pt idx="306">
                  <c:v>0.96787239964579097</c:v>
                </c:pt>
                <c:pt idx="307">
                  <c:v>0.96884809869001998</c:v>
                </c:pt>
                <c:pt idx="308">
                  <c:v>0.97020811349304503</c:v>
                </c:pt>
                <c:pt idx="309">
                  <c:v>0.97198263676907204</c:v>
                </c:pt>
                <c:pt idx="310">
                  <c:v>0.97398036096112794</c:v>
                </c:pt>
                <c:pt idx="311">
                  <c:v>0.97600997851224203</c:v>
                </c:pt>
                <c:pt idx="312">
                  <c:v>0.97788018186544201</c:v>
                </c:pt>
                <c:pt idx="313">
                  <c:v>0.97939966346375795</c:v>
                </c:pt>
                <c:pt idx="314">
                  <c:v>0.98086360493662295</c:v>
                </c:pt>
                <c:pt idx="315">
                  <c:v>0.98258757199393498</c:v>
                </c:pt>
                <c:pt idx="316">
                  <c:v>0.98441083319942202</c:v>
                </c:pt>
                <c:pt idx="317">
                  <c:v>0.98617265711681001</c:v>
                </c:pt>
                <c:pt idx="318">
                  <c:v>0.98771231230982603</c:v>
                </c:pt>
                <c:pt idx="319">
                  <c:v>0.98886906734219704</c:v>
                </c:pt>
                <c:pt idx="320">
                  <c:v>0.98959962361657905</c:v>
                </c:pt>
                <c:pt idx="321">
                  <c:v>0.99003144767466</c:v>
                </c:pt>
                <c:pt idx="322">
                  <c:v>0.99025995578871695</c:v>
                </c:pt>
                <c:pt idx="323">
                  <c:v>0.99038056423102605</c:v>
                </c:pt>
                <c:pt idx="324">
                  <c:v>0.99048868927386202</c:v>
                </c:pt>
                <c:pt idx="325">
                  <c:v>0.99067974718950202</c:v>
                </c:pt>
                <c:pt idx="326">
                  <c:v>0.990769447794286</c:v>
                </c:pt>
                <c:pt idx="327">
                  <c:v>0.990580324863226</c:v>
                </c:pt>
                <c:pt idx="328">
                  <c:v>0.99021803060660696</c:v>
                </c:pt>
                <c:pt idx="329">
                  <c:v>0.989788217234714</c:v>
                </c:pt>
                <c:pt idx="330">
                  <c:v>0.98939653695783003</c:v>
                </c:pt>
                <c:pt idx="331">
                  <c:v>0.98914864198623997</c:v>
                </c:pt>
                <c:pt idx="332">
                  <c:v>0.98915018453022896</c:v>
                </c:pt>
                <c:pt idx="333">
                  <c:v>0.98935015913216395</c:v>
                </c:pt>
                <c:pt idx="334">
                  <c:v>0.98961921306936695</c:v>
                </c:pt>
                <c:pt idx="335">
                  <c:v>0.98994547765454899</c:v>
                </c:pt>
                <c:pt idx="336">
                  <c:v>0.99031708420042197</c:v>
                </c:pt>
                <c:pt idx="337">
                  <c:v>0.99072216401969904</c:v>
                </c:pt>
                <c:pt idx="338">
                  <c:v>0.99114884842509299</c:v>
                </c:pt>
                <c:pt idx="339">
                  <c:v>0.991684850904758</c:v>
                </c:pt>
                <c:pt idx="340">
                  <c:v>0.99237501162810304</c:v>
                </c:pt>
                <c:pt idx="341">
                  <c:v>0.99314315192972002</c:v>
                </c:pt>
                <c:pt idx="342">
                  <c:v>0.99391309314420195</c:v>
                </c:pt>
                <c:pt idx="343">
                  <c:v>0.99460865660614095</c:v>
                </c:pt>
                <c:pt idx="344">
                  <c:v>0.99515366365012903</c:v>
                </c:pt>
                <c:pt idx="345">
                  <c:v>0.99563327495644105</c:v>
                </c:pt>
                <c:pt idx="346">
                  <c:v>0.99615717523866498</c:v>
                </c:pt>
                <c:pt idx="347">
                  <c:v>0.99668597188136299</c:v>
                </c:pt>
                <c:pt idx="348">
                  <c:v>0.997180272269096</c:v>
                </c:pt>
                <c:pt idx="349">
                  <c:v>0.99760068378642497</c:v>
                </c:pt>
                <c:pt idx="350">
                  <c:v>0.99790781381791305</c:v>
                </c:pt>
                <c:pt idx="351">
                  <c:v>0.99806327682489304</c:v>
                </c:pt>
                <c:pt idx="352">
                  <c:v>0.99808803272386204</c:v>
                </c:pt>
                <c:pt idx="353">
                  <c:v>0.99803170708212896</c:v>
                </c:pt>
                <c:pt idx="354">
                  <c:v>0.99794392546700095</c:v>
                </c:pt>
                <c:pt idx="355">
                  <c:v>0.99787431344578503</c:v>
                </c:pt>
                <c:pt idx="356">
                  <c:v>0.99787249658579102</c:v>
                </c:pt>
                <c:pt idx="357">
                  <c:v>0.99798810045432496</c:v>
                </c:pt>
                <c:pt idx="358">
                  <c:v>0.99824512975871504</c:v>
                </c:pt>
                <c:pt idx="359">
                  <c:v>0.998594292476228</c:v>
                </c:pt>
                <c:pt idx="360">
                  <c:v>0.99897526907907697</c:v>
                </c:pt>
                <c:pt idx="361">
                  <c:v>0.999327740039476</c:v>
                </c:pt>
                <c:pt idx="362">
                  <c:v>0.99959138582963902</c:v>
                </c:pt>
                <c:pt idx="363">
                  <c:v>0.99970588692177897</c:v>
                </c:pt>
                <c:pt idx="364">
                  <c:v>0.99972027254967499</c:v>
                </c:pt>
                <c:pt idx="365">
                  <c:v>0.99972156840097204</c:v>
                </c:pt>
                <c:pt idx="366">
                  <c:v>0.99970644962868505</c:v>
                </c:pt>
                <c:pt idx="367">
                  <c:v>0.99967159138582595</c:v>
                </c:pt>
                <c:pt idx="368">
                  <c:v>0.99961366882540903</c:v>
                </c:pt>
                <c:pt idx="369">
                  <c:v>0.99952935710044899</c:v>
                </c:pt>
                <c:pt idx="370">
                  <c:v>0.99923278256514902</c:v>
                </c:pt>
                <c:pt idx="371">
                  <c:v>0.998645346119586</c:v>
                </c:pt>
                <c:pt idx="372">
                  <c:v>0.99792463473558402</c:v>
                </c:pt>
                <c:pt idx="373">
                  <c:v>0.99722823538496397</c:v>
                </c:pt>
                <c:pt idx="374">
                  <c:v>0.99671373503954996</c:v>
                </c:pt>
                <c:pt idx="375">
                  <c:v>0.996538720671164</c:v>
                </c:pt>
                <c:pt idx="376">
                  <c:v>0.99676556052426202</c:v>
                </c:pt>
                <c:pt idx="377">
                  <c:v>0.99727386063645695</c:v>
                </c:pt>
                <c:pt idx="378">
                  <c:v>0.99794706466930805</c:v>
                </c:pt>
                <c:pt idx="379">
                  <c:v>0.99866861628437598</c:v>
                </c:pt>
                <c:pt idx="380">
                  <c:v>0.99932195914321897</c:v>
                </c:pt>
                <c:pt idx="381">
                  <c:v>0.99979053690739705</c:v>
                </c:pt>
                <c:pt idx="382">
                  <c:v>0.999957793238471</c:v>
                </c:pt>
                <c:pt idx="383">
                  <c:v>0.99996745387241603</c:v>
                </c:pt>
                <c:pt idx="384">
                  <c:v>1</c:v>
                </c:pt>
                <c:pt idx="385">
                  <c:v>0.99999400846497</c:v>
                </c:pt>
                <c:pt idx="386">
                  <c:v>0.99988805611107101</c:v>
                </c:pt>
                <c:pt idx="387">
                  <c:v>0.99962071978205003</c:v>
                </c:pt>
                <c:pt idx="388">
                  <c:v>0.99913057632165303</c:v>
                </c:pt>
                <c:pt idx="389">
                  <c:v>0.99848955777138204</c:v>
                </c:pt>
                <c:pt idx="390">
                  <c:v>0.99778993714216102</c:v>
                </c:pt>
                <c:pt idx="391">
                  <c:v>0.99700080273186897</c:v>
                </c:pt>
                <c:pt idx="392">
                  <c:v>0.99609124283838701</c:v>
                </c:pt>
                <c:pt idx="393">
                  <c:v>0.99503034575959504</c:v>
                </c:pt>
                <c:pt idx="394">
                  <c:v>0.99378719979337204</c:v>
                </c:pt>
                <c:pt idx="395">
                  <c:v>0.99235205536387205</c:v>
                </c:pt>
                <c:pt idx="396">
                  <c:v>0.99074215076940697</c:v>
                </c:pt>
                <c:pt idx="397">
                  <c:v>0.98896705611909796</c:v>
                </c:pt>
                <c:pt idx="398">
                  <c:v>0.98703634152206199</c:v>
                </c:pt>
                <c:pt idx="399">
                  <c:v>0.98495957708741999</c:v>
                </c:pt>
                <c:pt idx="400">
                  <c:v>0.98274633292429003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372-4809-831A-31BFA4FC30F9}"/>
            </c:ext>
          </c:extLst>
        </c:ser>
        <c:ser>
          <c:idx val="1"/>
          <c:order val="1"/>
          <c:tx>
            <c:strRef>
              <c:f>'HAGO Cornea-Lens'!$C$1</c:f>
              <c:strCache>
                <c:ptCount val="1"/>
                <c:pt idx="0">
                  <c:v>Vitreous Humor</c:v>
                </c:pt>
              </c:strCache>
            </c:strRef>
          </c:tx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none"/>
          </c:marker>
          <c:xVal>
            <c:numRef>
              <c:f>'HAGO Cornea-Lens'!$A$2:$A$402</c:f>
              <c:numCache>
                <c:formatCode>General</c:formatCode>
                <c:ptCount val="401"/>
                <c:pt idx="0">
                  <c:v>300</c:v>
                </c:pt>
                <c:pt idx="1">
                  <c:v>301</c:v>
                </c:pt>
                <c:pt idx="2">
                  <c:v>302</c:v>
                </c:pt>
                <c:pt idx="3">
                  <c:v>303</c:v>
                </c:pt>
                <c:pt idx="4">
                  <c:v>304</c:v>
                </c:pt>
                <c:pt idx="5">
                  <c:v>305</c:v>
                </c:pt>
                <c:pt idx="6">
                  <c:v>306</c:v>
                </c:pt>
                <c:pt idx="7">
                  <c:v>307</c:v>
                </c:pt>
                <c:pt idx="8">
                  <c:v>308</c:v>
                </c:pt>
                <c:pt idx="9">
                  <c:v>309</c:v>
                </c:pt>
                <c:pt idx="10">
                  <c:v>310</c:v>
                </c:pt>
                <c:pt idx="11">
                  <c:v>311</c:v>
                </c:pt>
                <c:pt idx="12">
                  <c:v>312</c:v>
                </c:pt>
                <c:pt idx="13">
                  <c:v>313</c:v>
                </c:pt>
                <c:pt idx="14">
                  <c:v>314</c:v>
                </c:pt>
                <c:pt idx="15">
                  <c:v>315</c:v>
                </c:pt>
                <c:pt idx="16">
                  <c:v>316</c:v>
                </c:pt>
                <c:pt idx="17">
                  <c:v>317</c:v>
                </c:pt>
                <c:pt idx="18">
                  <c:v>318</c:v>
                </c:pt>
                <c:pt idx="19">
                  <c:v>319</c:v>
                </c:pt>
                <c:pt idx="20">
                  <c:v>320</c:v>
                </c:pt>
                <c:pt idx="21">
                  <c:v>321</c:v>
                </c:pt>
                <c:pt idx="22">
                  <c:v>322</c:v>
                </c:pt>
                <c:pt idx="23">
                  <c:v>323</c:v>
                </c:pt>
                <c:pt idx="24">
                  <c:v>324</c:v>
                </c:pt>
                <c:pt idx="25">
                  <c:v>325</c:v>
                </c:pt>
                <c:pt idx="26">
                  <c:v>326</c:v>
                </c:pt>
                <c:pt idx="27">
                  <c:v>327</c:v>
                </c:pt>
                <c:pt idx="28">
                  <c:v>328</c:v>
                </c:pt>
                <c:pt idx="29">
                  <c:v>329</c:v>
                </c:pt>
                <c:pt idx="30">
                  <c:v>330</c:v>
                </c:pt>
                <c:pt idx="31">
                  <c:v>331</c:v>
                </c:pt>
                <c:pt idx="32">
                  <c:v>332</c:v>
                </c:pt>
                <c:pt idx="33">
                  <c:v>333</c:v>
                </c:pt>
                <c:pt idx="34">
                  <c:v>334</c:v>
                </c:pt>
                <c:pt idx="35">
                  <c:v>335</c:v>
                </c:pt>
                <c:pt idx="36">
                  <c:v>336</c:v>
                </c:pt>
                <c:pt idx="37">
                  <c:v>337</c:v>
                </c:pt>
                <c:pt idx="38">
                  <c:v>338</c:v>
                </c:pt>
                <c:pt idx="39">
                  <c:v>339</c:v>
                </c:pt>
                <c:pt idx="40">
                  <c:v>340</c:v>
                </c:pt>
                <c:pt idx="41">
                  <c:v>341</c:v>
                </c:pt>
                <c:pt idx="42">
                  <c:v>342</c:v>
                </c:pt>
                <c:pt idx="43">
                  <c:v>343</c:v>
                </c:pt>
                <c:pt idx="44">
                  <c:v>344</c:v>
                </c:pt>
                <c:pt idx="45">
                  <c:v>345</c:v>
                </c:pt>
                <c:pt idx="46">
                  <c:v>346</c:v>
                </c:pt>
                <c:pt idx="47">
                  <c:v>347</c:v>
                </c:pt>
                <c:pt idx="48">
                  <c:v>348</c:v>
                </c:pt>
                <c:pt idx="49">
                  <c:v>349</c:v>
                </c:pt>
                <c:pt idx="50">
                  <c:v>350</c:v>
                </c:pt>
                <c:pt idx="51">
                  <c:v>351</c:v>
                </c:pt>
                <c:pt idx="52">
                  <c:v>352</c:v>
                </c:pt>
                <c:pt idx="53">
                  <c:v>353</c:v>
                </c:pt>
                <c:pt idx="54">
                  <c:v>354</c:v>
                </c:pt>
                <c:pt idx="55">
                  <c:v>355</c:v>
                </c:pt>
                <c:pt idx="56">
                  <c:v>356</c:v>
                </c:pt>
                <c:pt idx="57">
                  <c:v>357</c:v>
                </c:pt>
                <c:pt idx="58">
                  <c:v>358</c:v>
                </c:pt>
                <c:pt idx="59">
                  <c:v>359</c:v>
                </c:pt>
                <c:pt idx="60">
                  <c:v>360</c:v>
                </c:pt>
                <c:pt idx="61">
                  <c:v>361</c:v>
                </c:pt>
                <c:pt idx="62">
                  <c:v>362</c:v>
                </c:pt>
                <c:pt idx="63">
                  <c:v>363</c:v>
                </c:pt>
                <c:pt idx="64">
                  <c:v>364</c:v>
                </c:pt>
                <c:pt idx="65">
                  <c:v>365</c:v>
                </c:pt>
                <c:pt idx="66">
                  <c:v>366</c:v>
                </c:pt>
                <c:pt idx="67">
                  <c:v>367</c:v>
                </c:pt>
                <c:pt idx="68">
                  <c:v>368</c:v>
                </c:pt>
                <c:pt idx="69">
                  <c:v>369</c:v>
                </c:pt>
                <c:pt idx="70">
                  <c:v>370</c:v>
                </c:pt>
                <c:pt idx="71">
                  <c:v>371</c:v>
                </c:pt>
                <c:pt idx="72">
                  <c:v>372</c:v>
                </c:pt>
                <c:pt idx="73">
                  <c:v>373</c:v>
                </c:pt>
                <c:pt idx="74">
                  <c:v>374</c:v>
                </c:pt>
                <c:pt idx="75">
                  <c:v>375</c:v>
                </c:pt>
                <c:pt idx="76">
                  <c:v>376</c:v>
                </c:pt>
                <c:pt idx="77">
                  <c:v>377</c:v>
                </c:pt>
                <c:pt idx="78">
                  <c:v>378</c:v>
                </c:pt>
                <c:pt idx="79">
                  <c:v>379</c:v>
                </c:pt>
                <c:pt idx="80">
                  <c:v>380</c:v>
                </c:pt>
                <c:pt idx="81">
                  <c:v>381</c:v>
                </c:pt>
                <c:pt idx="82">
                  <c:v>382</c:v>
                </c:pt>
                <c:pt idx="83">
                  <c:v>383</c:v>
                </c:pt>
                <c:pt idx="84">
                  <c:v>384</c:v>
                </c:pt>
                <c:pt idx="85">
                  <c:v>385</c:v>
                </c:pt>
                <c:pt idx="86">
                  <c:v>386</c:v>
                </c:pt>
                <c:pt idx="87">
                  <c:v>387</c:v>
                </c:pt>
                <c:pt idx="88">
                  <c:v>388</c:v>
                </c:pt>
                <c:pt idx="89">
                  <c:v>389</c:v>
                </c:pt>
                <c:pt idx="90">
                  <c:v>390</c:v>
                </c:pt>
                <c:pt idx="91">
                  <c:v>391</c:v>
                </c:pt>
                <c:pt idx="92">
                  <c:v>392</c:v>
                </c:pt>
                <c:pt idx="93">
                  <c:v>393</c:v>
                </c:pt>
                <c:pt idx="94">
                  <c:v>394</c:v>
                </c:pt>
                <c:pt idx="95">
                  <c:v>395</c:v>
                </c:pt>
                <c:pt idx="96">
                  <c:v>396</c:v>
                </c:pt>
                <c:pt idx="97">
                  <c:v>397</c:v>
                </c:pt>
                <c:pt idx="98">
                  <c:v>398</c:v>
                </c:pt>
                <c:pt idx="99">
                  <c:v>399</c:v>
                </c:pt>
                <c:pt idx="100">
                  <c:v>400</c:v>
                </c:pt>
                <c:pt idx="101">
                  <c:v>401</c:v>
                </c:pt>
                <c:pt idx="102">
                  <c:v>402</c:v>
                </c:pt>
                <c:pt idx="103">
                  <c:v>403</c:v>
                </c:pt>
                <c:pt idx="104">
                  <c:v>404</c:v>
                </c:pt>
                <c:pt idx="105">
                  <c:v>405</c:v>
                </c:pt>
                <c:pt idx="106">
                  <c:v>406</c:v>
                </c:pt>
                <c:pt idx="107">
                  <c:v>407</c:v>
                </c:pt>
                <c:pt idx="108">
                  <c:v>408</c:v>
                </c:pt>
                <c:pt idx="109">
                  <c:v>409</c:v>
                </c:pt>
                <c:pt idx="110">
                  <c:v>410</c:v>
                </c:pt>
                <c:pt idx="111">
                  <c:v>411</c:v>
                </c:pt>
                <c:pt idx="112">
                  <c:v>412</c:v>
                </c:pt>
                <c:pt idx="113">
                  <c:v>413</c:v>
                </c:pt>
                <c:pt idx="114">
                  <c:v>414</c:v>
                </c:pt>
                <c:pt idx="115">
                  <c:v>415</c:v>
                </c:pt>
                <c:pt idx="116">
                  <c:v>416</c:v>
                </c:pt>
                <c:pt idx="117">
                  <c:v>417</c:v>
                </c:pt>
                <c:pt idx="118">
                  <c:v>418</c:v>
                </c:pt>
                <c:pt idx="119">
                  <c:v>419</c:v>
                </c:pt>
                <c:pt idx="120">
                  <c:v>420</c:v>
                </c:pt>
                <c:pt idx="121">
                  <c:v>421</c:v>
                </c:pt>
                <c:pt idx="122">
                  <c:v>422</c:v>
                </c:pt>
                <c:pt idx="123">
                  <c:v>423</c:v>
                </c:pt>
                <c:pt idx="124">
                  <c:v>424</c:v>
                </c:pt>
                <c:pt idx="125">
                  <c:v>425</c:v>
                </c:pt>
                <c:pt idx="126">
                  <c:v>426</c:v>
                </c:pt>
                <c:pt idx="127">
                  <c:v>427</c:v>
                </c:pt>
                <c:pt idx="128">
                  <c:v>428</c:v>
                </c:pt>
                <c:pt idx="129">
                  <c:v>429</c:v>
                </c:pt>
                <c:pt idx="130">
                  <c:v>430</c:v>
                </c:pt>
                <c:pt idx="131">
                  <c:v>431</c:v>
                </c:pt>
                <c:pt idx="132">
                  <c:v>432</c:v>
                </c:pt>
                <c:pt idx="133">
                  <c:v>433</c:v>
                </c:pt>
                <c:pt idx="134">
                  <c:v>434</c:v>
                </c:pt>
                <c:pt idx="135">
                  <c:v>435</c:v>
                </c:pt>
                <c:pt idx="136">
                  <c:v>436</c:v>
                </c:pt>
                <c:pt idx="137">
                  <c:v>437</c:v>
                </c:pt>
                <c:pt idx="138">
                  <c:v>438</c:v>
                </c:pt>
                <c:pt idx="139">
                  <c:v>439</c:v>
                </c:pt>
                <c:pt idx="140">
                  <c:v>440</c:v>
                </c:pt>
                <c:pt idx="141">
                  <c:v>441</c:v>
                </c:pt>
                <c:pt idx="142">
                  <c:v>442</c:v>
                </c:pt>
                <c:pt idx="143">
                  <c:v>443</c:v>
                </c:pt>
                <c:pt idx="144">
                  <c:v>444</c:v>
                </c:pt>
                <c:pt idx="145">
                  <c:v>445</c:v>
                </c:pt>
                <c:pt idx="146">
                  <c:v>446</c:v>
                </c:pt>
                <c:pt idx="147">
                  <c:v>447</c:v>
                </c:pt>
                <c:pt idx="148">
                  <c:v>448</c:v>
                </c:pt>
                <c:pt idx="149">
                  <c:v>449</c:v>
                </c:pt>
                <c:pt idx="150">
                  <c:v>450</c:v>
                </c:pt>
                <c:pt idx="151">
                  <c:v>451</c:v>
                </c:pt>
                <c:pt idx="152">
                  <c:v>452</c:v>
                </c:pt>
                <c:pt idx="153">
                  <c:v>453</c:v>
                </c:pt>
                <c:pt idx="154">
                  <c:v>454</c:v>
                </c:pt>
                <c:pt idx="155">
                  <c:v>455</c:v>
                </c:pt>
                <c:pt idx="156">
                  <c:v>456</c:v>
                </c:pt>
                <c:pt idx="157">
                  <c:v>457</c:v>
                </c:pt>
                <c:pt idx="158">
                  <c:v>458</c:v>
                </c:pt>
                <c:pt idx="159">
                  <c:v>459</c:v>
                </c:pt>
                <c:pt idx="160">
                  <c:v>460</c:v>
                </c:pt>
                <c:pt idx="161">
                  <c:v>461</c:v>
                </c:pt>
                <c:pt idx="162">
                  <c:v>462</c:v>
                </c:pt>
                <c:pt idx="163">
                  <c:v>463</c:v>
                </c:pt>
                <c:pt idx="164">
                  <c:v>464</c:v>
                </c:pt>
                <c:pt idx="165">
                  <c:v>465</c:v>
                </c:pt>
                <c:pt idx="166">
                  <c:v>466</c:v>
                </c:pt>
                <c:pt idx="167">
                  <c:v>467</c:v>
                </c:pt>
                <c:pt idx="168">
                  <c:v>468</c:v>
                </c:pt>
                <c:pt idx="169">
                  <c:v>469</c:v>
                </c:pt>
                <c:pt idx="170">
                  <c:v>470</c:v>
                </c:pt>
                <c:pt idx="171">
                  <c:v>471</c:v>
                </c:pt>
                <c:pt idx="172">
                  <c:v>472</c:v>
                </c:pt>
                <c:pt idx="173">
                  <c:v>473</c:v>
                </c:pt>
                <c:pt idx="174">
                  <c:v>474</c:v>
                </c:pt>
                <c:pt idx="175">
                  <c:v>475</c:v>
                </c:pt>
                <c:pt idx="176">
                  <c:v>476</c:v>
                </c:pt>
                <c:pt idx="177">
                  <c:v>477</c:v>
                </c:pt>
                <c:pt idx="178">
                  <c:v>478</c:v>
                </c:pt>
                <c:pt idx="179">
                  <c:v>479</c:v>
                </c:pt>
                <c:pt idx="180">
                  <c:v>480</c:v>
                </c:pt>
                <c:pt idx="181">
                  <c:v>481</c:v>
                </c:pt>
                <c:pt idx="182">
                  <c:v>482</c:v>
                </c:pt>
                <c:pt idx="183">
                  <c:v>483</c:v>
                </c:pt>
                <c:pt idx="184">
                  <c:v>484</c:v>
                </c:pt>
                <c:pt idx="185">
                  <c:v>485</c:v>
                </c:pt>
                <c:pt idx="186">
                  <c:v>486</c:v>
                </c:pt>
                <c:pt idx="187">
                  <c:v>487</c:v>
                </c:pt>
                <c:pt idx="188">
                  <c:v>488</c:v>
                </c:pt>
                <c:pt idx="189">
                  <c:v>489</c:v>
                </c:pt>
                <c:pt idx="190">
                  <c:v>490</c:v>
                </c:pt>
                <c:pt idx="191">
                  <c:v>491</c:v>
                </c:pt>
                <c:pt idx="192">
                  <c:v>492</c:v>
                </c:pt>
                <c:pt idx="193">
                  <c:v>493</c:v>
                </c:pt>
                <c:pt idx="194">
                  <c:v>494</c:v>
                </c:pt>
                <c:pt idx="195">
                  <c:v>495</c:v>
                </c:pt>
                <c:pt idx="196">
                  <c:v>496</c:v>
                </c:pt>
                <c:pt idx="197">
                  <c:v>497</c:v>
                </c:pt>
                <c:pt idx="198">
                  <c:v>498</c:v>
                </c:pt>
                <c:pt idx="199">
                  <c:v>499</c:v>
                </c:pt>
                <c:pt idx="200">
                  <c:v>500</c:v>
                </c:pt>
                <c:pt idx="201">
                  <c:v>501</c:v>
                </c:pt>
                <c:pt idx="202">
                  <c:v>502</c:v>
                </c:pt>
                <c:pt idx="203">
                  <c:v>503</c:v>
                </c:pt>
                <c:pt idx="204">
                  <c:v>504</c:v>
                </c:pt>
                <c:pt idx="205">
                  <c:v>505</c:v>
                </c:pt>
                <c:pt idx="206">
                  <c:v>506</c:v>
                </c:pt>
                <c:pt idx="207">
                  <c:v>507</c:v>
                </c:pt>
                <c:pt idx="208">
                  <c:v>508</c:v>
                </c:pt>
                <c:pt idx="209">
                  <c:v>509</c:v>
                </c:pt>
                <c:pt idx="210">
                  <c:v>510</c:v>
                </c:pt>
                <c:pt idx="211">
                  <c:v>511</c:v>
                </c:pt>
                <c:pt idx="212">
                  <c:v>512</c:v>
                </c:pt>
                <c:pt idx="213">
                  <c:v>513</c:v>
                </c:pt>
                <c:pt idx="214">
                  <c:v>514</c:v>
                </c:pt>
                <c:pt idx="215">
                  <c:v>515</c:v>
                </c:pt>
                <c:pt idx="216">
                  <c:v>516</c:v>
                </c:pt>
                <c:pt idx="217">
                  <c:v>517</c:v>
                </c:pt>
                <c:pt idx="218">
                  <c:v>518</c:v>
                </c:pt>
                <c:pt idx="219">
                  <c:v>519</c:v>
                </c:pt>
                <c:pt idx="220">
                  <c:v>520</c:v>
                </c:pt>
                <c:pt idx="221">
                  <c:v>521</c:v>
                </c:pt>
                <c:pt idx="222">
                  <c:v>522</c:v>
                </c:pt>
                <c:pt idx="223">
                  <c:v>523</c:v>
                </c:pt>
                <c:pt idx="224">
                  <c:v>524</c:v>
                </c:pt>
                <c:pt idx="225">
                  <c:v>525</c:v>
                </c:pt>
                <c:pt idx="226">
                  <c:v>526</c:v>
                </c:pt>
                <c:pt idx="227">
                  <c:v>527</c:v>
                </c:pt>
                <c:pt idx="228">
                  <c:v>528</c:v>
                </c:pt>
                <c:pt idx="229">
                  <c:v>529</c:v>
                </c:pt>
                <c:pt idx="230">
                  <c:v>530</c:v>
                </c:pt>
                <c:pt idx="231">
                  <c:v>531</c:v>
                </c:pt>
                <c:pt idx="232">
                  <c:v>532</c:v>
                </c:pt>
                <c:pt idx="233">
                  <c:v>533</c:v>
                </c:pt>
                <c:pt idx="234">
                  <c:v>534</c:v>
                </c:pt>
                <c:pt idx="235">
                  <c:v>535</c:v>
                </c:pt>
                <c:pt idx="236">
                  <c:v>536</c:v>
                </c:pt>
                <c:pt idx="237">
                  <c:v>537</c:v>
                </c:pt>
                <c:pt idx="238">
                  <c:v>538</c:v>
                </c:pt>
                <c:pt idx="239">
                  <c:v>539</c:v>
                </c:pt>
                <c:pt idx="240">
                  <c:v>540</c:v>
                </c:pt>
                <c:pt idx="241">
                  <c:v>541</c:v>
                </c:pt>
                <c:pt idx="242">
                  <c:v>542</c:v>
                </c:pt>
                <c:pt idx="243">
                  <c:v>543</c:v>
                </c:pt>
                <c:pt idx="244">
                  <c:v>544</c:v>
                </c:pt>
                <c:pt idx="245">
                  <c:v>545</c:v>
                </c:pt>
                <c:pt idx="246">
                  <c:v>546</c:v>
                </c:pt>
                <c:pt idx="247">
                  <c:v>547</c:v>
                </c:pt>
                <c:pt idx="248">
                  <c:v>548</c:v>
                </c:pt>
                <c:pt idx="249">
                  <c:v>549</c:v>
                </c:pt>
                <c:pt idx="250">
                  <c:v>550</c:v>
                </c:pt>
                <c:pt idx="251">
                  <c:v>551</c:v>
                </c:pt>
                <c:pt idx="252">
                  <c:v>552</c:v>
                </c:pt>
                <c:pt idx="253">
                  <c:v>553</c:v>
                </c:pt>
                <c:pt idx="254">
                  <c:v>554</c:v>
                </c:pt>
                <c:pt idx="255">
                  <c:v>555</c:v>
                </c:pt>
                <c:pt idx="256">
                  <c:v>556</c:v>
                </c:pt>
                <c:pt idx="257">
                  <c:v>557</c:v>
                </c:pt>
                <c:pt idx="258">
                  <c:v>558</c:v>
                </c:pt>
                <c:pt idx="259">
                  <c:v>559</c:v>
                </c:pt>
                <c:pt idx="260">
                  <c:v>560</c:v>
                </c:pt>
                <c:pt idx="261">
                  <c:v>561</c:v>
                </c:pt>
                <c:pt idx="262">
                  <c:v>562</c:v>
                </c:pt>
                <c:pt idx="263">
                  <c:v>563</c:v>
                </c:pt>
                <c:pt idx="264">
                  <c:v>564</c:v>
                </c:pt>
                <c:pt idx="265">
                  <c:v>565</c:v>
                </c:pt>
                <c:pt idx="266">
                  <c:v>566</c:v>
                </c:pt>
                <c:pt idx="267">
                  <c:v>567</c:v>
                </c:pt>
                <c:pt idx="268">
                  <c:v>568</c:v>
                </c:pt>
                <c:pt idx="269">
                  <c:v>569</c:v>
                </c:pt>
                <c:pt idx="270">
                  <c:v>570</c:v>
                </c:pt>
                <c:pt idx="271">
                  <c:v>571</c:v>
                </c:pt>
                <c:pt idx="272">
                  <c:v>572</c:v>
                </c:pt>
                <c:pt idx="273">
                  <c:v>573</c:v>
                </c:pt>
                <c:pt idx="274">
                  <c:v>574</c:v>
                </c:pt>
                <c:pt idx="275">
                  <c:v>575</c:v>
                </c:pt>
                <c:pt idx="276">
                  <c:v>576</c:v>
                </c:pt>
                <c:pt idx="277">
                  <c:v>577</c:v>
                </c:pt>
                <c:pt idx="278">
                  <c:v>578</c:v>
                </c:pt>
                <c:pt idx="279">
                  <c:v>579</c:v>
                </c:pt>
                <c:pt idx="280">
                  <c:v>580</c:v>
                </c:pt>
                <c:pt idx="281">
                  <c:v>581</c:v>
                </c:pt>
                <c:pt idx="282">
                  <c:v>582</c:v>
                </c:pt>
                <c:pt idx="283">
                  <c:v>583</c:v>
                </c:pt>
                <c:pt idx="284">
                  <c:v>584</c:v>
                </c:pt>
                <c:pt idx="285">
                  <c:v>585</c:v>
                </c:pt>
                <c:pt idx="286">
                  <c:v>586</c:v>
                </c:pt>
                <c:pt idx="287">
                  <c:v>587</c:v>
                </c:pt>
                <c:pt idx="288">
                  <c:v>588</c:v>
                </c:pt>
                <c:pt idx="289">
                  <c:v>589</c:v>
                </c:pt>
                <c:pt idx="290">
                  <c:v>590</c:v>
                </c:pt>
                <c:pt idx="291">
                  <c:v>591</c:v>
                </c:pt>
                <c:pt idx="292">
                  <c:v>592</c:v>
                </c:pt>
                <c:pt idx="293">
                  <c:v>593</c:v>
                </c:pt>
                <c:pt idx="294">
                  <c:v>594</c:v>
                </c:pt>
                <c:pt idx="295">
                  <c:v>595</c:v>
                </c:pt>
                <c:pt idx="296">
                  <c:v>596</c:v>
                </c:pt>
                <c:pt idx="297">
                  <c:v>597</c:v>
                </c:pt>
                <c:pt idx="298">
                  <c:v>598</c:v>
                </c:pt>
                <c:pt idx="299">
                  <c:v>599</c:v>
                </c:pt>
                <c:pt idx="300">
                  <c:v>600</c:v>
                </c:pt>
                <c:pt idx="301">
                  <c:v>601</c:v>
                </c:pt>
                <c:pt idx="302">
                  <c:v>602</c:v>
                </c:pt>
                <c:pt idx="303">
                  <c:v>603</c:v>
                </c:pt>
                <c:pt idx="304">
                  <c:v>604</c:v>
                </c:pt>
                <c:pt idx="305">
                  <c:v>605</c:v>
                </c:pt>
                <c:pt idx="306">
                  <c:v>606</c:v>
                </c:pt>
                <c:pt idx="307">
                  <c:v>607</c:v>
                </c:pt>
                <c:pt idx="308">
                  <c:v>608</c:v>
                </c:pt>
                <c:pt idx="309">
                  <c:v>609</c:v>
                </c:pt>
                <c:pt idx="310">
                  <c:v>610</c:v>
                </c:pt>
                <c:pt idx="311">
                  <c:v>611</c:v>
                </c:pt>
                <c:pt idx="312">
                  <c:v>612</c:v>
                </c:pt>
                <c:pt idx="313">
                  <c:v>613</c:v>
                </c:pt>
                <c:pt idx="314">
                  <c:v>614</c:v>
                </c:pt>
                <c:pt idx="315">
                  <c:v>615</c:v>
                </c:pt>
                <c:pt idx="316">
                  <c:v>616</c:v>
                </c:pt>
                <c:pt idx="317">
                  <c:v>617</c:v>
                </c:pt>
                <c:pt idx="318">
                  <c:v>618</c:v>
                </c:pt>
                <c:pt idx="319">
                  <c:v>619</c:v>
                </c:pt>
                <c:pt idx="320">
                  <c:v>620</c:v>
                </c:pt>
                <c:pt idx="321">
                  <c:v>621</c:v>
                </c:pt>
                <c:pt idx="322">
                  <c:v>622</c:v>
                </c:pt>
                <c:pt idx="323">
                  <c:v>623</c:v>
                </c:pt>
                <c:pt idx="324">
                  <c:v>624</c:v>
                </c:pt>
                <c:pt idx="325">
                  <c:v>625</c:v>
                </c:pt>
                <c:pt idx="326">
                  <c:v>626</c:v>
                </c:pt>
                <c:pt idx="327">
                  <c:v>627</c:v>
                </c:pt>
                <c:pt idx="328">
                  <c:v>628</c:v>
                </c:pt>
                <c:pt idx="329">
                  <c:v>629</c:v>
                </c:pt>
                <c:pt idx="330">
                  <c:v>630</c:v>
                </c:pt>
                <c:pt idx="331">
                  <c:v>631</c:v>
                </c:pt>
                <c:pt idx="332">
                  <c:v>632</c:v>
                </c:pt>
                <c:pt idx="333">
                  <c:v>633</c:v>
                </c:pt>
                <c:pt idx="334">
                  <c:v>634</c:v>
                </c:pt>
                <c:pt idx="335">
                  <c:v>635</c:v>
                </c:pt>
                <c:pt idx="336">
                  <c:v>636</c:v>
                </c:pt>
                <c:pt idx="337">
                  <c:v>637</c:v>
                </c:pt>
                <c:pt idx="338">
                  <c:v>638</c:v>
                </c:pt>
                <c:pt idx="339">
                  <c:v>639</c:v>
                </c:pt>
                <c:pt idx="340">
                  <c:v>640</c:v>
                </c:pt>
                <c:pt idx="341">
                  <c:v>641</c:v>
                </c:pt>
                <c:pt idx="342">
                  <c:v>642</c:v>
                </c:pt>
                <c:pt idx="343">
                  <c:v>643</c:v>
                </c:pt>
                <c:pt idx="344">
                  <c:v>644</c:v>
                </c:pt>
                <c:pt idx="345">
                  <c:v>645</c:v>
                </c:pt>
                <c:pt idx="346">
                  <c:v>646</c:v>
                </c:pt>
                <c:pt idx="347">
                  <c:v>647</c:v>
                </c:pt>
                <c:pt idx="348">
                  <c:v>648</c:v>
                </c:pt>
                <c:pt idx="349">
                  <c:v>649</c:v>
                </c:pt>
                <c:pt idx="350">
                  <c:v>650</c:v>
                </c:pt>
                <c:pt idx="351">
                  <c:v>651</c:v>
                </c:pt>
                <c:pt idx="352">
                  <c:v>652</c:v>
                </c:pt>
                <c:pt idx="353">
                  <c:v>653</c:v>
                </c:pt>
                <c:pt idx="354">
                  <c:v>654</c:v>
                </c:pt>
                <c:pt idx="355">
                  <c:v>655</c:v>
                </c:pt>
                <c:pt idx="356">
                  <c:v>656</c:v>
                </c:pt>
                <c:pt idx="357">
                  <c:v>657</c:v>
                </c:pt>
                <c:pt idx="358">
                  <c:v>658</c:v>
                </c:pt>
                <c:pt idx="359">
                  <c:v>659</c:v>
                </c:pt>
                <c:pt idx="360">
                  <c:v>660</c:v>
                </c:pt>
                <c:pt idx="361">
                  <c:v>661</c:v>
                </c:pt>
                <c:pt idx="362">
                  <c:v>662</c:v>
                </c:pt>
                <c:pt idx="363">
                  <c:v>663</c:v>
                </c:pt>
                <c:pt idx="364">
                  <c:v>664</c:v>
                </c:pt>
                <c:pt idx="365">
                  <c:v>665</c:v>
                </c:pt>
                <c:pt idx="366">
                  <c:v>666</c:v>
                </c:pt>
                <c:pt idx="367">
                  <c:v>667</c:v>
                </c:pt>
                <c:pt idx="368">
                  <c:v>668</c:v>
                </c:pt>
                <c:pt idx="369">
                  <c:v>669</c:v>
                </c:pt>
                <c:pt idx="370">
                  <c:v>670</c:v>
                </c:pt>
                <c:pt idx="371">
                  <c:v>671</c:v>
                </c:pt>
                <c:pt idx="372">
                  <c:v>672</c:v>
                </c:pt>
                <c:pt idx="373">
                  <c:v>673</c:v>
                </c:pt>
                <c:pt idx="374">
                  <c:v>674</c:v>
                </c:pt>
                <c:pt idx="375">
                  <c:v>675</c:v>
                </c:pt>
                <c:pt idx="376">
                  <c:v>676</c:v>
                </c:pt>
                <c:pt idx="377">
                  <c:v>677</c:v>
                </c:pt>
                <c:pt idx="378">
                  <c:v>678</c:v>
                </c:pt>
                <c:pt idx="379">
                  <c:v>679</c:v>
                </c:pt>
                <c:pt idx="380">
                  <c:v>680</c:v>
                </c:pt>
                <c:pt idx="381">
                  <c:v>681</c:v>
                </c:pt>
                <c:pt idx="382">
                  <c:v>682</c:v>
                </c:pt>
                <c:pt idx="383">
                  <c:v>683</c:v>
                </c:pt>
                <c:pt idx="384">
                  <c:v>684</c:v>
                </c:pt>
                <c:pt idx="385">
                  <c:v>685</c:v>
                </c:pt>
                <c:pt idx="386">
                  <c:v>686</c:v>
                </c:pt>
                <c:pt idx="387">
                  <c:v>687</c:v>
                </c:pt>
                <c:pt idx="388">
                  <c:v>688</c:v>
                </c:pt>
                <c:pt idx="389">
                  <c:v>689</c:v>
                </c:pt>
                <c:pt idx="390">
                  <c:v>690</c:v>
                </c:pt>
                <c:pt idx="391">
                  <c:v>691</c:v>
                </c:pt>
                <c:pt idx="392">
                  <c:v>692</c:v>
                </c:pt>
                <c:pt idx="393">
                  <c:v>693</c:v>
                </c:pt>
                <c:pt idx="394">
                  <c:v>694</c:v>
                </c:pt>
                <c:pt idx="395">
                  <c:v>695</c:v>
                </c:pt>
                <c:pt idx="396">
                  <c:v>696</c:v>
                </c:pt>
                <c:pt idx="397">
                  <c:v>697</c:v>
                </c:pt>
                <c:pt idx="398">
                  <c:v>698</c:v>
                </c:pt>
                <c:pt idx="399">
                  <c:v>699</c:v>
                </c:pt>
                <c:pt idx="400">
                  <c:v>700</c:v>
                </c:pt>
              </c:numCache>
            </c:numRef>
          </c:xVal>
          <c:yVal>
            <c:numRef>
              <c:f>'HAGO Cornea-Lens'!$C$2:$C$402</c:f>
              <c:numCache>
                <c:formatCode>General</c:formatCode>
                <c:ptCount val="401"/>
                <c:pt idx="0">
                  <c:v>0</c:v>
                </c:pt>
                <c:pt idx="1">
                  <c:v>4.2931551613431103E-2</c:v>
                </c:pt>
                <c:pt idx="2">
                  <c:v>8.46382747657137E-2</c:v>
                </c:pt>
                <c:pt idx="3">
                  <c:v>0.12516833621513301</c:v>
                </c:pt>
                <c:pt idx="4">
                  <c:v>0.16456990271997199</c:v>
                </c:pt>
                <c:pt idx="5">
                  <c:v>0.20289114103851699</c:v>
                </c:pt>
                <c:pt idx="6">
                  <c:v>0.240180217929053</c:v>
                </c:pt>
                <c:pt idx="7">
                  <c:v>0.27639364314725101</c:v>
                </c:pt>
                <c:pt idx="8">
                  <c:v>0.31142282462854198</c:v>
                </c:pt>
                <c:pt idx="9">
                  <c:v>0.34521827640084701</c:v>
                </c:pt>
                <c:pt idx="10">
                  <c:v>0.377730512492088</c:v>
                </c:pt>
                <c:pt idx="11">
                  <c:v>0.40891004693018901</c:v>
                </c:pt>
                <c:pt idx="12">
                  <c:v>0.43870739374307</c:v>
                </c:pt>
                <c:pt idx="13">
                  <c:v>0.46829800528493798</c:v>
                </c:pt>
                <c:pt idx="14">
                  <c:v>0.49832593846173501</c:v>
                </c:pt>
                <c:pt idx="15">
                  <c:v>0.52794461412898497</c:v>
                </c:pt>
                <c:pt idx="16">
                  <c:v>0.55630745314221297</c:v>
                </c:pt>
                <c:pt idx="17">
                  <c:v>0.58256787635694396</c:v>
                </c:pt>
                <c:pt idx="18">
                  <c:v>0.60587930462870099</c:v>
                </c:pt>
                <c:pt idx="19">
                  <c:v>0.625395158813011</c:v>
                </c:pt>
                <c:pt idx="20">
                  <c:v>0.63908881319322697</c:v>
                </c:pt>
                <c:pt idx="21">
                  <c:v>0.64688073064487905</c:v>
                </c:pt>
                <c:pt idx="22">
                  <c:v>0.65084496491175703</c:v>
                </c:pt>
                <c:pt idx="23">
                  <c:v>0.653055569737651</c:v>
                </c:pt>
                <c:pt idx="24">
                  <c:v>0.65558659886635295</c:v>
                </c:pt>
                <c:pt idx="25">
                  <c:v>0.66051210604165</c:v>
                </c:pt>
                <c:pt idx="26">
                  <c:v>0.66633393862363499</c:v>
                </c:pt>
                <c:pt idx="27">
                  <c:v>0.67051824325565701</c:v>
                </c:pt>
                <c:pt idx="28">
                  <c:v>0.67358552260638904</c:v>
                </c:pt>
                <c:pt idx="29">
                  <c:v>0.67605627934450996</c:v>
                </c:pt>
                <c:pt idx="30">
                  <c:v>0.67845101613869196</c:v>
                </c:pt>
                <c:pt idx="31">
                  <c:v>0.68129023565761304</c:v>
                </c:pt>
                <c:pt idx="32">
                  <c:v>0.68509444056994595</c:v>
                </c:pt>
                <c:pt idx="33">
                  <c:v>0.68935182980376997</c:v>
                </c:pt>
                <c:pt idx="34">
                  <c:v>0.69322852808430002</c:v>
                </c:pt>
                <c:pt idx="35">
                  <c:v>0.69676192677593096</c:v>
                </c:pt>
                <c:pt idx="36">
                  <c:v>0.69998941724305297</c:v>
                </c:pt>
                <c:pt idx="37">
                  <c:v>0.702948390850058</c:v>
                </c:pt>
                <c:pt idx="38">
                  <c:v>0.70567623896133602</c:v>
                </c:pt>
                <c:pt idx="39">
                  <c:v>0.70764901086403498</c:v>
                </c:pt>
                <c:pt idx="40">
                  <c:v>0.70866215831109403</c:v>
                </c:pt>
                <c:pt idx="41">
                  <c:v>0.70923217636559299</c:v>
                </c:pt>
                <c:pt idx="42">
                  <c:v>0.70987556009061303</c:v>
                </c:pt>
                <c:pt idx="43">
                  <c:v>0.71110880454923397</c:v>
                </c:pt>
                <c:pt idx="44">
                  <c:v>0.71344840480453497</c:v>
                </c:pt>
                <c:pt idx="45">
                  <c:v>0.71683643015519904</c:v>
                </c:pt>
                <c:pt idx="46">
                  <c:v>0.72073605396123597</c:v>
                </c:pt>
                <c:pt idx="47">
                  <c:v>0.72494542737772205</c:v>
                </c:pt>
                <c:pt idx="48">
                  <c:v>0.72926270155973605</c:v>
                </c:pt>
                <c:pt idx="49">
                  <c:v>0.73348602766235305</c:v>
                </c:pt>
                <c:pt idx="50">
                  <c:v>0.73741355684064802</c:v>
                </c:pt>
                <c:pt idx="51">
                  <c:v>0.74115072671205595</c:v>
                </c:pt>
                <c:pt idx="52">
                  <c:v>0.74493994899384097</c:v>
                </c:pt>
                <c:pt idx="53">
                  <c:v>0.74878483599082302</c:v>
                </c:pt>
                <c:pt idx="54">
                  <c:v>0.75268900000782402</c:v>
                </c:pt>
                <c:pt idx="55">
                  <c:v>0.75665605334966202</c:v>
                </c:pt>
                <c:pt idx="56">
                  <c:v>0.76068960832115895</c:v>
                </c:pt>
                <c:pt idx="57">
                  <c:v>0.76479327722713397</c:v>
                </c:pt>
                <c:pt idx="58">
                  <c:v>0.76943078392702102</c:v>
                </c:pt>
                <c:pt idx="59">
                  <c:v>0.77479323236479403</c:v>
                </c:pt>
                <c:pt idx="60">
                  <c:v>0.78047530497208795</c:v>
                </c:pt>
                <c:pt idx="61">
                  <c:v>0.78607168418053797</c:v>
                </c:pt>
                <c:pt idx="62">
                  <c:v>0.79117705242177905</c:v>
                </c:pt>
                <c:pt idx="63">
                  <c:v>0.79538609212744305</c:v>
                </c:pt>
                <c:pt idx="64">
                  <c:v>0.79861486821844496</c:v>
                </c:pt>
                <c:pt idx="65">
                  <c:v>0.80119319903041397</c:v>
                </c:pt>
                <c:pt idx="66">
                  <c:v>0.80333639711706295</c:v>
                </c:pt>
                <c:pt idx="67">
                  <c:v>0.805259775032106</c:v>
                </c:pt>
                <c:pt idx="68">
                  <c:v>0.80717864532925698</c:v>
                </c:pt>
                <c:pt idx="69">
                  <c:v>0.80930832056222701</c:v>
                </c:pt>
                <c:pt idx="70">
                  <c:v>0.81149856358872197</c:v>
                </c:pt>
                <c:pt idx="71">
                  <c:v>0.81350806940322495</c:v>
                </c:pt>
                <c:pt idx="72">
                  <c:v>0.81541554876461997</c:v>
                </c:pt>
                <c:pt idx="73">
                  <c:v>0.817299712431789</c:v>
                </c:pt>
                <c:pt idx="74">
                  <c:v>0.81923927116361595</c:v>
                </c:pt>
                <c:pt idx="75">
                  <c:v>0.82131293571898201</c:v>
                </c:pt>
                <c:pt idx="76">
                  <c:v>0.82340702609438099</c:v>
                </c:pt>
                <c:pt idx="77">
                  <c:v>0.82537346537321399</c:v>
                </c:pt>
                <c:pt idx="78">
                  <c:v>0.82723936894472805</c:v>
                </c:pt>
                <c:pt idx="79">
                  <c:v>0.82903185219817199</c:v>
                </c:pt>
                <c:pt idx="80">
                  <c:v>0.83077803052279198</c:v>
                </c:pt>
                <c:pt idx="81">
                  <c:v>0.83250501930783605</c:v>
                </c:pt>
                <c:pt idx="82">
                  <c:v>0.83423993394255003</c:v>
                </c:pt>
                <c:pt idx="83">
                  <c:v>0.83617122951962997</c:v>
                </c:pt>
                <c:pt idx="84">
                  <c:v>0.83836481071294799</c:v>
                </c:pt>
                <c:pt idx="85">
                  <c:v>0.840663967283519</c:v>
                </c:pt>
                <c:pt idx="86">
                  <c:v>0.84291198899235897</c:v>
                </c:pt>
                <c:pt idx="87">
                  <c:v>0.84495216560048303</c:v>
                </c:pt>
                <c:pt idx="88">
                  <c:v>0.84662778686890805</c:v>
                </c:pt>
                <c:pt idx="89">
                  <c:v>0.84798624332142403</c:v>
                </c:pt>
                <c:pt idx="90">
                  <c:v>0.84919366001586405</c:v>
                </c:pt>
                <c:pt idx="91">
                  <c:v>0.85027142851430304</c:v>
                </c:pt>
                <c:pt idx="92">
                  <c:v>0.85124094037881803</c:v>
                </c:pt>
                <c:pt idx="93">
                  <c:v>0.85212358717148395</c:v>
                </c:pt>
                <c:pt idx="94">
                  <c:v>0.85294076045437806</c:v>
                </c:pt>
                <c:pt idx="95">
                  <c:v>0.85339944527210898</c:v>
                </c:pt>
                <c:pt idx="96">
                  <c:v>0.85335010277454504</c:v>
                </c:pt>
                <c:pt idx="97">
                  <c:v>0.85302933868164699</c:v>
                </c:pt>
                <c:pt idx="98">
                  <c:v>0.85267375871337703</c:v>
                </c:pt>
                <c:pt idx="99">
                  <c:v>0.85251996858969603</c:v>
                </c:pt>
                <c:pt idx="100">
                  <c:v>0.85280457403056598</c:v>
                </c:pt>
                <c:pt idx="101">
                  <c:v>0.85337553426871904</c:v>
                </c:pt>
                <c:pt idx="102">
                  <c:v>0.85394402344151998</c:v>
                </c:pt>
                <c:pt idx="103">
                  <c:v>0.85454146962587296</c:v>
                </c:pt>
                <c:pt idx="104">
                  <c:v>0.85519930089868701</c:v>
                </c:pt>
                <c:pt idx="105">
                  <c:v>0.85594894533686605</c:v>
                </c:pt>
                <c:pt idx="106">
                  <c:v>0.85682183101731901</c:v>
                </c:pt>
                <c:pt idx="107">
                  <c:v>0.85784938601694904</c:v>
                </c:pt>
                <c:pt idx="108">
                  <c:v>0.85914939821615699</c:v>
                </c:pt>
                <c:pt idx="109">
                  <c:v>0.860744934096076</c:v>
                </c:pt>
                <c:pt idx="110">
                  <c:v>0.862525339634721</c:v>
                </c:pt>
                <c:pt idx="111">
                  <c:v>0.86437996081010504</c:v>
                </c:pt>
                <c:pt idx="112">
                  <c:v>0.86619814360024405</c:v>
                </c:pt>
                <c:pt idx="113">
                  <c:v>0.86786923398315097</c:v>
                </c:pt>
                <c:pt idx="114">
                  <c:v>0.86945501899576305</c:v>
                </c:pt>
                <c:pt idx="115">
                  <c:v>0.87107844673133294</c:v>
                </c:pt>
                <c:pt idx="116">
                  <c:v>0.87272060475235502</c:v>
                </c:pt>
                <c:pt idx="117">
                  <c:v>0.87436258062132</c:v>
                </c:pt>
                <c:pt idx="118">
                  <c:v>0.87598546190072002</c:v>
                </c:pt>
                <c:pt idx="119">
                  <c:v>0.87757033615304603</c:v>
                </c:pt>
                <c:pt idx="120">
                  <c:v>0.87923651002880898</c:v>
                </c:pt>
                <c:pt idx="121">
                  <c:v>0.88106130535920502</c:v>
                </c:pt>
                <c:pt idx="122">
                  <c:v>0.88296283247776397</c:v>
                </c:pt>
                <c:pt idx="123">
                  <c:v>0.88485920171801202</c:v>
                </c:pt>
                <c:pt idx="124">
                  <c:v>0.88666852341347302</c:v>
                </c:pt>
                <c:pt idx="125">
                  <c:v>0.88830890789767603</c:v>
                </c:pt>
                <c:pt idx="126">
                  <c:v>0.88984819148108396</c:v>
                </c:pt>
                <c:pt idx="127">
                  <c:v>0.89138289897257394</c:v>
                </c:pt>
                <c:pt idx="128">
                  <c:v>0.89287417345329401</c:v>
                </c:pt>
                <c:pt idx="129">
                  <c:v>0.89428315800439095</c:v>
                </c:pt>
                <c:pt idx="130">
                  <c:v>0.89557099570701104</c:v>
                </c:pt>
                <c:pt idx="131">
                  <c:v>0.89669882964230097</c:v>
                </c:pt>
                <c:pt idx="132">
                  <c:v>0.89762780289140798</c:v>
                </c:pt>
                <c:pt idx="133">
                  <c:v>0.89833240606682896</c:v>
                </c:pt>
                <c:pt idx="134">
                  <c:v>0.89885696648196201</c:v>
                </c:pt>
                <c:pt idx="135">
                  <c:v>0.89926738226930902</c:v>
                </c:pt>
                <c:pt idx="136">
                  <c:v>0.89962955156137303</c:v>
                </c:pt>
                <c:pt idx="137">
                  <c:v>0.90000937249065305</c:v>
                </c:pt>
                <c:pt idx="138">
                  <c:v>0.90047274318965198</c:v>
                </c:pt>
                <c:pt idx="139">
                  <c:v>0.90079580915119495</c:v>
                </c:pt>
                <c:pt idx="140">
                  <c:v>0.90080964818111198</c:v>
                </c:pt>
                <c:pt idx="141">
                  <c:v>0.90066255688140795</c:v>
                </c:pt>
                <c:pt idx="142">
                  <c:v>0.90050283185408597</c:v>
                </c:pt>
                <c:pt idx="143">
                  <c:v>0.90047876970115603</c:v>
                </c:pt>
                <c:pt idx="144">
                  <c:v>0.90073866702461902</c:v>
                </c:pt>
                <c:pt idx="145">
                  <c:v>0.90123528684884402</c:v>
                </c:pt>
                <c:pt idx="146">
                  <c:v>0.90181446477634197</c:v>
                </c:pt>
                <c:pt idx="147">
                  <c:v>0.902464106276335</c:v>
                </c:pt>
                <c:pt idx="148">
                  <c:v>0.90317211681804499</c:v>
                </c:pt>
                <c:pt idx="149">
                  <c:v>0.90392640187069395</c:v>
                </c:pt>
                <c:pt idx="150">
                  <c:v>0.904714866903504</c:v>
                </c:pt>
                <c:pt idx="151">
                  <c:v>0.90552418375583998</c:v>
                </c:pt>
                <c:pt idx="152">
                  <c:v>0.90635676975943702</c:v>
                </c:pt>
                <c:pt idx="153">
                  <c:v>0.90722414862207601</c:v>
                </c:pt>
                <c:pt idx="154">
                  <c:v>0.90813784405153697</c:v>
                </c:pt>
                <c:pt idx="155">
                  <c:v>0.90910937975559802</c:v>
                </c:pt>
                <c:pt idx="156">
                  <c:v>0.91015027944203797</c:v>
                </c:pt>
                <c:pt idx="157">
                  <c:v>0.91127206681863704</c:v>
                </c:pt>
                <c:pt idx="158">
                  <c:v>0.91256672001217998</c:v>
                </c:pt>
                <c:pt idx="159">
                  <c:v>0.91406162531659396</c:v>
                </c:pt>
                <c:pt idx="160">
                  <c:v>0.91567141869038404</c:v>
                </c:pt>
                <c:pt idx="161">
                  <c:v>0.91731073609204805</c:v>
                </c:pt>
                <c:pt idx="162">
                  <c:v>0.91889421348008704</c:v>
                </c:pt>
                <c:pt idx="163">
                  <c:v>0.92033648681300095</c:v>
                </c:pt>
                <c:pt idx="164">
                  <c:v>0.92177960875436205</c:v>
                </c:pt>
                <c:pt idx="165">
                  <c:v>0.92336598500660805</c:v>
                </c:pt>
                <c:pt idx="166">
                  <c:v>0.925010781086546</c:v>
                </c:pt>
                <c:pt idx="167">
                  <c:v>0.92662916251098004</c:v>
                </c:pt>
                <c:pt idx="168">
                  <c:v>0.928136294796715</c:v>
                </c:pt>
                <c:pt idx="169">
                  <c:v>0.92944734346055502</c:v>
                </c:pt>
                <c:pt idx="170">
                  <c:v>0.93073373478601495</c:v>
                </c:pt>
                <c:pt idx="171">
                  <c:v>0.93214748329819597</c:v>
                </c:pt>
                <c:pt idx="172">
                  <c:v>0.93357463687628695</c:v>
                </c:pt>
                <c:pt idx="173">
                  <c:v>0.934901243399476</c:v>
                </c:pt>
                <c:pt idx="174">
                  <c:v>0.93601335074695102</c:v>
                </c:pt>
                <c:pt idx="175">
                  <c:v>0.93679700679789901</c:v>
                </c:pt>
                <c:pt idx="176">
                  <c:v>0.93717507575828396</c:v>
                </c:pt>
                <c:pt idx="177">
                  <c:v>0.93721274908685603</c:v>
                </c:pt>
                <c:pt idx="178">
                  <c:v>0.937009565541991</c:v>
                </c:pt>
                <c:pt idx="179">
                  <c:v>0.93666506388206106</c:v>
                </c:pt>
                <c:pt idx="180">
                  <c:v>0.93627878286544097</c:v>
                </c:pt>
                <c:pt idx="181">
                  <c:v>0.93595026125050396</c:v>
                </c:pt>
                <c:pt idx="182">
                  <c:v>0.93577903779562299</c:v>
                </c:pt>
                <c:pt idx="183">
                  <c:v>0.93556730143987599</c:v>
                </c:pt>
                <c:pt idx="184">
                  <c:v>0.93513451136021697</c:v>
                </c:pt>
                <c:pt idx="185">
                  <c:v>0.93460611167183505</c:v>
                </c:pt>
                <c:pt idx="186">
                  <c:v>0.934107546489921</c:v>
                </c:pt>
                <c:pt idx="187">
                  <c:v>0.93376425992966094</c:v>
                </c:pt>
                <c:pt idx="188">
                  <c:v>0.93370169610624698</c:v>
                </c:pt>
                <c:pt idx="189">
                  <c:v>0.933723935548189</c:v>
                </c:pt>
                <c:pt idx="190">
                  <c:v>0.93362118252840598</c:v>
                </c:pt>
                <c:pt idx="191">
                  <c:v>0.93349806677869096</c:v>
                </c:pt>
                <c:pt idx="192">
                  <c:v>0.93345921803084297</c:v>
                </c:pt>
                <c:pt idx="193">
                  <c:v>0.93360926601665595</c:v>
                </c:pt>
                <c:pt idx="194">
                  <c:v>0.93405284046792503</c:v>
                </c:pt>
                <c:pt idx="195">
                  <c:v>0.934837322849979</c:v>
                </c:pt>
                <c:pt idx="196">
                  <c:v>0.93589025742961396</c:v>
                </c:pt>
                <c:pt idx="197">
                  <c:v>0.93713651814083498</c:v>
                </c:pt>
                <c:pt idx="198">
                  <c:v>0.93850097891764395</c:v>
                </c:pt>
                <c:pt idx="199">
                  <c:v>0.93990851369404405</c:v>
                </c:pt>
                <c:pt idx="200">
                  <c:v>0.94128399640403704</c:v>
                </c:pt>
                <c:pt idx="201">
                  <c:v>0.94286155710326602</c:v>
                </c:pt>
                <c:pt idx="202">
                  <c:v>0.94482336289157398</c:v>
                </c:pt>
                <c:pt idx="203">
                  <c:v>0.94701634326927298</c:v>
                </c:pt>
                <c:pt idx="204">
                  <c:v>0.94928742773667496</c:v>
                </c:pt>
                <c:pt idx="205">
                  <c:v>0.95148354579408601</c:v>
                </c:pt>
                <c:pt idx="206">
                  <c:v>0.95345162694181995</c:v>
                </c:pt>
                <c:pt idx="207">
                  <c:v>0.95503860068018598</c:v>
                </c:pt>
                <c:pt idx="208">
                  <c:v>0.956419543598229</c:v>
                </c:pt>
                <c:pt idx="209">
                  <c:v>0.95782492238185801</c:v>
                </c:pt>
                <c:pt idx="210">
                  <c:v>0.95918475167668005</c:v>
                </c:pt>
                <c:pt idx="211">
                  <c:v>0.96042904612830304</c:v>
                </c:pt>
                <c:pt idx="212">
                  <c:v>0.96148782038233704</c:v>
                </c:pt>
                <c:pt idx="213">
                  <c:v>0.96229108908438699</c:v>
                </c:pt>
                <c:pt idx="214">
                  <c:v>0.96287221499701003</c:v>
                </c:pt>
                <c:pt idx="215">
                  <c:v>0.96331108848834102</c:v>
                </c:pt>
                <c:pt idx="216">
                  <c:v>0.96360751561236002</c:v>
                </c:pt>
                <c:pt idx="217">
                  <c:v>0.96376130242304703</c:v>
                </c:pt>
                <c:pt idx="218">
                  <c:v>0.96377225497438201</c:v>
                </c:pt>
                <c:pt idx="219">
                  <c:v>0.96364017932034496</c:v>
                </c:pt>
                <c:pt idx="220">
                  <c:v>0.96309064323040094</c:v>
                </c:pt>
                <c:pt idx="221">
                  <c:v>0.96200829442435398</c:v>
                </c:pt>
                <c:pt idx="222">
                  <c:v>0.96063155888169105</c:v>
                </c:pt>
                <c:pt idx="223">
                  <c:v>0.95919886258189901</c:v>
                </c:pt>
                <c:pt idx="224">
                  <c:v>0.95794863150446696</c:v>
                </c:pt>
                <c:pt idx="225">
                  <c:v>0.95711929162888099</c:v>
                </c:pt>
                <c:pt idx="226">
                  <c:v>0.95658960595387099</c:v>
                </c:pt>
                <c:pt idx="227">
                  <c:v>0.95608330785153905</c:v>
                </c:pt>
                <c:pt idx="228">
                  <c:v>0.95560627886143801</c:v>
                </c:pt>
                <c:pt idx="229">
                  <c:v>0.95516440052311802</c:v>
                </c:pt>
                <c:pt idx="230">
                  <c:v>0.95476355437613003</c:v>
                </c:pt>
                <c:pt idx="231">
                  <c:v>0.95440962196002299</c:v>
                </c:pt>
                <c:pt idx="232">
                  <c:v>0.95410848481434796</c:v>
                </c:pt>
                <c:pt idx="233">
                  <c:v>0.95373852991625097</c:v>
                </c:pt>
                <c:pt idx="234">
                  <c:v>0.953244567239244</c:v>
                </c:pt>
                <c:pt idx="235">
                  <c:v>0.95273211281743198</c:v>
                </c:pt>
                <c:pt idx="236">
                  <c:v>0.95230668268492102</c:v>
                </c:pt>
                <c:pt idx="237">
                  <c:v>0.95207379287581495</c:v>
                </c:pt>
                <c:pt idx="238">
                  <c:v>0.952138959424221</c:v>
                </c:pt>
                <c:pt idx="239">
                  <c:v>0.95253438463731299</c:v>
                </c:pt>
                <c:pt idx="240">
                  <c:v>0.95317443971985505</c:v>
                </c:pt>
                <c:pt idx="241">
                  <c:v>0.95398789405233098</c:v>
                </c:pt>
                <c:pt idx="242">
                  <c:v>0.95490351701522702</c:v>
                </c:pt>
                <c:pt idx="243">
                  <c:v>0.95585007798902799</c:v>
                </c:pt>
                <c:pt idx="244">
                  <c:v>0.95675634635421702</c:v>
                </c:pt>
                <c:pt idx="245">
                  <c:v>0.95778342173892095</c:v>
                </c:pt>
                <c:pt idx="246">
                  <c:v>0.95905470698244599</c:v>
                </c:pt>
                <c:pt idx="247">
                  <c:v>0.96044242628204701</c:v>
                </c:pt>
                <c:pt idx="248">
                  <c:v>0.96181880383497897</c:v>
                </c:pt>
                <c:pt idx="249">
                  <c:v>0.96305606383849696</c:v>
                </c:pt>
                <c:pt idx="250">
                  <c:v>0.96402643048985504</c:v>
                </c:pt>
                <c:pt idx="251">
                  <c:v>0.96490046376075</c:v>
                </c:pt>
                <c:pt idx="252">
                  <c:v>0.96589029474147603</c:v>
                </c:pt>
                <c:pt idx="253">
                  <c:v>0.96693050430719196</c:v>
                </c:pt>
                <c:pt idx="254">
                  <c:v>0.96795567333305399</c:v>
                </c:pt>
                <c:pt idx="255">
                  <c:v>0.96890038269421996</c:v>
                </c:pt>
                <c:pt idx="256">
                  <c:v>0.96969921326584796</c:v>
                </c:pt>
                <c:pt idx="257">
                  <c:v>0.97028674592309505</c:v>
                </c:pt>
                <c:pt idx="258">
                  <c:v>0.97041454859236997</c:v>
                </c:pt>
                <c:pt idx="259">
                  <c:v>0.97003906462766598</c:v>
                </c:pt>
                <c:pt idx="260">
                  <c:v>0.96940218804551104</c:v>
                </c:pt>
                <c:pt idx="261">
                  <c:v>0.96874581286243799</c:v>
                </c:pt>
                <c:pt idx="262">
                  <c:v>0.96831183309497604</c:v>
                </c:pt>
                <c:pt idx="263">
                  <c:v>0.96834214275965402</c:v>
                </c:pt>
                <c:pt idx="264">
                  <c:v>0.96869285699488095</c:v>
                </c:pt>
                <c:pt idx="265">
                  <c:v>0.96907490348770398</c:v>
                </c:pt>
                <c:pt idx="266">
                  <c:v>0.96951239507762199</c:v>
                </c:pt>
                <c:pt idx="267">
                  <c:v>0.97002944460413298</c:v>
                </c:pt>
                <c:pt idx="268">
                  <c:v>0.97065016490673295</c:v>
                </c:pt>
                <c:pt idx="269">
                  <c:v>0.97139866882491799</c:v>
                </c:pt>
                <c:pt idx="270">
                  <c:v>0.97245693697924995</c:v>
                </c:pt>
                <c:pt idx="271">
                  <c:v>0.97388510040144505</c:v>
                </c:pt>
                <c:pt idx="272">
                  <c:v>0.97552449754773096</c:v>
                </c:pt>
                <c:pt idx="273">
                  <c:v>0.97721646687433805</c:v>
                </c:pt>
                <c:pt idx="274">
                  <c:v>0.97880234683749601</c:v>
                </c:pt>
                <c:pt idx="275">
                  <c:v>0.98012347589343196</c:v>
                </c:pt>
                <c:pt idx="276">
                  <c:v>0.98131036131099503</c:v>
                </c:pt>
                <c:pt idx="277">
                  <c:v>0.98256520118833302</c:v>
                </c:pt>
                <c:pt idx="278">
                  <c:v>0.98383687022563704</c:v>
                </c:pt>
                <c:pt idx="279">
                  <c:v>0.985074243123092</c:v>
                </c:pt>
                <c:pt idx="280">
                  <c:v>0.98622619458088401</c:v>
                </c:pt>
                <c:pt idx="281">
                  <c:v>0.98724159929920097</c:v>
                </c:pt>
                <c:pt idx="282">
                  <c:v>0.98806933197822799</c:v>
                </c:pt>
                <c:pt idx="283">
                  <c:v>0.98876719078004804</c:v>
                </c:pt>
                <c:pt idx="284">
                  <c:v>0.98940891441821699</c:v>
                </c:pt>
                <c:pt idx="285">
                  <c:v>0.98996728842012705</c:v>
                </c:pt>
                <c:pt idx="286">
                  <c:v>0.99041509831317698</c:v>
                </c:pt>
                <c:pt idx="287">
                  <c:v>0.99072512962475601</c:v>
                </c:pt>
                <c:pt idx="288">
                  <c:v>0.99087016788226301</c:v>
                </c:pt>
                <c:pt idx="289">
                  <c:v>0.99071568084874595</c:v>
                </c:pt>
                <c:pt idx="290">
                  <c:v>0.99023454910348696</c:v>
                </c:pt>
                <c:pt idx="291">
                  <c:v>0.98956067739823494</c:v>
                </c:pt>
                <c:pt idx="292">
                  <c:v>0.98882797048473603</c:v>
                </c:pt>
                <c:pt idx="293">
                  <c:v>0.98817033311473601</c:v>
                </c:pt>
                <c:pt idx="294">
                  <c:v>0.98772167003998401</c:v>
                </c:pt>
                <c:pt idx="295">
                  <c:v>0.98713510317706799</c:v>
                </c:pt>
                <c:pt idx="296">
                  <c:v>0.986146536108093</c:v>
                </c:pt>
                <c:pt idx="297">
                  <c:v>0.98501404608306697</c:v>
                </c:pt>
                <c:pt idx="298">
                  <c:v>0.98399571035200695</c:v>
                </c:pt>
                <c:pt idx="299">
                  <c:v>0.98334960616492495</c:v>
                </c:pt>
                <c:pt idx="300">
                  <c:v>0.98333381077183202</c:v>
                </c:pt>
                <c:pt idx="301">
                  <c:v>0.98401996412130599</c:v>
                </c:pt>
                <c:pt idx="302">
                  <c:v>0.98519283546606595</c:v>
                </c:pt>
                <c:pt idx="303">
                  <c:v>0.98668019601234103</c:v>
                </c:pt>
                <c:pt idx="304">
                  <c:v>0.988309816966361</c:v>
                </c:pt>
                <c:pt idx="305">
                  <c:v>0.98990946953435699</c:v>
                </c:pt>
                <c:pt idx="306">
                  <c:v>0.99130692492255701</c:v>
                </c:pt>
                <c:pt idx="307">
                  <c:v>0.99232995433719096</c:v>
                </c:pt>
                <c:pt idx="308">
                  <c:v>0.99338900983064604</c:v>
                </c:pt>
                <c:pt idx="309">
                  <c:v>0.99485150160218605</c:v>
                </c:pt>
                <c:pt idx="310">
                  <c:v>0.99648063807834797</c:v>
                </c:pt>
                <c:pt idx="311">
                  <c:v>0.998039627685679</c:v>
                </c:pt>
                <c:pt idx="312">
                  <c:v>0.99929167885071501</c:v>
                </c:pt>
                <c:pt idx="313">
                  <c:v>1</c:v>
                </c:pt>
                <c:pt idx="314">
                  <c:v>0.99998810230839297</c:v>
                </c:pt>
                <c:pt idx="315">
                  <c:v>0.99940093924977702</c:v>
                </c:pt>
                <c:pt idx="316">
                  <c:v>0.99848388269923505</c:v>
                </c:pt>
                <c:pt idx="317">
                  <c:v>0.99748230453185005</c:v>
                </c:pt>
                <c:pt idx="318">
                  <c:v>0.99664157662270203</c:v>
                </c:pt>
                <c:pt idx="319">
                  <c:v>0.99620707084687099</c:v>
                </c:pt>
                <c:pt idx="320">
                  <c:v>0.99586561576482902</c:v>
                </c:pt>
                <c:pt idx="321">
                  <c:v>0.99523834676989098</c:v>
                </c:pt>
                <c:pt idx="322">
                  <c:v>0.99447209598641195</c:v>
                </c:pt>
                <c:pt idx="323">
                  <c:v>0.993713695538747</c:v>
                </c:pt>
                <c:pt idx="324">
                  <c:v>0.99310997755124997</c:v>
                </c:pt>
                <c:pt idx="325">
                  <c:v>0.99280777414827304</c:v>
                </c:pt>
                <c:pt idx="326">
                  <c:v>0.99296128244209303</c:v>
                </c:pt>
                <c:pt idx="327">
                  <c:v>0.99352558600162799</c:v>
                </c:pt>
                <c:pt idx="328">
                  <c:v>0.99434884663620104</c:v>
                </c:pt>
                <c:pt idx="329">
                  <c:v>0.99527922615513598</c:v>
                </c:pt>
                <c:pt idx="330">
                  <c:v>0.99616488636775202</c:v>
                </c:pt>
                <c:pt idx="331">
                  <c:v>0.99685398908337597</c:v>
                </c:pt>
                <c:pt idx="332">
                  <c:v>0.99719469611132605</c:v>
                </c:pt>
                <c:pt idx="333">
                  <c:v>0.99730066569958598</c:v>
                </c:pt>
                <c:pt idx="334">
                  <c:v>0.99737519455009505</c:v>
                </c:pt>
                <c:pt idx="335">
                  <c:v>0.99740090215311905</c:v>
                </c:pt>
                <c:pt idx="336">
                  <c:v>0.997360407998927</c:v>
                </c:pt>
                <c:pt idx="337">
                  <c:v>0.99723633157778202</c:v>
                </c:pt>
                <c:pt idx="338">
                  <c:v>0.99701129237995001</c:v>
                </c:pt>
                <c:pt idx="339">
                  <c:v>0.99658354728187704</c:v>
                </c:pt>
                <c:pt idx="340">
                  <c:v>0.99592040909479695</c:v>
                </c:pt>
                <c:pt idx="341">
                  <c:v>0.995108081211173</c:v>
                </c:pt>
                <c:pt idx="342">
                  <c:v>0.99423276702346397</c:v>
                </c:pt>
                <c:pt idx="343">
                  <c:v>0.99338066992413099</c:v>
                </c:pt>
                <c:pt idx="344">
                  <c:v>0.99263799330563196</c:v>
                </c:pt>
                <c:pt idx="345">
                  <c:v>0.992066517191172</c:v>
                </c:pt>
                <c:pt idx="346">
                  <c:v>0.99161650901313203</c:v>
                </c:pt>
                <c:pt idx="347">
                  <c:v>0.99120690327773697</c:v>
                </c:pt>
                <c:pt idx="348">
                  <c:v>0.99075663449121398</c:v>
                </c:pt>
                <c:pt idx="349">
                  <c:v>0.99018463715978799</c:v>
                </c:pt>
                <c:pt idx="350">
                  <c:v>0.98940984578968605</c:v>
                </c:pt>
                <c:pt idx="351">
                  <c:v>0.98815089851285298</c:v>
                </c:pt>
                <c:pt idx="352">
                  <c:v>0.98633775844650595</c:v>
                </c:pt>
                <c:pt idx="353">
                  <c:v>0.98420634757477898</c:v>
                </c:pt>
                <c:pt idx="354">
                  <c:v>0.98199258788180199</c:v>
                </c:pt>
                <c:pt idx="355">
                  <c:v>0.979932401351708</c:v>
                </c:pt>
                <c:pt idx="356">
                  <c:v>0.97826170996863004</c:v>
                </c:pt>
                <c:pt idx="357">
                  <c:v>0.97721643571669903</c:v>
                </c:pt>
                <c:pt idx="358">
                  <c:v>0.97661557666479104</c:v>
                </c:pt>
                <c:pt idx="359">
                  <c:v>0.97614179770765996</c:v>
                </c:pt>
                <c:pt idx="360">
                  <c:v>0.97582652106825196</c:v>
                </c:pt>
                <c:pt idx="361">
                  <c:v>0.97570116896952297</c:v>
                </c:pt>
                <c:pt idx="362">
                  <c:v>0.97579716363441704</c:v>
                </c:pt>
                <c:pt idx="363">
                  <c:v>0.97614592728588601</c:v>
                </c:pt>
                <c:pt idx="364">
                  <c:v>0.977043669215094</c:v>
                </c:pt>
                <c:pt idx="365">
                  <c:v>0.97858045076111799</c:v>
                </c:pt>
                <c:pt idx="366">
                  <c:v>0.98047847221878204</c:v>
                </c:pt>
                <c:pt idx="367">
                  <c:v>0.98245993388290798</c:v>
                </c:pt>
                <c:pt idx="368">
                  <c:v>0.98424703604832098</c:v>
                </c:pt>
                <c:pt idx="369">
                  <c:v>0.98556197900983999</c:v>
                </c:pt>
                <c:pt idx="370">
                  <c:v>0.98698690323286398</c:v>
                </c:pt>
                <c:pt idx="371">
                  <c:v>0.98904525449563196</c:v>
                </c:pt>
                <c:pt idx="372">
                  <c:v>0.99137119106223803</c:v>
                </c:pt>
                <c:pt idx="373">
                  <c:v>0.99359887119677504</c:v>
                </c:pt>
                <c:pt idx="374">
                  <c:v>0.99536245316333505</c:v>
                </c:pt>
                <c:pt idx="375">
                  <c:v>0.99629609522601104</c:v>
                </c:pt>
                <c:pt idx="376">
                  <c:v>0.99624556005010001</c:v>
                </c:pt>
                <c:pt idx="377">
                  <c:v>0.99545916798634804</c:v>
                </c:pt>
                <c:pt idx="378">
                  <c:v>0.99417491382702505</c:v>
                </c:pt>
                <c:pt idx="379">
                  <c:v>0.992630792364398</c:v>
                </c:pt>
                <c:pt idx="380">
                  <c:v>0.99106479839073702</c:v>
                </c:pt>
                <c:pt idx="381">
                  <c:v>0.98971492669830796</c:v>
                </c:pt>
                <c:pt idx="382">
                  <c:v>0.98881917207937997</c:v>
                </c:pt>
                <c:pt idx="383">
                  <c:v>0.98816647290197801</c:v>
                </c:pt>
                <c:pt idx="384">
                  <c:v>0.98743056433867704</c:v>
                </c:pt>
                <c:pt idx="385">
                  <c:v>0.98667663638857095</c:v>
                </c:pt>
                <c:pt idx="386">
                  <c:v>0.98596987905075295</c:v>
                </c:pt>
                <c:pt idx="387">
                  <c:v>0.98537548232431604</c:v>
                </c:pt>
                <c:pt idx="388">
                  <c:v>0.984958636208353</c:v>
                </c:pt>
                <c:pt idx="389">
                  <c:v>0.98464736541170095</c:v>
                </c:pt>
                <c:pt idx="390">
                  <c:v>0.98434326410095296</c:v>
                </c:pt>
                <c:pt idx="391">
                  <c:v>0.98407187646183902</c:v>
                </c:pt>
                <c:pt idx="392">
                  <c:v>0.98385874668009099</c:v>
                </c:pt>
                <c:pt idx="393">
                  <c:v>0.98372941894143895</c:v>
                </c:pt>
                <c:pt idx="394">
                  <c:v>0.98370943743161199</c:v>
                </c:pt>
                <c:pt idx="395">
                  <c:v>0.98380719698802799</c:v>
                </c:pt>
                <c:pt idx="396">
                  <c:v>0.98400895269273403</c:v>
                </c:pt>
                <c:pt idx="397">
                  <c:v>0.98430703909839901</c:v>
                </c:pt>
                <c:pt idx="398">
                  <c:v>0.98469379075769103</c:v>
                </c:pt>
                <c:pt idx="399">
                  <c:v>0.98516154222328101</c:v>
                </c:pt>
                <c:pt idx="400">
                  <c:v>0.98570262804783804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372-4809-831A-31BFA4FC30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36049008"/>
        <c:axId val="236049568"/>
      </c:scatterChart>
      <c:valAx>
        <c:axId val="236049008"/>
        <c:scaling>
          <c:orientation val="minMax"/>
          <c:max val="700"/>
          <c:min val="3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36049568"/>
        <c:crosses val="autoZero"/>
        <c:crossBetween val="midCat"/>
      </c:valAx>
      <c:valAx>
        <c:axId val="236049568"/>
        <c:scaling>
          <c:orientation val="minMax"/>
          <c:max val="1.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1600"/>
                  <a:t>Normalized Transmittance</a:t>
                </a:r>
              </a:p>
            </c:rich>
          </c:tx>
          <c:layout>
            <c:manualLayout>
              <c:xMode val="edge"/>
              <c:yMode val="edge"/>
              <c:x val="3.189004083849125E-2"/>
              <c:y val="7.579476230612776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36049008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9212395248623473"/>
          <c:y val="0.39054607783220996"/>
          <c:w val="0.36166801265226461"/>
          <c:h val="0.17004502041411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959559170233735"/>
          <c:y val="7.7043904636455079E-2"/>
          <c:w val="0.82220225524558943"/>
          <c:h val="0.84001122645481052"/>
        </c:manualLayout>
      </c:layout>
      <c:scatterChart>
        <c:scatterStyle val="lineMarker"/>
        <c:varyColors val="0"/>
        <c:ser>
          <c:idx val="0"/>
          <c:order val="0"/>
          <c:tx>
            <c:strRef>
              <c:f>Averages!$B$13</c:f>
              <c:strCache>
                <c:ptCount val="1"/>
                <c:pt idx="0">
                  <c:v>T-Type</c:v>
                </c:pt>
              </c:strCache>
            </c:strRef>
          </c:tx>
          <c:spPr>
            <a:ln w="3810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xVal>
            <c:numRef>
              <c:f>Averages!$A$14:$A$414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Averages!$B$14:$B$414</c:f>
              <c:numCache>
                <c:formatCode>General</c:formatCode>
                <c:ptCount val="401"/>
                <c:pt idx="0">
                  <c:v>1.5882352941176472E-2</c:v>
                </c:pt>
                <c:pt idx="1">
                  <c:v>1.4294117647058823E-2</c:v>
                </c:pt>
                <c:pt idx="2">
                  <c:v>1.564705882352941E-2</c:v>
                </c:pt>
                <c:pt idx="3">
                  <c:v>1.6588235294117647E-2</c:v>
                </c:pt>
                <c:pt idx="4">
                  <c:v>1.5235294117647059E-2</c:v>
                </c:pt>
                <c:pt idx="5">
                  <c:v>1.2823529411764708E-2</c:v>
                </c:pt>
                <c:pt idx="6">
                  <c:v>1.247058823529412E-2</c:v>
                </c:pt>
                <c:pt idx="7">
                  <c:v>1.2294117647058825E-2</c:v>
                </c:pt>
                <c:pt idx="8">
                  <c:v>1.1176470588235296E-2</c:v>
                </c:pt>
                <c:pt idx="9">
                  <c:v>9.6470588235294114E-3</c:v>
                </c:pt>
                <c:pt idx="10">
                  <c:v>8.5294117647058826E-3</c:v>
                </c:pt>
                <c:pt idx="11">
                  <c:v>1.1235294117647062E-2</c:v>
                </c:pt>
                <c:pt idx="12">
                  <c:v>1.2235294117647056E-2</c:v>
                </c:pt>
                <c:pt idx="13">
                  <c:v>1.1235294117647059E-2</c:v>
                </c:pt>
                <c:pt idx="14">
                  <c:v>1.1294117647058823E-2</c:v>
                </c:pt>
                <c:pt idx="15">
                  <c:v>1.1705882352941177E-2</c:v>
                </c:pt>
                <c:pt idx="16">
                  <c:v>1.2529411764705886E-2</c:v>
                </c:pt>
                <c:pt idx="17">
                  <c:v>1.4941176470588236E-2</c:v>
                </c:pt>
                <c:pt idx="18">
                  <c:v>1.3294117647058828E-2</c:v>
                </c:pt>
                <c:pt idx="19">
                  <c:v>1.2882352941176472E-2</c:v>
                </c:pt>
                <c:pt idx="20">
                  <c:v>1.2235294117647063E-2</c:v>
                </c:pt>
                <c:pt idx="21">
                  <c:v>1.347058823529412E-2</c:v>
                </c:pt>
                <c:pt idx="22">
                  <c:v>1.3941176470588235E-2</c:v>
                </c:pt>
                <c:pt idx="23">
                  <c:v>1.4235294117647058E-2</c:v>
                </c:pt>
                <c:pt idx="24">
                  <c:v>1.4764705882352942E-2</c:v>
                </c:pt>
                <c:pt idx="25">
                  <c:v>1.658823529411765E-2</c:v>
                </c:pt>
                <c:pt idx="26">
                  <c:v>1.5352941176470588E-2</c:v>
                </c:pt>
                <c:pt idx="27">
                  <c:v>1.4117647058823528E-2</c:v>
                </c:pt>
                <c:pt idx="28">
                  <c:v>1.3823529411764705E-2</c:v>
                </c:pt>
                <c:pt idx="29">
                  <c:v>1.3058823529411765E-2</c:v>
                </c:pt>
                <c:pt idx="30">
                  <c:v>1.4705882352941176E-2</c:v>
                </c:pt>
                <c:pt idx="31">
                  <c:v>1.4235294117647061E-2</c:v>
                </c:pt>
                <c:pt idx="32">
                  <c:v>1.4294117647058823E-2</c:v>
                </c:pt>
                <c:pt idx="33">
                  <c:v>1.2411764705882355E-2</c:v>
                </c:pt>
                <c:pt idx="34">
                  <c:v>1.1176470588235296E-2</c:v>
                </c:pt>
                <c:pt idx="35">
                  <c:v>1.323529411764706E-2</c:v>
                </c:pt>
                <c:pt idx="36">
                  <c:v>1.4117647058823528E-2</c:v>
                </c:pt>
                <c:pt idx="37">
                  <c:v>1.594117647058824E-2</c:v>
                </c:pt>
                <c:pt idx="38">
                  <c:v>1.3000000000000001E-2</c:v>
                </c:pt>
                <c:pt idx="39">
                  <c:v>1.211764705882353E-2</c:v>
                </c:pt>
                <c:pt idx="40">
                  <c:v>1.2882352941176472E-2</c:v>
                </c:pt>
                <c:pt idx="41">
                  <c:v>1.2176470588235297E-2</c:v>
                </c:pt>
                <c:pt idx="42">
                  <c:v>1.1294117647058824E-2</c:v>
                </c:pt>
                <c:pt idx="43">
                  <c:v>1.1647058823529413E-2</c:v>
                </c:pt>
                <c:pt idx="44">
                  <c:v>1.211764705882353E-2</c:v>
                </c:pt>
                <c:pt idx="45">
                  <c:v>1.2999999999999999E-2</c:v>
                </c:pt>
                <c:pt idx="46">
                  <c:v>1.4941176470588232E-2</c:v>
                </c:pt>
                <c:pt idx="47">
                  <c:v>1.4764705882352942E-2</c:v>
                </c:pt>
                <c:pt idx="48">
                  <c:v>1.335294117647059E-2</c:v>
                </c:pt>
                <c:pt idx="49">
                  <c:v>1.2882352941176472E-2</c:v>
                </c:pt>
                <c:pt idx="50">
                  <c:v>1.5588235294117648E-2</c:v>
                </c:pt>
                <c:pt idx="51">
                  <c:v>1.6941176470588237E-2</c:v>
                </c:pt>
                <c:pt idx="52">
                  <c:v>1.6352941176470594E-2</c:v>
                </c:pt>
                <c:pt idx="53">
                  <c:v>1.4882352941176472E-2</c:v>
                </c:pt>
                <c:pt idx="54">
                  <c:v>1.4117647058823528E-2</c:v>
                </c:pt>
                <c:pt idx="55">
                  <c:v>1.5176470588235291E-2</c:v>
                </c:pt>
                <c:pt idx="56">
                  <c:v>1.3941176470588235E-2</c:v>
                </c:pt>
                <c:pt idx="57">
                  <c:v>1.3823529411764705E-2</c:v>
                </c:pt>
                <c:pt idx="58">
                  <c:v>1.4941176470588232E-2</c:v>
                </c:pt>
                <c:pt idx="59">
                  <c:v>1.417647058823529E-2</c:v>
                </c:pt>
                <c:pt idx="60">
                  <c:v>1.4647058823529412E-2</c:v>
                </c:pt>
                <c:pt idx="61">
                  <c:v>1.5294117647058824E-2</c:v>
                </c:pt>
                <c:pt idx="62">
                  <c:v>1.4470588235294117E-2</c:v>
                </c:pt>
                <c:pt idx="63">
                  <c:v>1.4411764705882353E-2</c:v>
                </c:pt>
                <c:pt idx="64">
                  <c:v>1.5294117647058821E-2</c:v>
                </c:pt>
                <c:pt idx="65">
                  <c:v>1.5941176470588236E-2</c:v>
                </c:pt>
                <c:pt idx="66">
                  <c:v>1.552941176470588E-2</c:v>
                </c:pt>
                <c:pt idx="67">
                  <c:v>1.4823529411764702E-2</c:v>
                </c:pt>
                <c:pt idx="68">
                  <c:v>1.4764705882352938E-2</c:v>
                </c:pt>
                <c:pt idx="69">
                  <c:v>1.4352941176470591E-2</c:v>
                </c:pt>
                <c:pt idx="70">
                  <c:v>1.4882352941176472E-2</c:v>
                </c:pt>
                <c:pt idx="71">
                  <c:v>1.5117647058823529E-2</c:v>
                </c:pt>
                <c:pt idx="72">
                  <c:v>1.5117647058823527E-2</c:v>
                </c:pt>
                <c:pt idx="73">
                  <c:v>1.4823529411764702E-2</c:v>
                </c:pt>
                <c:pt idx="74">
                  <c:v>1.4999999999999998E-2</c:v>
                </c:pt>
                <c:pt idx="75">
                  <c:v>1.7117647058823533E-2</c:v>
                </c:pt>
                <c:pt idx="76">
                  <c:v>1.5882352941176472E-2</c:v>
                </c:pt>
                <c:pt idx="77">
                  <c:v>1.6117647058823528E-2</c:v>
                </c:pt>
                <c:pt idx="78">
                  <c:v>1.564705882352941E-2</c:v>
                </c:pt>
                <c:pt idx="79">
                  <c:v>1.5470588235294118E-2</c:v>
                </c:pt>
                <c:pt idx="80">
                  <c:v>1.5058823529411765E-2</c:v>
                </c:pt>
                <c:pt idx="81">
                  <c:v>1.5882352941176469E-2</c:v>
                </c:pt>
                <c:pt idx="82">
                  <c:v>1.5764705882352941E-2</c:v>
                </c:pt>
                <c:pt idx="83">
                  <c:v>1.5176470588235295E-2</c:v>
                </c:pt>
                <c:pt idx="84">
                  <c:v>1.4647058823529412E-2</c:v>
                </c:pt>
                <c:pt idx="85">
                  <c:v>1.5176470588235295E-2</c:v>
                </c:pt>
                <c:pt idx="86">
                  <c:v>1.4999999999999999E-2</c:v>
                </c:pt>
                <c:pt idx="87">
                  <c:v>1.4823529411764706E-2</c:v>
                </c:pt>
                <c:pt idx="88">
                  <c:v>1.4294117647058823E-2</c:v>
                </c:pt>
                <c:pt idx="89">
                  <c:v>1.4352941176470587E-2</c:v>
                </c:pt>
                <c:pt idx="90">
                  <c:v>1.3823529411764705E-2</c:v>
                </c:pt>
                <c:pt idx="91">
                  <c:v>1.3999999999999999E-2</c:v>
                </c:pt>
                <c:pt idx="92">
                  <c:v>1.3058823529411763E-2</c:v>
                </c:pt>
                <c:pt idx="93">
                  <c:v>1.3058823529411763E-2</c:v>
                </c:pt>
                <c:pt idx="94">
                  <c:v>1.335294117647059E-2</c:v>
                </c:pt>
                <c:pt idx="95">
                  <c:v>1.3705882352941179E-2</c:v>
                </c:pt>
                <c:pt idx="96">
                  <c:v>1.3764705882352941E-2</c:v>
                </c:pt>
                <c:pt idx="97">
                  <c:v>1.4058823529411764E-2</c:v>
                </c:pt>
                <c:pt idx="98">
                  <c:v>1.3823529411764705E-2</c:v>
                </c:pt>
                <c:pt idx="99">
                  <c:v>1.3823529411764705E-2</c:v>
                </c:pt>
                <c:pt idx="100">
                  <c:v>1.4235294117647058E-2</c:v>
                </c:pt>
                <c:pt idx="101">
                  <c:v>1.2764705882352942E-2</c:v>
                </c:pt>
                <c:pt idx="102">
                  <c:v>1.2764705882352942E-2</c:v>
                </c:pt>
                <c:pt idx="103">
                  <c:v>1.3470588235294116E-2</c:v>
                </c:pt>
                <c:pt idx="104">
                  <c:v>1.3176470588235293E-2</c:v>
                </c:pt>
                <c:pt idx="105">
                  <c:v>1.2529411764705884E-2</c:v>
                </c:pt>
                <c:pt idx="106">
                  <c:v>1.2705882352941178E-2</c:v>
                </c:pt>
                <c:pt idx="107">
                  <c:v>1.2294117647058825E-2</c:v>
                </c:pt>
                <c:pt idx="108">
                  <c:v>1.211764705882353E-2</c:v>
                </c:pt>
                <c:pt idx="109">
                  <c:v>1.3000000000000001E-2</c:v>
                </c:pt>
                <c:pt idx="110">
                  <c:v>1.2058823529411766E-2</c:v>
                </c:pt>
                <c:pt idx="111">
                  <c:v>1.2470588235294119E-2</c:v>
                </c:pt>
                <c:pt idx="112">
                  <c:v>1.1411764705882356E-2</c:v>
                </c:pt>
                <c:pt idx="113">
                  <c:v>1.1647058823529413E-2</c:v>
                </c:pt>
                <c:pt idx="114">
                  <c:v>1.2176470588235296E-2</c:v>
                </c:pt>
                <c:pt idx="115">
                  <c:v>1.1941176470588238E-2</c:v>
                </c:pt>
                <c:pt idx="116">
                  <c:v>1.2529411764705884E-2</c:v>
                </c:pt>
                <c:pt idx="117">
                  <c:v>1.1294117647058824E-2</c:v>
                </c:pt>
                <c:pt idx="118">
                  <c:v>1.1235294117647062E-2</c:v>
                </c:pt>
                <c:pt idx="119">
                  <c:v>1.0823529411764709E-2</c:v>
                </c:pt>
                <c:pt idx="120">
                  <c:v>1.0411764705882356E-2</c:v>
                </c:pt>
                <c:pt idx="121">
                  <c:v>1.0352941176470589E-2</c:v>
                </c:pt>
                <c:pt idx="122">
                  <c:v>9.8823529411764706E-3</c:v>
                </c:pt>
                <c:pt idx="123">
                  <c:v>1.0647058823529412E-2</c:v>
                </c:pt>
                <c:pt idx="124">
                  <c:v>1.0823529411764709E-2</c:v>
                </c:pt>
                <c:pt idx="125">
                  <c:v>1.0882352941176471E-2</c:v>
                </c:pt>
                <c:pt idx="126">
                  <c:v>1.1294117647058824E-2</c:v>
                </c:pt>
                <c:pt idx="127">
                  <c:v>1.047058823529412E-2</c:v>
                </c:pt>
                <c:pt idx="128">
                  <c:v>1.0352941176470589E-2</c:v>
                </c:pt>
                <c:pt idx="129">
                  <c:v>9.5882352941176491E-3</c:v>
                </c:pt>
                <c:pt idx="130">
                  <c:v>1.0000000000000002E-2</c:v>
                </c:pt>
                <c:pt idx="131">
                  <c:v>9.7058823529411788E-3</c:v>
                </c:pt>
                <c:pt idx="132">
                  <c:v>9.2352941176470603E-3</c:v>
                </c:pt>
                <c:pt idx="133">
                  <c:v>9.5882352941176491E-3</c:v>
                </c:pt>
                <c:pt idx="134">
                  <c:v>1.0176470588235297E-2</c:v>
                </c:pt>
                <c:pt idx="135">
                  <c:v>1.0058823529411768E-2</c:v>
                </c:pt>
                <c:pt idx="136">
                  <c:v>1.0294117647058827E-2</c:v>
                </c:pt>
                <c:pt idx="137">
                  <c:v>1.0352941176470591E-2</c:v>
                </c:pt>
                <c:pt idx="138">
                  <c:v>9.7647058823529427E-3</c:v>
                </c:pt>
                <c:pt idx="139">
                  <c:v>9.5294117647058835E-3</c:v>
                </c:pt>
                <c:pt idx="140">
                  <c:v>9.1176470588235307E-3</c:v>
                </c:pt>
                <c:pt idx="141">
                  <c:v>9.294117647058826E-3</c:v>
                </c:pt>
                <c:pt idx="142">
                  <c:v>9.5294117647058835E-3</c:v>
                </c:pt>
                <c:pt idx="143">
                  <c:v>9.0000000000000011E-3</c:v>
                </c:pt>
                <c:pt idx="144">
                  <c:v>9.0588235294117667E-3</c:v>
                </c:pt>
                <c:pt idx="145">
                  <c:v>9.1764705882352963E-3</c:v>
                </c:pt>
                <c:pt idx="146">
                  <c:v>8.7058823529411779E-3</c:v>
                </c:pt>
                <c:pt idx="147">
                  <c:v>8.0588235294117658E-3</c:v>
                </c:pt>
                <c:pt idx="148">
                  <c:v>8.2941176470588268E-3</c:v>
                </c:pt>
                <c:pt idx="149">
                  <c:v>8.5294117647058826E-3</c:v>
                </c:pt>
                <c:pt idx="150">
                  <c:v>8.4705882352941186E-3</c:v>
                </c:pt>
                <c:pt idx="151">
                  <c:v>8.0000000000000002E-3</c:v>
                </c:pt>
                <c:pt idx="152">
                  <c:v>7.941176470588238E-3</c:v>
                </c:pt>
                <c:pt idx="153">
                  <c:v>8.1176470588235315E-3</c:v>
                </c:pt>
                <c:pt idx="154">
                  <c:v>7.8823529411764705E-3</c:v>
                </c:pt>
                <c:pt idx="155">
                  <c:v>7.7647058823529435E-3</c:v>
                </c:pt>
                <c:pt idx="156">
                  <c:v>8.0000000000000019E-3</c:v>
                </c:pt>
                <c:pt idx="157">
                  <c:v>7.7058823529411787E-3</c:v>
                </c:pt>
                <c:pt idx="158">
                  <c:v>7.7058823529411787E-3</c:v>
                </c:pt>
                <c:pt idx="159">
                  <c:v>7.5294117647058843E-3</c:v>
                </c:pt>
                <c:pt idx="160">
                  <c:v>8.0588235294117658E-3</c:v>
                </c:pt>
                <c:pt idx="161">
                  <c:v>8.1176470588235298E-3</c:v>
                </c:pt>
                <c:pt idx="162">
                  <c:v>7.7058823529411787E-3</c:v>
                </c:pt>
                <c:pt idx="163">
                  <c:v>8.0000000000000019E-3</c:v>
                </c:pt>
                <c:pt idx="164">
                  <c:v>7.941176470588238E-3</c:v>
                </c:pt>
                <c:pt idx="165">
                  <c:v>8.0000000000000019E-3</c:v>
                </c:pt>
                <c:pt idx="166">
                  <c:v>7.4705882352941195E-3</c:v>
                </c:pt>
                <c:pt idx="167">
                  <c:v>7.7058823529411787E-3</c:v>
                </c:pt>
                <c:pt idx="168">
                  <c:v>7.8235294117647083E-3</c:v>
                </c:pt>
                <c:pt idx="169">
                  <c:v>8.0588235294117676E-3</c:v>
                </c:pt>
                <c:pt idx="170">
                  <c:v>7.7647058823529435E-3</c:v>
                </c:pt>
                <c:pt idx="171">
                  <c:v>7.5882352941176474E-3</c:v>
                </c:pt>
                <c:pt idx="172">
                  <c:v>7.7647058823529435E-3</c:v>
                </c:pt>
                <c:pt idx="173">
                  <c:v>7.5882352941176456E-3</c:v>
                </c:pt>
                <c:pt idx="174">
                  <c:v>7.6470588235294122E-3</c:v>
                </c:pt>
                <c:pt idx="175">
                  <c:v>7.705882352941177E-3</c:v>
                </c:pt>
                <c:pt idx="176">
                  <c:v>7.941176470588238E-3</c:v>
                </c:pt>
                <c:pt idx="177">
                  <c:v>8.4117647058823547E-3</c:v>
                </c:pt>
                <c:pt idx="178">
                  <c:v>8.7058823529411779E-3</c:v>
                </c:pt>
                <c:pt idx="179">
                  <c:v>7.5882352941176474E-3</c:v>
                </c:pt>
                <c:pt idx="180">
                  <c:v>7.5294117647058826E-3</c:v>
                </c:pt>
                <c:pt idx="181">
                  <c:v>7.2941176470588233E-3</c:v>
                </c:pt>
                <c:pt idx="182">
                  <c:v>7.1176470588235289E-3</c:v>
                </c:pt>
                <c:pt idx="183">
                  <c:v>7.5294117647058808E-3</c:v>
                </c:pt>
                <c:pt idx="184">
                  <c:v>7.8823529411764705E-3</c:v>
                </c:pt>
                <c:pt idx="185">
                  <c:v>7.4705882352941195E-3</c:v>
                </c:pt>
                <c:pt idx="186">
                  <c:v>7.6470588235294139E-3</c:v>
                </c:pt>
                <c:pt idx="187">
                  <c:v>8.0588235294117676E-3</c:v>
                </c:pt>
                <c:pt idx="188">
                  <c:v>8.0000000000000002E-3</c:v>
                </c:pt>
                <c:pt idx="189">
                  <c:v>7.8235294117647083E-3</c:v>
                </c:pt>
                <c:pt idx="190">
                  <c:v>7.6470588235294139E-3</c:v>
                </c:pt>
                <c:pt idx="191">
                  <c:v>7.7647058823529435E-3</c:v>
                </c:pt>
                <c:pt idx="192">
                  <c:v>7.8235294117647083E-3</c:v>
                </c:pt>
                <c:pt idx="193">
                  <c:v>8.1176470588235298E-3</c:v>
                </c:pt>
                <c:pt idx="194">
                  <c:v>8.1764705882352955E-3</c:v>
                </c:pt>
                <c:pt idx="195">
                  <c:v>8.0000000000000002E-3</c:v>
                </c:pt>
                <c:pt idx="196">
                  <c:v>8.0000000000000019E-3</c:v>
                </c:pt>
                <c:pt idx="197">
                  <c:v>8.2352941176470594E-3</c:v>
                </c:pt>
                <c:pt idx="198">
                  <c:v>8.4705882352941186E-3</c:v>
                </c:pt>
                <c:pt idx="199">
                  <c:v>8.4117647058823547E-3</c:v>
                </c:pt>
                <c:pt idx="200">
                  <c:v>7.5882352941176491E-3</c:v>
                </c:pt>
                <c:pt idx="201">
                  <c:v>7.6470588235294122E-3</c:v>
                </c:pt>
                <c:pt idx="202">
                  <c:v>7.4705882352941178E-3</c:v>
                </c:pt>
                <c:pt idx="203">
                  <c:v>7.5294117647058826E-3</c:v>
                </c:pt>
                <c:pt idx="204">
                  <c:v>7.3529411764705881E-3</c:v>
                </c:pt>
                <c:pt idx="205">
                  <c:v>8.1176470588235298E-3</c:v>
                </c:pt>
                <c:pt idx="206">
                  <c:v>8.4705882352941186E-3</c:v>
                </c:pt>
                <c:pt idx="207">
                  <c:v>8.4117647058823547E-3</c:v>
                </c:pt>
                <c:pt idx="208">
                  <c:v>7.7647058823529418E-3</c:v>
                </c:pt>
                <c:pt idx="209">
                  <c:v>7.3529411764705881E-3</c:v>
                </c:pt>
                <c:pt idx="210">
                  <c:v>7.8235294117647066E-3</c:v>
                </c:pt>
                <c:pt idx="211">
                  <c:v>7.8235294117647083E-3</c:v>
                </c:pt>
                <c:pt idx="212">
                  <c:v>7.9411764705882362E-3</c:v>
                </c:pt>
                <c:pt idx="213">
                  <c:v>7.9999999999999984E-3</c:v>
                </c:pt>
                <c:pt idx="214">
                  <c:v>8.5882352941176483E-3</c:v>
                </c:pt>
                <c:pt idx="215">
                  <c:v>9.0000000000000011E-3</c:v>
                </c:pt>
                <c:pt idx="216">
                  <c:v>8.4705882352941186E-3</c:v>
                </c:pt>
                <c:pt idx="217">
                  <c:v>8.1176470588235298E-3</c:v>
                </c:pt>
                <c:pt idx="218">
                  <c:v>7.5294117647058808E-3</c:v>
                </c:pt>
                <c:pt idx="219">
                  <c:v>7.4705882352941178E-3</c:v>
                </c:pt>
                <c:pt idx="220">
                  <c:v>7.4705882352941195E-3</c:v>
                </c:pt>
                <c:pt idx="221">
                  <c:v>8.352941176470589E-3</c:v>
                </c:pt>
                <c:pt idx="222">
                  <c:v>8.5882352941176483E-3</c:v>
                </c:pt>
                <c:pt idx="223">
                  <c:v>8.5882352941176483E-3</c:v>
                </c:pt>
                <c:pt idx="224">
                  <c:v>8.4705882352941186E-3</c:v>
                </c:pt>
                <c:pt idx="225">
                  <c:v>8.1764705882352955E-3</c:v>
                </c:pt>
                <c:pt idx="226">
                  <c:v>7.9411764705882362E-3</c:v>
                </c:pt>
                <c:pt idx="227">
                  <c:v>7.7647058823529418E-3</c:v>
                </c:pt>
                <c:pt idx="228">
                  <c:v>8.5294117647058826E-3</c:v>
                </c:pt>
                <c:pt idx="229">
                  <c:v>8.7058823529411779E-3</c:v>
                </c:pt>
                <c:pt idx="230">
                  <c:v>8.1176470588235298E-3</c:v>
                </c:pt>
                <c:pt idx="231">
                  <c:v>7.6470588235294122E-3</c:v>
                </c:pt>
                <c:pt idx="232">
                  <c:v>8.0000000000000002E-3</c:v>
                </c:pt>
                <c:pt idx="233">
                  <c:v>8.7647058823529418E-3</c:v>
                </c:pt>
                <c:pt idx="234">
                  <c:v>8.4117647058823547E-3</c:v>
                </c:pt>
                <c:pt idx="235">
                  <c:v>8.0588235294117658E-3</c:v>
                </c:pt>
                <c:pt idx="236">
                  <c:v>8.4117647058823547E-3</c:v>
                </c:pt>
                <c:pt idx="237">
                  <c:v>8.4705882352941186E-3</c:v>
                </c:pt>
                <c:pt idx="238">
                  <c:v>8.1176470588235281E-3</c:v>
                </c:pt>
                <c:pt idx="239">
                  <c:v>7.8235294117647066E-3</c:v>
                </c:pt>
                <c:pt idx="240">
                  <c:v>7.470588235294116E-3</c:v>
                </c:pt>
                <c:pt idx="241">
                  <c:v>7.4117647058823512E-3</c:v>
                </c:pt>
                <c:pt idx="242">
                  <c:v>8.0588235294117658E-3</c:v>
                </c:pt>
                <c:pt idx="243">
                  <c:v>7.9411764705882362E-3</c:v>
                </c:pt>
                <c:pt idx="244">
                  <c:v>8.352941176470589E-3</c:v>
                </c:pt>
                <c:pt idx="245">
                  <c:v>8.2941176470588251E-3</c:v>
                </c:pt>
                <c:pt idx="246">
                  <c:v>8.0588235294117658E-3</c:v>
                </c:pt>
                <c:pt idx="247">
                  <c:v>8.2352941176470594E-3</c:v>
                </c:pt>
                <c:pt idx="248">
                  <c:v>7.4117647058823529E-3</c:v>
                </c:pt>
                <c:pt idx="249">
                  <c:v>7.5294117647058826E-3</c:v>
                </c:pt>
                <c:pt idx="250">
                  <c:v>7.705882352941177E-3</c:v>
                </c:pt>
                <c:pt idx="251">
                  <c:v>8.0000000000000002E-3</c:v>
                </c:pt>
                <c:pt idx="252">
                  <c:v>8.1764705882352955E-3</c:v>
                </c:pt>
                <c:pt idx="253">
                  <c:v>8.7058823529411779E-3</c:v>
                </c:pt>
                <c:pt idx="254">
                  <c:v>8.8235294117647075E-3</c:v>
                </c:pt>
                <c:pt idx="255">
                  <c:v>8.4117647058823547E-3</c:v>
                </c:pt>
                <c:pt idx="256">
                  <c:v>7.9411764705882362E-3</c:v>
                </c:pt>
                <c:pt idx="257">
                  <c:v>7.9411764705882362E-3</c:v>
                </c:pt>
                <c:pt idx="258">
                  <c:v>8.1176470588235298E-3</c:v>
                </c:pt>
                <c:pt idx="259">
                  <c:v>8.1764705882352955E-3</c:v>
                </c:pt>
                <c:pt idx="260">
                  <c:v>8.7647058823529418E-3</c:v>
                </c:pt>
                <c:pt idx="261">
                  <c:v>8.8235294117647075E-3</c:v>
                </c:pt>
                <c:pt idx="262">
                  <c:v>9.0000000000000011E-3</c:v>
                </c:pt>
                <c:pt idx="263">
                  <c:v>8.9411764705882371E-3</c:v>
                </c:pt>
                <c:pt idx="264">
                  <c:v>8.9411764705882371E-3</c:v>
                </c:pt>
                <c:pt idx="265">
                  <c:v>8.1176470588235298E-3</c:v>
                </c:pt>
                <c:pt idx="266">
                  <c:v>7.8235294117647083E-3</c:v>
                </c:pt>
                <c:pt idx="267">
                  <c:v>8.1176470588235298E-3</c:v>
                </c:pt>
                <c:pt idx="268">
                  <c:v>7.9411764705882362E-3</c:v>
                </c:pt>
                <c:pt idx="269">
                  <c:v>8.8235294117647075E-3</c:v>
                </c:pt>
                <c:pt idx="270">
                  <c:v>8.2941176470588251E-3</c:v>
                </c:pt>
                <c:pt idx="271">
                  <c:v>8.8235294117647075E-3</c:v>
                </c:pt>
                <c:pt idx="272">
                  <c:v>7.9411764705882362E-3</c:v>
                </c:pt>
                <c:pt idx="273">
                  <c:v>7.7058823529411753E-3</c:v>
                </c:pt>
                <c:pt idx="274">
                  <c:v>8.2941176470588251E-3</c:v>
                </c:pt>
                <c:pt idx="275">
                  <c:v>7.7647058823529418E-3</c:v>
                </c:pt>
                <c:pt idx="276">
                  <c:v>7.9411764705882362E-3</c:v>
                </c:pt>
                <c:pt idx="277">
                  <c:v>7.3529411764705881E-3</c:v>
                </c:pt>
                <c:pt idx="278">
                  <c:v>7.5882352941176474E-3</c:v>
                </c:pt>
                <c:pt idx="279">
                  <c:v>8.4705882352941186E-3</c:v>
                </c:pt>
                <c:pt idx="280">
                  <c:v>8.2941176470588251E-3</c:v>
                </c:pt>
                <c:pt idx="281">
                  <c:v>8.2352941176470594E-3</c:v>
                </c:pt>
                <c:pt idx="282">
                  <c:v>7.8823529411764705E-3</c:v>
                </c:pt>
                <c:pt idx="283">
                  <c:v>8.2941176470588268E-3</c:v>
                </c:pt>
                <c:pt idx="284">
                  <c:v>8.5294117647058826E-3</c:v>
                </c:pt>
                <c:pt idx="285">
                  <c:v>8.1176470588235281E-3</c:v>
                </c:pt>
                <c:pt idx="286">
                  <c:v>8.0588235294117641E-3</c:v>
                </c:pt>
                <c:pt idx="287">
                  <c:v>8.352941176470589E-3</c:v>
                </c:pt>
                <c:pt idx="288">
                  <c:v>8.6470588235294122E-3</c:v>
                </c:pt>
                <c:pt idx="289">
                  <c:v>8.7647058823529418E-3</c:v>
                </c:pt>
                <c:pt idx="290">
                  <c:v>9.1764705882352963E-3</c:v>
                </c:pt>
                <c:pt idx="291">
                  <c:v>8.9411764705882371E-3</c:v>
                </c:pt>
                <c:pt idx="292">
                  <c:v>9.1764705882352963E-3</c:v>
                </c:pt>
                <c:pt idx="293">
                  <c:v>8.8823529411764714E-3</c:v>
                </c:pt>
                <c:pt idx="294">
                  <c:v>9.1764705882352963E-3</c:v>
                </c:pt>
                <c:pt idx="295">
                  <c:v>9.7647058823529427E-3</c:v>
                </c:pt>
                <c:pt idx="296">
                  <c:v>8.7058823529411779E-3</c:v>
                </c:pt>
                <c:pt idx="297">
                  <c:v>9.1764705882352963E-3</c:v>
                </c:pt>
                <c:pt idx="298">
                  <c:v>9.5882352941176491E-3</c:v>
                </c:pt>
                <c:pt idx="299">
                  <c:v>8.411764705882353E-3</c:v>
                </c:pt>
                <c:pt idx="300">
                  <c:v>9.0000000000000011E-3</c:v>
                </c:pt>
                <c:pt idx="301">
                  <c:v>9.2941176470588242E-3</c:v>
                </c:pt>
                <c:pt idx="302">
                  <c:v>9.1764705882352963E-3</c:v>
                </c:pt>
                <c:pt idx="303">
                  <c:v>9.2352941176470603E-3</c:v>
                </c:pt>
                <c:pt idx="304">
                  <c:v>9.1764705882352963E-3</c:v>
                </c:pt>
                <c:pt idx="305">
                  <c:v>9.6470588235294131E-3</c:v>
                </c:pt>
                <c:pt idx="306">
                  <c:v>9.4705882352941195E-3</c:v>
                </c:pt>
                <c:pt idx="307">
                  <c:v>9.7058823529411788E-3</c:v>
                </c:pt>
                <c:pt idx="308">
                  <c:v>9.941176470588238E-3</c:v>
                </c:pt>
                <c:pt idx="309">
                  <c:v>1.0235294117647059E-2</c:v>
                </c:pt>
                <c:pt idx="310">
                  <c:v>9.294117647058826E-3</c:v>
                </c:pt>
                <c:pt idx="311">
                  <c:v>9.5294117647058835E-3</c:v>
                </c:pt>
                <c:pt idx="312">
                  <c:v>8.4117647058823547E-3</c:v>
                </c:pt>
                <c:pt idx="313">
                  <c:v>8.4705882352941186E-3</c:v>
                </c:pt>
                <c:pt idx="314">
                  <c:v>8.9411764705882354E-3</c:v>
                </c:pt>
                <c:pt idx="315">
                  <c:v>8.4705882352941169E-3</c:v>
                </c:pt>
                <c:pt idx="316">
                  <c:v>8.5882352941176465E-3</c:v>
                </c:pt>
                <c:pt idx="317">
                  <c:v>8.3529411764705908E-3</c:v>
                </c:pt>
                <c:pt idx="318">
                  <c:v>9.1764705882352963E-3</c:v>
                </c:pt>
                <c:pt idx="319">
                  <c:v>8.2352941176470577E-3</c:v>
                </c:pt>
                <c:pt idx="320">
                  <c:v>8.0588235294117658E-3</c:v>
                </c:pt>
                <c:pt idx="321">
                  <c:v>8.4705882352941169E-3</c:v>
                </c:pt>
                <c:pt idx="322">
                  <c:v>8.5882352941176465E-3</c:v>
                </c:pt>
                <c:pt idx="323">
                  <c:v>8.7647058823529418E-3</c:v>
                </c:pt>
                <c:pt idx="324">
                  <c:v>8.5882352941176483E-3</c:v>
                </c:pt>
                <c:pt idx="325">
                  <c:v>9.0588235294117667E-3</c:v>
                </c:pt>
                <c:pt idx="326">
                  <c:v>9.5294117647058835E-3</c:v>
                </c:pt>
                <c:pt idx="327">
                  <c:v>9.8235294117647084E-3</c:v>
                </c:pt>
                <c:pt idx="328">
                  <c:v>9.5294117647058835E-3</c:v>
                </c:pt>
                <c:pt idx="329">
                  <c:v>9.1176470588235307E-3</c:v>
                </c:pt>
                <c:pt idx="330">
                  <c:v>1.0058823529411769E-2</c:v>
                </c:pt>
                <c:pt idx="331">
                  <c:v>8.4705882352941169E-3</c:v>
                </c:pt>
                <c:pt idx="332">
                  <c:v>8.5294117647058826E-3</c:v>
                </c:pt>
                <c:pt idx="333">
                  <c:v>9.2352941176470586E-3</c:v>
                </c:pt>
                <c:pt idx="334">
                  <c:v>1.0117647058823532E-2</c:v>
                </c:pt>
                <c:pt idx="335">
                  <c:v>9.8823529411764723E-3</c:v>
                </c:pt>
                <c:pt idx="336">
                  <c:v>1.0294117647058827E-2</c:v>
                </c:pt>
                <c:pt idx="337">
                  <c:v>1.0352941176470591E-2</c:v>
                </c:pt>
                <c:pt idx="338">
                  <c:v>1.0117647058823532E-2</c:v>
                </c:pt>
                <c:pt idx="339">
                  <c:v>1.0176470588235297E-2</c:v>
                </c:pt>
                <c:pt idx="340">
                  <c:v>8.8823529411764714E-3</c:v>
                </c:pt>
                <c:pt idx="341">
                  <c:v>9.2941176470588242E-3</c:v>
                </c:pt>
                <c:pt idx="342">
                  <c:v>9.8235294117647084E-3</c:v>
                </c:pt>
                <c:pt idx="343">
                  <c:v>8.8823529411764714E-3</c:v>
                </c:pt>
                <c:pt idx="344">
                  <c:v>9.0000000000000011E-3</c:v>
                </c:pt>
                <c:pt idx="345">
                  <c:v>8.1764705882352955E-3</c:v>
                </c:pt>
                <c:pt idx="346">
                  <c:v>1.0058823529411768E-2</c:v>
                </c:pt>
                <c:pt idx="347">
                  <c:v>9.4705882352941195E-3</c:v>
                </c:pt>
                <c:pt idx="348">
                  <c:v>9.3529411764705899E-3</c:v>
                </c:pt>
                <c:pt idx="349">
                  <c:v>9.1176470588235324E-3</c:v>
                </c:pt>
                <c:pt idx="350">
                  <c:v>8.5882352941176483E-3</c:v>
                </c:pt>
                <c:pt idx="351">
                  <c:v>8.8235294117647075E-3</c:v>
                </c:pt>
                <c:pt idx="352">
                  <c:v>1.011764705882353E-2</c:v>
                </c:pt>
                <c:pt idx="353">
                  <c:v>1.0058823529411768E-2</c:v>
                </c:pt>
                <c:pt idx="354">
                  <c:v>1.0529411764705884E-2</c:v>
                </c:pt>
                <c:pt idx="355">
                  <c:v>1.070588235294118E-2</c:v>
                </c:pt>
                <c:pt idx="356">
                  <c:v>9.7647058823529427E-3</c:v>
                </c:pt>
                <c:pt idx="357">
                  <c:v>8.9411764705882371E-3</c:v>
                </c:pt>
                <c:pt idx="358">
                  <c:v>7.2352941176470594E-3</c:v>
                </c:pt>
                <c:pt idx="359">
                  <c:v>7.705882352941177E-3</c:v>
                </c:pt>
                <c:pt idx="360">
                  <c:v>7.9411764705882362E-3</c:v>
                </c:pt>
                <c:pt idx="361">
                  <c:v>9.1764705882352963E-3</c:v>
                </c:pt>
                <c:pt idx="362">
                  <c:v>9.1764705882352981E-3</c:v>
                </c:pt>
                <c:pt idx="363">
                  <c:v>9.3529411764705899E-3</c:v>
                </c:pt>
                <c:pt idx="364">
                  <c:v>9.4117647058823556E-3</c:v>
                </c:pt>
                <c:pt idx="365">
                  <c:v>8.8823529411764714E-3</c:v>
                </c:pt>
                <c:pt idx="366">
                  <c:v>8.4705882352941186E-3</c:v>
                </c:pt>
                <c:pt idx="367">
                  <c:v>9.5294117647058835E-3</c:v>
                </c:pt>
                <c:pt idx="368">
                  <c:v>9.7647058823529427E-3</c:v>
                </c:pt>
                <c:pt idx="369">
                  <c:v>1.0000000000000002E-2</c:v>
                </c:pt>
                <c:pt idx="370">
                  <c:v>9.0588235294117667E-3</c:v>
                </c:pt>
                <c:pt idx="371">
                  <c:v>8.4705882352941186E-3</c:v>
                </c:pt>
                <c:pt idx="372">
                  <c:v>8.5294117647058826E-3</c:v>
                </c:pt>
                <c:pt idx="373">
                  <c:v>1.0117647058823532E-2</c:v>
                </c:pt>
                <c:pt idx="374">
                  <c:v>1.0176470588235297E-2</c:v>
                </c:pt>
                <c:pt idx="375">
                  <c:v>9.4117647058823556E-3</c:v>
                </c:pt>
                <c:pt idx="376">
                  <c:v>8.8235294117647075E-3</c:v>
                </c:pt>
                <c:pt idx="377">
                  <c:v>8.1764705882352937E-3</c:v>
                </c:pt>
                <c:pt idx="378">
                  <c:v>9.1176470588235289E-3</c:v>
                </c:pt>
                <c:pt idx="379">
                  <c:v>9.294117647058826E-3</c:v>
                </c:pt>
                <c:pt idx="380">
                  <c:v>8.5294117647058826E-3</c:v>
                </c:pt>
                <c:pt idx="381">
                  <c:v>9.8823529411764723E-3</c:v>
                </c:pt>
                <c:pt idx="382">
                  <c:v>7.8823529411764723E-3</c:v>
                </c:pt>
                <c:pt idx="383">
                  <c:v>8.4117647058823547E-3</c:v>
                </c:pt>
                <c:pt idx="384">
                  <c:v>7.9411764705882362E-3</c:v>
                </c:pt>
                <c:pt idx="385">
                  <c:v>8.2941176470588251E-3</c:v>
                </c:pt>
                <c:pt idx="386">
                  <c:v>6.8823529411764714E-3</c:v>
                </c:pt>
                <c:pt idx="387">
                  <c:v>6.352941176470589E-3</c:v>
                </c:pt>
                <c:pt idx="388">
                  <c:v>7.000000000000001E-3</c:v>
                </c:pt>
                <c:pt idx="389">
                  <c:v>8.2352941176470594E-3</c:v>
                </c:pt>
                <c:pt idx="390">
                  <c:v>1.076470588235294E-2</c:v>
                </c:pt>
                <c:pt idx="391">
                  <c:v>9.4117647058823556E-3</c:v>
                </c:pt>
                <c:pt idx="392">
                  <c:v>6.8823529411764705E-3</c:v>
                </c:pt>
                <c:pt idx="393">
                  <c:v>6.5882352941176473E-3</c:v>
                </c:pt>
                <c:pt idx="394">
                  <c:v>7.7647058823529435E-3</c:v>
                </c:pt>
                <c:pt idx="395">
                  <c:v>6.7058823529411778E-3</c:v>
                </c:pt>
                <c:pt idx="396">
                  <c:v>7.7647058823529418E-3</c:v>
                </c:pt>
                <c:pt idx="397">
                  <c:v>7.5294117647058808E-3</c:v>
                </c:pt>
                <c:pt idx="398">
                  <c:v>6.8235294117647075E-3</c:v>
                </c:pt>
                <c:pt idx="399">
                  <c:v>9.5882352941176491E-3</c:v>
                </c:pt>
                <c:pt idx="400">
                  <c:v>7.4705882352941178E-3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FB0-40C7-A586-0D5CA1908FA5}"/>
            </c:ext>
          </c:extLst>
        </c:ser>
        <c:ser>
          <c:idx val="1"/>
          <c:order val="1"/>
          <c:tx>
            <c:strRef>
              <c:f>Averages!$C$13</c:f>
              <c:strCache>
                <c:ptCount val="1"/>
                <c:pt idx="0">
                  <c:v>C-Type</c:v>
                </c:pt>
              </c:strCache>
            </c:strRef>
          </c:tx>
          <c:spPr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Averages!$A$14:$A$414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Averages!$C$14:$C$414</c:f>
              <c:numCache>
                <c:formatCode>General</c:formatCode>
                <c:ptCount val="401"/>
                <c:pt idx="0">
                  <c:v>0.37844444444444447</c:v>
                </c:pt>
                <c:pt idx="1">
                  <c:v>0.38422222222222224</c:v>
                </c:pt>
                <c:pt idx="2">
                  <c:v>0.3723333333333334</c:v>
                </c:pt>
                <c:pt idx="3">
                  <c:v>0.36911111111111117</c:v>
                </c:pt>
                <c:pt idx="4">
                  <c:v>0.37522222222222223</c:v>
                </c:pt>
                <c:pt idx="5">
                  <c:v>0.37522222222222223</c:v>
                </c:pt>
                <c:pt idx="6">
                  <c:v>0.37444444444444447</c:v>
                </c:pt>
                <c:pt idx="7">
                  <c:v>0.37455555555555553</c:v>
                </c:pt>
                <c:pt idx="8">
                  <c:v>0.36422222222222222</c:v>
                </c:pt>
                <c:pt idx="9">
                  <c:v>0.3673333333333334</c:v>
                </c:pt>
                <c:pt idx="10">
                  <c:v>0.36611111111111105</c:v>
                </c:pt>
                <c:pt idx="11">
                  <c:v>0.36666666666666664</c:v>
                </c:pt>
                <c:pt idx="12">
                  <c:v>0.37188888888888894</c:v>
                </c:pt>
                <c:pt idx="13">
                  <c:v>0.36922222222222228</c:v>
                </c:pt>
                <c:pt idx="14">
                  <c:v>0.36788888888888888</c:v>
                </c:pt>
                <c:pt idx="15">
                  <c:v>0.36888888888888888</c:v>
                </c:pt>
                <c:pt idx="16">
                  <c:v>0.37133333333333329</c:v>
                </c:pt>
                <c:pt idx="17">
                  <c:v>0.37322222222222229</c:v>
                </c:pt>
                <c:pt idx="18">
                  <c:v>0.37399999999999994</c:v>
                </c:pt>
                <c:pt idx="19">
                  <c:v>0.37788888888888889</c:v>
                </c:pt>
                <c:pt idx="20">
                  <c:v>0.38177777777777788</c:v>
                </c:pt>
                <c:pt idx="21">
                  <c:v>0.37844444444444447</c:v>
                </c:pt>
                <c:pt idx="22">
                  <c:v>0.37866666666666671</c:v>
                </c:pt>
                <c:pt idx="23">
                  <c:v>0.3803333333333333</c:v>
                </c:pt>
                <c:pt idx="24">
                  <c:v>0.38822222222222219</c:v>
                </c:pt>
                <c:pt idx="25">
                  <c:v>0.38699999999999996</c:v>
                </c:pt>
                <c:pt idx="26">
                  <c:v>0.38588888888888895</c:v>
                </c:pt>
                <c:pt idx="27">
                  <c:v>0.3866666666666666</c:v>
                </c:pt>
                <c:pt idx="28">
                  <c:v>0.39133333333333331</c:v>
                </c:pt>
                <c:pt idx="29">
                  <c:v>0.39222222222222225</c:v>
                </c:pt>
                <c:pt idx="30">
                  <c:v>0.3958888888888889</c:v>
                </c:pt>
                <c:pt idx="31">
                  <c:v>0.39777777777777779</c:v>
                </c:pt>
                <c:pt idx="32">
                  <c:v>0.39977777777777773</c:v>
                </c:pt>
                <c:pt idx="33">
                  <c:v>0.39788888888888885</c:v>
                </c:pt>
                <c:pt idx="34">
                  <c:v>0.40211111111111109</c:v>
                </c:pt>
                <c:pt idx="35">
                  <c:v>0.40377777777777779</c:v>
                </c:pt>
                <c:pt idx="36">
                  <c:v>0.40255555555555556</c:v>
                </c:pt>
                <c:pt idx="37">
                  <c:v>0.40344444444444444</c:v>
                </c:pt>
                <c:pt idx="38">
                  <c:v>0.4054444444444445</c:v>
                </c:pt>
                <c:pt idx="39">
                  <c:v>0.40811111111111109</c:v>
                </c:pt>
                <c:pt idx="40">
                  <c:v>0.40733333333333333</c:v>
                </c:pt>
                <c:pt idx="41">
                  <c:v>0.40800000000000008</c:v>
                </c:pt>
                <c:pt idx="42">
                  <c:v>0.41066666666666668</c:v>
                </c:pt>
                <c:pt idx="43">
                  <c:v>0.41111111111111115</c:v>
                </c:pt>
                <c:pt idx="44">
                  <c:v>0.41300000000000003</c:v>
                </c:pt>
                <c:pt idx="45">
                  <c:v>0.41499999999999992</c:v>
                </c:pt>
                <c:pt idx="46">
                  <c:v>0.41288888888888886</c:v>
                </c:pt>
                <c:pt idx="47">
                  <c:v>0.41333333333333333</c:v>
                </c:pt>
                <c:pt idx="48">
                  <c:v>0.4161111111111111</c:v>
                </c:pt>
                <c:pt idx="49">
                  <c:v>0.41722222222222222</c:v>
                </c:pt>
                <c:pt idx="50">
                  <c:v>0.41944444444444445</c:v>
                </c:pt>
                <c:pt idx="51">
                  <c:v>0.41955555555555557</c:v>
                </c:pt>
                <c:pt idx="52">
                  <c:v>0.42055555555555557</c:v>
                </c:pt>
                <c:pt idx="53">
                  <c:v>0.42344444444444451</c:v>
                </c:pt>
                <c:pt idx="54">
                  <c:v>0.42511111111111111</c:v>
                </c:pt>
                <c:pt idx="55">
                  <c:v>0.42477777777777775</c:v>
                </c:pt>
                <c:pt idx="56">
                  <c:v>0.4287777777777777</c:v>
                </c:pt>
                <c:pt idx="57">
                  <c:v>0.42833333333333334</c:v>
                </c:pt>
                <c:pt idx="58">
                  <c:v>0.42611111111111111</c:v>
                </c:pt>
                <c:pt idx="59">
                  <c:v>0.42677777777777781</c:v>
                </c:pt>
                <c:pt idx="60">
                  <c:v>0.42577777777777781</c:v>
                </c:pt>
                <c:pt idx="61">
                  <c:v>0.42677777777777781</c:v>
                </c:pt>
                <c:pt idx="62">
                  <c:v>0.42666666666666664</c:v>
                </c:pt>
                <c:pt idx="63">
                  <c:v>0.4283333333333334</c:v>
                </c:pt>
                <c:pt idx="64">
                  <c:v>0.42688888888888887</c:v>
                </c:pt>
                <c:pt idx="65">
                  <c:v>0.42533333333333334</c:v>
                </c:pt>
                <c:pt idx="66">
                  <c:v>0.42533333333333334</c:v>
                </c:pt>
                <c:pt idx="67">
                  <c:v>0.42277777777777775</c:v>
                </c:pt>
                <c:pt idx="68">
                  <c:v>0.42000000000000004</c:v>
                </c:pt>
                <c:pt idx="69">
                  <c:v>0.41833333333333328</c:v>
                </c:pt>
                <c:pt idx="70">
                  <c:v>0.41933333333333334</c:v>
                </c:pt>
                <c:pt idx="71">
                  <c:v>0.41933333333333339</c:v>
                </c:pt>
                <c:pt idx="72">
                  <c:v>0.41777777777777775</c:v>
                </c:pt>
                <c:pt idx="73">
                  <c:v>0.41799999999999998</c:v>
                </c:pt>
                <c:pt idx="74">
                  <c:v>0.41688888888888892</c:v>
                </c:pt>
                <c:pt idx="75">
                  <c:v>0.41544444444444451</c:v>
                </c:pt>
                <c:pt idx="76">
                  <c:v>0.4161111111111111</c:v>
                </c:pt>
                <c:pt idx="77">
                  <c:v>0.41499999999999998</c:v>
                </c:pt>
                <c:pt idx="78">
                  <c:v>0.41366666666666668</c:v>
                </c:pt>
                <c:pt idx="79">
                  <c:v>0.41533333333333328</c:v>
                </c:pt>
                <c:pt idx="80">
                  <c:v>0.41522222222222216</c:v>
                </c:pt>
                <c:pt idx="81">
                  <c:v>0.41466666666666663</c:v>
                </c:pt>
                <c:pt idx="82">
                  <c:v>0.41333333333333333</c:v>
                </c:pt>
                <c:pt idx="83">
                  <c:v>0.4104444444444445</c:v>
                </c:pt>
                <c:pt idx="84">
                  <c:v>0.40911111111111115</c:v>
                </c:pt>
                <c:pt idx="85">
                  <c:v>0.40922222222222221</c:v>
                </c:pt>
                <c:pt idx="86">
                  <c:v>0.40822222222222221</c:v>
                </c:pt>
                <c:pt idx="87">
                  <c:v>0.4064444444444445</c:v>
                </c:pt>
                <c:pt idx="88">
                  <c:v>0.4035555555555555</c:v>
                </c:pt>
                <c:pt idx="89">
                  <c:v>0.39911111111111103</c:v>
                </c:pt>
                <c:pt idx="90">
                  <c:v>0.39533333333333331</c:v>
                </c:pt>
                <c:pt idx="91">
                  <c:v>0.39211111111111108</c:v>
                </c:pt>
                <c:pt idx="92">
                  <c:v>0.38788888888888884</c:v>
                </c:pt>
                <c:pt idx="93">
                  <c:v>0.38555555555555554</c:v>
                </c:pt>
                <c:pt idx="94">
                  <c:v>0.38011111111111112</c:v>
                </c:pt>
                <c:pt idx="95">
                  <c:v>0.37388888888888894</c:v>
                </c:pt>
                <c:pt idx="96">
                  <c:v>0.36644444444444446</c:v>
                </c:pt>
                <c:pt idx="97">
                  <c:v>0.36155555555555552</c:v>
                </c:pt>
                <c:pt idx="98">
                  <c:v>0.3551111111111111</c:v>
                </c:pt>
                <c:pt idx="99">
                  <c:v>0.34644444444444444</c:v>
                </c:pt>
                <c:pt idx="100">
                  <c:v>0.33933333333333332</c:v>
                </c:pt>
                <c:pt idx="101">
                  <c:v>0.3328888888888889</c:v>
                </c:pt>
                <c:pt idx="102">
                  <c:v>0.3235555555555556</c:v>
                </c:pt>
                <c:pt idx="103">
                  <c:v>0.31222222222222223</c:v>
                </c:pt>
                <c:pt idx="104">
                  <c:v>0.30299999999999999</c:v>
                </c:pt>
                <c:pt idx="105">
                  <c:v>0.2931111111111111</c:v>
                </c:pt>
                <c:pt idx="106">
                  <c:v>0.28400000000000003</c:v>
                </c:pt>
                <c:pt idx="107">
                  <c:v>0.2755555555555555</c:v>
                </c:pt>
                <c:pt idx="108">
                  <c:v>0.26677777777777778</c:v>
                </c:pt>
                <c:pt idx="109">
                  <c:v>0.25811111111111112</c:v>
                </c:pt>
                <c:pt idx="110">
                  <c:v>0.24977777777777777</c:v>
                </c:pt>
                <c:pt idx="111">
                  <c:v>0.24099999999999999</c:v>
                </c:pt>
                <c:pt idx="112">
                  <c:v>0.23255555555555554</c:v>
                </c:pt>
                <c:pt idx="113">
                  <c:v>0.22344444444444445</c:v>
                </c:pt>
                <c:pt idx="114">
                  <c:v>0.21444444444444447</c:v>
                </c:pt>
                <c:pt idx="115">
                  <c:v>0.2062222222222222</c:v>
                </c:pt>
                <c:pt idx="116">
                  <c:v>0.19911111111111113</c:v>
                </c:pt>
                <c:pt idx="117">
                  <c:v>0.18988888888888888</c:v>
                </c:pt>
                <c:pt idx="118">
                  <c:v>0.18222222222222223</c:v>
                </c:pt>
                <c:pt idx="119">
                  <c:v>0.17511111111111111</c:v>
                </c:pt>
                <c:pt idx="120">
                  <c:v>0.16822222222222225</c:v>
                </c:pt>
                <c:pt idx="121">
                  <c:v>0.16022222222222224</c:v>
                </c:pt>
                <c:pt idx="122">
                  <c:v>0.15466666666666665</c:v>
                </c:pt>
                <c:pt idx="123">
                  <c:v>0.1468888888888889</c:v>
                </c:pt>
                <c:pt idx="124">
                  <c:v>0.14033333333333334</c:v>
                </c:pt>
                <c:pt idx="125">
                  <c:v>0.13255555555555557</c:v>
                </c:pt>
                <c:pt idx="126">
                  <c:v>0.12711111111111112</c:v>
                </c:pt>
                <c:pt idx="127">
                  <c:v>0.12055555555555558</c:v>
                </c:pt>
                <c:pt idx="128">
                  <c:v>0.1158888888888889</c:v>
                </c:pt>
                <c:pt idx="129">
                  <c:v>0.10988888888888888</c:v>
                </c:pt>
                <c:pt idx="130">
                  <c:v>0.10555555555555556</c:v>
                </c:pt>
                <c:pt idx="131">
                  <c:v>0.10277777777777777</c:v>
                </c:pt>
                <c:pt idx="132">
                  <c:v>9.7777777777777783E-2</c:v>
                </c:pt>
                <c:pt idx="133">
                  <c:v>9.4444444444444442E-2</c:v>
                </c:pt>
                <c:pt idx="134">
                  <c:v>9.0222222222222218E-2</c:v>
                </c:pt>
                <c:pt idx="135">
                  <c:v>8.6777777777777773E-2</c:v>
                </c:pt>
                <c:pt idx="136">
                  <c:v>8.3666666666666653E-2</c:v>
                </c:pt>
                <c:pt idx="137">
                  <c:v>8.0777777777777768E-2</c:v>
                </c:pt>
                <c:pt idx="138">
                  <c:v>7.7888888888888883E-2</c:v>
                </c:pt>
                <c:pt idx="139">
                  <c:v>7.4999999999999997E-2</c:v>
                </c:pt>
                <c:pt idx="140">
                  <c:v>7.2333333333333319E-2</c:v>
                </c:pt>
                <c:pt idx="141">
                  <c:v>6.8666666666666668E-2</c:v>
                </c:pt>
                <c:pt idx="142">
                  <c:v>6.6777777777777769E-2</c:v>
                </c:pt>
                <c:pt idx="143">
                  <c:v>6.4333333333333326E-2</c:v>
                </c:pt>
                <c:pt idx="144">
                  <c:v>6.1555555555555558E-2</c:v>
                </c:pt>
                <c:pt idx="145">
                  <c:v>5.8666666666666673E-2</c:v>
                </c:pt>
                <c:pt idx="146">
                  <c:v>5.6888888888888892E-2</c:v>
                </c:pt>
                <c:pt idx="147">
                  <c:v>5.4777777777777779E-2</c:v>
                </c:pt>
                <c:pt idx="148">
                  <c:v>5.2444444444444439E-2</c:v>
                </c:pt>
                <c:pt idx="149">
                  <c:v>5.0555555555555548E-2</c:v>
                </c:pt>
                <c:pt idx="150">
                  <c:v>4.8333333333333332E-2</c:v>
                </c:pt>
                <c:pt idx="151">
                  <c:v>4.6555555555555551E-2</c:v>
                </c:pt>
                <c:pt idx="152">
                  <c:v>4.4888888888888888E-2</c:v>
                </c:pt>
                <c:pt idx="153">
                  <c:v>4.2666666666666665E-2</c:v>
                </c:pt>
                <c:pt idx="154">
                  <c:v>4.144444444444445E-2</c:v>
                </c:pt>
                <c:pt idx="155">
                  <c:v>3.977777777777778E-2</c:v>
                </c:pt>
                <c:pt idx="156">
                  <c:v>3.8444444444444448E-2</c:v>
                </c:pt>
                <c:pt idx="157">
                  <c:v>3.7111111111111116E-2</c:v>
                </c:pt>
                <c:pt idx="158">
                  <c:v>3.5666666666666666E-2</c:v>
                </c:pt>
                <c:pt idx="159">
                  <c:v>3.4666666666666665E-2</c:v>
                </c:pt>
                <c:pt idx="160">
                  <c:v>3.333333333333334E-2</c:v>
                </c:pt>
                <c:pt idx="161">
                  <c:v>3.177777777777778E-2</c:v>
                </c:pt>
                <c:pt idx="162">
                  <c:v>3.0333333333333337E-2</c:v>
                </c:pt>
                <c:pt idx="163">
                  <c:v>2.9333333333333336E-2</c:v>
                </c:pt>
                <c:pt idx="164">
                  <c:v>2.8555555555555556E-2</c:v>
                </c:pt>
                <c:pt idx="165">
                  <c:v>2.8333333333333335E-2</c:v>
                </c:pt>
                <c:pt idx="166">
                  <c:v>2.711111111111111E-2</c:v>
                </c:pt>
                <c:pt idx="167">
                  <c:v>2.6666666666666665E-2</c:v>
                </c:pt>
                <c:pt idx="168">
                  <c:v>2.622222222222222E-2</c:v>
                </c:pt>
                <c:pt idx="169">
                  <c:v>2.5999999999999999E-2</c:v>
                </c:pt>
                <c:pt idx="170">
                  <c:v>2.5333333333333333E-2</c:v>
                </c:pt>
                <c:pt idx="171">
                  <c:v>2.5333333333333333E-2</c:v>
                </c:pt>
                <c:pt idx="172">
                  <c:v>2.4444444444444446E-2</c:v>
                </c:pt>
                <c:pt idx="173">
                  <c:v>2.377777777777778E-2</c:v>
                </c:pt>
                <c:pt idx="174">
                  <c:v>2.3111111111111114E-2</c:v>
                </c:pt>
                <c:pt idx="175">
                  <c:v>2.2777777777777779E-2</c:v>
                </c:pt>
                <c:pt idx="176">
                  <c:v>2.2666666666666668E-2</c:v>
                </c:pt>
                <c:pt idx="177">
                  <c:v>2.2000000000000002E-2</c:v>
                </c:pt>
                <c:pt idx="178">
                  <c:v>2.1555555555555557E-2</c:v>
                </c:pt>
                <c:pt idx="179">
                  <c:v>2.1111111111111112E-2</c:v>
                </c:pt>
                <c:pt idx="180">
                  <c:v>2.1555555555555557E-2</c:v>
                </c:pt>
                <c:pt idx="181">
                  <c:v>2.0888888888888887E-2</c:v>
                </c:pt>
                <c:pt idx="182">
                  <c:v>2.0888888888888887E-2</c:v>
                </c:pt>
                <c:pt idx="183">
                  <c:v>2.1666666666666667E-2</c:v>
                </c:pt>
                <c:pt idx="184">
                  <c:v>2.1222222222222222E-2</c:v>
                </c:pt>
                <c:pt idx="185">
                  <c:v>2.0444444444444446E-2</c:v>
                </c:pt>
                <c:pt idx="186">
                  <c:v>2.0222222222222221E-2</c:v>
                </c:pt>
                <c:pt idx="187">
                  <c:v>2.0333333333333332E-2</c:v>
                </c:pt>
                <c:pt idx="188">
                  <c:v>2.0333333333333332E-2</c:v>
                </c:pt>
                <c:pt idx="189">
                  <c:v>1.9666666666666666E-2</c:v>
                </c:pt>
                <c:pt idx="190">
                  <c:v>1.9888888888888887E-2</c:v>
                </c:pt>
                <c:pt idx="191">
                  <c:v>0.02</c:v>
                </c:pt>
                <c:pt idx="192">
                  <c:v>0.02</c:v>
                </c:pt>
                <c:pt idx="193">
                  <c:v>1.9666666666666666E-2</c:v>
                </c:pt>
                <c:pt idx="194">
                  <c:v>1.9555555555555555E-2</c:v>
                </c:pt>
                <c:pt idx="195">
                  <c:v>1.9333333333333331E-2</c:v>
                </c:pt>
                <c:pt idx="196">
                  <c:v>1.911111111111111E-2</c:v>
                </c:pt>
                <c:pt idx="197">
                  <c:v>1.9444444444444445E-2</c:v>
                </c:pt>
                <c:pt idx="198">
                  <c:v>1.9777777777777776E-2</c:v>
                </c:pt>
                <c:pt idx="199">
                  <c:v>2.0111111111111111E-2</c:v>
                </c:pt>
                <c:pt idx="200">
                  <c:v>1.8666666666666665E-2</c:v>
                </c:pt>
                <c:pt idx="201">
                  <c:v>1.8666666666666665E-2</c:v>
                </c:pt>
                <c:pt idx="202">
                  <c:v>1.8555555555555558E-2</c:v>
                </c:pt>
                <c:pt idx="203">
                  <c:v>1.9E-2</c:v>
                </c:pt>
                <c:pt idx="204">
                  <c:v>1.9E-2</c:v>
                </c:pt>
                <c:pt idx="205">
                  <c:v>1.822222222222222E-2</c:v>
                </c:pt>
                <c:pt idx="206">
                  <c:v>1.8111111111111109E-2</c:v>
                </c:pt>
                <c:pt idx="207">
                  <c:v>1.8000000000000002E-2</c:v>
                </c:pt>
                <c:pt idx="208">
                  <c:v>1.7999999999999999E-2</c:v>
                </c:pt>
                <c:pt idx="209">
                  <c:v>1.8555555555555554E-2</c:v>
                </c:pt>
                <c:pt idx="210">
                  <c:v>1.8444444444444444E-2</c:v>
                </c:pt>
                <c:pt idx="211">
                  <c:v>1.8666666666666668E-2</c:v>
                </c:pt>
                <c:pt idx="212">
                  <c:v>1.7444444444444443E-2</c:v>
                </c:pt>
                <c:pt idx="213">
                  <c:v>1.7555555555555557E-2</c:v>
                </c:pt>
                <c:pt idx="214">
                  <c:v>1.8111111111111113E-2</c:v>
                </c:pt>
                <c:pt idx="215">
                  <c:v>1.7111111111111112E-2</c:v>
                </c:pt>
                <c:pt idx="216">
                  <c:v>1.7333333333333333E-2</c:v>
                </c:pt>
                <c:pt idx="217">
                  <c:v>1.7111111111111112E-2</c:v>
                </c:pt>
                <c:pt idx="218">
                  <c:v>1.8666666666666668E-2</c:v>
                </c:pt>
                <c:pt idx="219">
                  <c:v>1.911111111111111E-2</c:v>
                </c:pt>
                <c:pt idx="220">
                  <c:v>1.7777777777777778E-2</c:v>
                </c:pt>
                <c:pt idx="221">
                  <c:v>1.7555555555555557E-2</c:v>
                </c:pt>
                <c:pt idx="222">
                  <c:v>1.8000000000000002E-2</c:v>
                </c:pt>
                <c:pt idx="223">
                  <c:v>1.7555555555555553E-2</c:v>
                </c:pt>
                <c:pt idx="224">
                  <c:v>1.7222222222222222E-2</c:v>
                </c:pt>
                <c:pt idx="225">
                  <c:v>1.8111111111111113E-2</c:v>
                </c:pt>
                <c:pt idx="226">
                  <c:v>1.8444444444444444E-2</c:v>
                </c:pt>
                <c:pt idx="227">
                  <c:v>1.8333333333333333E-2</c:v>
                </c:pt>
                <c:pt idx="228">
                  <c:v>1.7888888888888888E-2</c:v>
                </c:pt>
                <c:pt idx="229">
                  <c:v>1.8111111111111113E-2</c:v>
                </c:pt>
                <c:pt idx="230">
                  <c:v>1.7777777777777778E-2</c:v>
                </c:pt>
                <c:pt idx="231">
                  <c:v>1.7999999999999999E-2</c:v>
                </c:pt>
                <c:pt idx="232">
                  <c:v>1.7555555555555557E-2</c:v>
                </c:pt>
                <c:pt idx="233">
                  <c:v>1.7666666666666667E-2</c:v>
                </c:pt>
                <c:pt idx="234">
                  <c:v>1.8000000000000002E-2</c:v>
                </c:pt>
                <c:pt idx="235">
                  <c:v>1.7666666666666667E-2</c:v>
                </c:pt>
                <c:pt idx="236">
                  <c:v>1.8111111111111113E-2</c:v>
                </c:pt>
                <c:pt idx="237">
                  <c:v>1.7666666666666667E-2</c:v>
                </c:pt>
                <c:pt idx="238">
                  <c:v>1.7555555555555553E-2</c:v>
                </c:pt>
                <c:pt idx="239">
                  <c:v>1.7111111111111112E-2</c:v>
                </c:pt>
                <c:pt idx="240">
                  <c:v>1.8111111111111109E-2</c:v>
                </c:pt>
                <c:pt idx="241">
                  <c:v>1.9333333333333331E-2</c:v>
                </c:pt>
                <c:pt idx="242">
                  <c:v>1.8111111111111109E-2</c:v>
                </c:pt>
                <c:pt idx="243">
                  <c:v>1.7555555555555553E-2</c:v>
                </c:pt>
                <c:pt idx="244">
                  <c:v>1.7555555555555553E-2</c:v>
                </c:pt>
                <c:pt idx="245">
                  <c:v>1.7777777777777778E-2</c:v>
                </c:pt>
                <c:pt idx="246">
                  <c:v>1.7444444444444443E-2</c:v>
                </c:pt>
                <c:pt idx="247">
                  <c:v>1.7666666666666664E-2</c:v>
                </c:pt>
                <c:pt idx="248">
                  <c:v>1.7222222222222222E-2</c:v>
                </c:pt>
                <c:pt idx="249">
                  <c:v>1.8111111111111109E-2</c:v>
                </c:pt>
                <c:pt idx="250">
                  <c:v>1.7222222222222222E-2</c:v>
                </c:pt>
                <c:pt idx="251">
                  <c:v>1.6555555555555559E-2</c:v>
                </c:pt>
                <c:pt idx="252">
                  <c:v>1.7777777777777774E-2</c:v>
                </c:pt>
                <c:pt idx="253">
                  <c:v>1.7555555555555553E-2</c:v>
                </c:pt>
                <c:pt idx="254">
                  <c:v>1.7555555555555553E-2</c:v>
                </c:pt>
                <c:pt idx="255">
                  <c:v>1.6777777777777777E-2</c:v>
                </c:pt>
                <c:pt idx="256">
                  <c:v>1.6888888888888887E-2</c:v>
                </c:pt>
                <c:pt idx="257">
                  <c:v>1.7777777777777778E-2</c:v>
                </c:pt>
                <c:pt idx="258">
                  <c:v>1.6555555555555556E-2</c:v>
                </c:pt>
                <c:pt idx="259">
                  <c:v>1.7222222222222222E-2</c:v>
                </c:pt>
                <c:pt idx="260">
                  <c:v>1.7222222222222222E-2</c:v>
                </c:pt>
                <c:pt idx="261">
                  <c:v>1.7666666666666664E-2</c:v>
                </c:pt>
                <c:pt idx="262">
                  <c:v>1.7555555555555557E-2</c:v>
                </c:pt>
                <c:pt idx="263">
                  <c:v>1.7555555555555557E-2</c:v>
                </c:pt>
                <c:pt idx="264">
                  <c:v>1.7222222222222222E-2</c:v>
                </c:pt>
                <c:pt idx="265">
                  <c:v>1.7888888888888888E-2</c:v>
                </c:pt>
                <c:pt idx="266">
                  <c:v>1.7777777777777774E-2</c:v>
                </c:pt>
                <c:pt idx="267">
                  <c:v>1.7666666666666667E-2</c:v>
                </c:pt>
                <c:pt idx="268">
                  <c:v>1.7555555555555557E-2</c:v>
                </c:pt>
                <c:pt idx="269">
                  <c:v>1.6888888888888887E-2</c:v>
                </c:pt>
                <c:pt idx="270">
                  <c:v>1.6555555555555556E-2</c:v>
                </c:pt>
                <c:pt idx="271">
                  <c:v>1.7444444444444443E-2</c:v>
                </c:pt>
                <c:pt idx="272">
                  <c:v>1.6555555555555556E-2</c:v>
                </c:pt>
                <c:pt idx="273">
                  <c:v>1.5888888888888886E-2</c:v>
                </c:pt>
                <c:pt idx="274">
                  <c:v>1.6777777777777773E-2</c:v>
                </c:pt>
                <c:pt idx="275">
                  <c:v>1.6333333333333335E-2</c:v>
                </c:pt>
                <c:pt idx="276">
                  <c:v>1.6444444444444442E-2</c:v>
                </c:pt>
                <c:pt idx="277">
                  <c:v>1.6666666666666666E-2</c:v>
                </c:pt>
                <c:pt idx="278">
                  <c:v>1.6777777777777777E-2</c:v>
                </c:pt>
                <c:pt idx="279">
                  <c:v>1.6666666666666666E-2</c:v>
                </c:pt>
                <c:pt idx="280">
                  <c:v>1.6888888888888887E-2</c:v>
                </c:pt>
                <c:pt idx="281">
                  <c:v>1.6444444444444442E-2</c:v>
                </c:pt>
                <c:pt idx="282">
                  <c:v>1.6888888888888887E-2</c:v>
                </c:pt>
                <c:pt idx="283">
                  <c:v>1.6555555555555556E-2</c:v>
                </c:pt>
                <c:pt idx="284">
                  <c:v>1.7000000000000001E-2</c:v>
                </c:pt>
                <c:pt idx="285">
                  <c:v>1.6777777777777777E-2</c:v>
                </c:pt>
                <c:pt idx="286">
                  <c:v>1.6777777777777777E-2</c:v>
                </c:pt>
                <c:pt idx="287">
                  <c:v>1.7666666666666667E-2</c:v>
                </c:pt>
                <c:pt idx="288">
                  <c:v>1.7444444444444443E-2</c:v>
                </c:pt>
                <c:pt idx="289">
                  <c:v>1.7444444444444443E-2</c:v>
                </c:pt>
                <c:pt idx="290">
                  <c:v>1.7111111111111112E-2</c:v>
                </c:pt>
                <c:pt idx="291">
                  <c:v>1.7777777777777774E-2</c:v>
                </c:pt>
                <c:pt idx="292">
                  <c:v>1.8111111111111109E-2</c:v>
                </c:pt>
                <c:pt idx="293">
                  <c:v>1.7444444444444446E-2</c:v>
                </c:pt>
                <c:pt idx="294">
                  <c:v>1.8111111111111109E-2</c:v>
                </c:pt>
                <c:pt idx="295">
                  <c:v>1.8888888888888886E-2</c:v>
                </c:pt>
                <c:pt idx="296">
                  <c:v>1.7111111111111112E-2</c:v>
                </c:pt>
                <c:pt idx="297">
                  <c:v>1.822222222222222E-2</c:v>
                </c:pt>
                <c:pt idx="298">
                  <c:v>1.8555555555555554E-2</c:v>
                </c:pt>
                <c:pt idx="299">
                  <c:v>1.7555555555555557E-2</c:v>
                </c:pt>
                <c:pt idx="300">
                  <c:v>1.6222222222222221E-2</c:v>
                </c:pt>
                <c:pt idx="301">
                  <c:v>1.7000000000000001E-2</c:v>
                </c:pt>
                <c:pt idx="302">
                  <c:v>1.7222222222222222E-2</c:v>
                </c:pt>
                <c:pt idx="303">
                  <c:v>1.6777777777777777E-2</c:v>
                </c:pt>
                <c:pt idx="304">
                  <c:v>1.7444444444444443E-2</c:v>
                </c:pt>
                <c:pt idx="305">
                  <c:v>1.8333333333333333E-2</c:v>
                </c:pt>
                <c:pt idx="306">
                  <c:v>1.8888888888888886E-2</c:v>
                </c:pt>
                <c:pt idx="307">
                  <c:v>1.922222222222222E-2</c:v>
                </c:pt>
                <c:pt idx="308">
                  <c:v>1.8666666666666668E-2</c:v>
                </c:pt>
                <c:pt idx="309">
                  <c:v>1.7444444444444443E-2</c:v>
                </c:pt>
                <c:pt idx="310">
                  <c:v>1.7777777777777778E-2</c:v>
                </c:pt>
                <c:pt idx="311">
                  <c:v>1.8777777777777775E-2</c:v>
                </c:pt>
                <c:pt idx="312">
                  <c:v>1.7777777777777778E-2</c:v>
                </c:pt>
                <c:pt idx="313">
                  <c:v>1.8222222222222223E-2</c:v>
                </c:pt>
                <c:pt idx="314">
                  <c:v>1.8111111111111113E-2</c:v>
                </c:pt>
                <c:pt idx="315">
                  <c:v>1.7333333333333333E-2</c:v>
                </c:pt>
                <c:pt idx="316">
                  <c:v>1.8111111111111113E-2</c:v>
                </c:pt>
                <c:pt idx="317">
                  <c:v>1.7333333333333333E-2</c:v>
                </c:pt>
                <c:pt idx="318">
                  <c:v>1.6777777777777777E-2</c:v>
                </c:pt>
                <c:pt idx="319">
                  <c:v>1.7000000000000001E-2</c:v>
                </c:pt>
                <c:pt idx="320">
                  <c:v>1.7777777777777778E-2</c:v>
                </c:pt>
                <c:pt idx="321">
                  <c:v>1.8333333333333333E-2</c:v>
                </c:pt>
                <c:pt idx="322">
                  <c:v>1.7555555555555557E-2</c:v>
                </c:pt>
                <c:pt idx="323">
                  <c:v>1.8000000000000002E-2</c:v>
                </c:pt>
                <c:pt idx="324">
                  <c:v>1.8111111111111113E-2</c:v>
                </c:pt>
                <c:pt idx="325">
                  <c:v>1.8222222222222223E-2</c:v>
                </c:pt>
                <c:pt idx="326">
                  <c:v>1.6444444444444442E-2</c:v>
                </c:pt>
                <c:pt idx="327">
                  <c:v>1.7000000000000001E-2</c:v>
                </c:pt>
                <c:pt idx="328">
                  <c:v>1.6333333333333332E-2</c:v>
                </c:pt>
                <c:pt idx="329">
                  <c:v>1.6222222222222221E-2</c:v>
                </c:pt>
                <c:pt idx="330">
                  <c:v>1.7111111111111108E-2</c:v>
                </c:pt>
                <c:pt idx="331">
                  <c:v>1.7777777777777778E-2</c:v>
                </c:pt>
                <c:pt idx="332">
                  <c:v>1.8111111111111113E-2</c:v>
                </c:pt>
                <c:pt idx="333">
                  <c:v>1.8222222222222223E-2</c:v>
                </c:pt>
                <c:pt idx="334">
                  <c:v>1.7222222222222222E-2</c:v>
                </c:pt>
                <c:pt idx="335">
                  <c:v>1.7333333333333333E-2</c:v>
                </c:pt>
                <c:pt idx="336">
                  <c:v>1.6777777777777777E-2</c:v>
                </c:pt>
                <c:pt idx="337">
                  <c:v>1.6E-2</c:v>
                </c:pt>
                <c:pt idx="338">
                  <c:v>1.7444444444444443E-2</c:v>
                </c:pt>
                <c:pt idx="339">
                  <c:v>1.8888888888888889E-2</c:v>
                </c:pt>
                <c:pt idx="340">
                  <c:v>1.8555555555555558E-2</c:v>
                </c:pt>
                <c:pt idx="341">
                  <c:v>1.7444444444444443E-2</c:v>
                </c:pt>
                <c:pt idx="342">
                  <c:v>1.6777777777777777E-2</c:v>
                </c:pt>
                <c:pt idx="343">
                  <c:v>1.6777777777777777E-2</c:v>
                </c:pt>
                <c:pt idx="344">
                  <c:v>1.5555555555555557E-2</c:v>
                </c:pt>
                <c:pt idx="345">
                  <c:v>1.5777777777777779E-2</c:v>
                </c:pt>
                <c:pt idx="346">
                  <c:v>1.7333333333333333E-2</c:v>
                </c:pt>
                <c:pt idx="347">
                  <c:v>1.9111111111111113E-2</c:v>
                </c:pt>
                <c:pt idx="348">
                  <c:v>1.8555555555555558E-2</c:v>
                </c:pt>
                <c:pt idx="349">
                  <c:v>1.9444444444444445E-2</c:v>
                </c:pt>
                <c:pt idx="350">
                  <c:v>1.7555555555555557E-2</c:v>
                </c:pt>
                <c:pt idx="351">
                  <c:v>1.7666666666666667E-2</c:v>
                </c:pt>
                <c:pt idx="352">
                  <c:v>1.7666666666666667E-2</c:v>
                </c:pt>
                <c:pt idx="353">
                  <c:v>1.822222222222222E-2</c:v>
                </c:pt>
                <c:pt idx="354">
                  <c:v>1.8444444444444444E-2</c:v>
                </c:pt>
                <c:pt idx="355">
                  <c:v>1.9444444444444445E-2</c:v>
                </c:pt>
                <c:pt idx="356">
                  <c:v>2.0222222222222225E-2</c:v>
                </c:pt>
                <c:pt idx="357">
                  <c:v>1.9111111111111113E-2</c:v>
                </c:pt>
                <c:pt idx="358">
                  <c:v>1.8888888888888889E-2</c:v>
                </c:pt>
                <c:pt idx="359">
                  <c:v>1.7333333333333333E-2</c:v>
                </c:pt>
                <c:pt idx="360">
                  <c:v>1.7777777777777778E-2</c:v>
                </c:pt>
                <c:pt idx="361">
                  <c:v>1.8666666666666668E-2</c:v>
                </c:pt>
                <c:pt idx="362">
                  <c:v>1.9222222222222224E-2</c:v>
                </c:pt>
                <c:pt idx="363">
                  <c:v>1.9555555555555559E-2</c:v>
                </c:pt>
                <c:pt idx="364">
                  <c:v>1.9000000000000003E-2</c:v>
                </c:pt>
                <c:pt idx="365">
                  <c:v>1.7222222222222222E-2</c:v>
                </c:pt>
                <c:pt idx="366">
                  <c:v>1.8333333333333333E-2</c:v>
                </c:pt>
                <c:pt idx="367">
                  <c:v>1.9666666666666669E-2</c:v>
                </c:pt>
                <c:pt idx="368">
                  <c:v>1.9444444444444445E-2</c:v>
                </c:pt>
                <c:pt idx="369">
                  <c:v>1.9111111111111113E-2</c:v>
                </c:pt>
                <c:pt idx="370">
                  <c:v>1.7666666666666667E-2</c:v>
                </c:pt>
                <c:pt idx="371">
                  <c:v>1.7222222222222222E-2</c:v>
                </c:pt>
                <c:pt idx="372">
                  <c:v>1.6777777777777777E-2</c:v>
                </c:pt>
                <c:pt idx="373">
                  <c:v>1.9444444444444445E-2</c:v>
                </c:pt>
                <c:pt idx="374">
                  <c:v>1.9555555555555559E-2</c:v>
                </c:pt>
                <c:pt idx="375">
                  <c:v>1.9555555555555555E-2</c:v>
                </c:pt>
                <c:pt idx="376">
                  <c:v>1.8222222222222223E-2</c:v>
                </c:pt>
                <c:pt idx="377">
                  <c:v>1.8111111111111113E-2</c:v>
                </c:pt>
                <c:pt idx="378">
                  <c:v>1.9555555555555559E-2</c:v>
                </c:pt>
                <c:pt idx="379">
                  <c:v>1.8777777777777779E-2</c:v>
                </c:pt>
                <c:pt idx="380">
                  <c:v>1.8777777777777779E-2</c:v>
                </c:pt>
                <c:pt idx="381">
                  <c:v>1.8333333333333333E-2</c:v>
                </c:pt>
                <c:pt idx="382">
                  <c:v>1.8222222222222223E-2</c:v>
                </c:pt>
                <c:pt idx="383">
                  <c:v>1.9333333333333334E-2</c:v>
                </c:pt>
                <c:pt idx="384">
                  <c:v>1.7111111111111112E-2</c:v>
                </c:pt>
                <c:pt idx="385">
                  <c:v>1.5111111111111112E-2</c:v>
                </c:pt>
                <c:pt idx="386">
                  <c:v>1.6444444444444446E-2</c:v>
                </c:pt>
                <c:pt idx="387">
                  <c:v>1.7333333333333333E-2</c:v>
                </c:pt>
                <c:pt idx="388">
                  <c:v>1.666666666666667E-2</c:v>
                </c:pt>
                <c:pt idx="389">
                  <c:v>1.5666666666666666E-2</c:v>
                </c:pt>
                <c:pt idx="390">
                  <c:v>1.588888888888889E-2</c:v>
                </c:pt>
                <c:pt idx="391">
                  <c:v>1.6888888888888891E-2</c:v>
                </c:pt>
                <c:pt idx="392">
                  <c:v>1.6888888888888891E-2</c:v>
                </c:pt>
                <c:pt idx="393">
                  <c:v>1.6888888888888887E-2</c:v>
                </c:pt>
                <c:pt idx="394">
                  <c:v>1.6666666666666666E-2</c:v>
                </c:pt>
                <c:pt idx="395">
                  <c:v>1.6111111111111114E-2</c:v>
                </c:pt>
                <c:pt idx="396">
                  <c:v>1.7222222222222222E-2</c:v>
                </c:pt>
                <c:pt idx="397">
                  <c:v>1.4555555555555556E-2</c:v>
                </c:pt>
                <c:pt idx="398">
                  <c:v>1.3333333333333332E-2</c:v>
                </c:pt>
                <c:pt idx="399">
                  <c:v>1.3555555555555555E-2</c:v>
                </c:pt>
                <c:pt idx="400">
                  <c:v>1.5111111111111112E-2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FB0-40C7-A586-0D5CA1908FA5}"/>
            </c:ext>
          </c:extLst>
        </c:ser>
        <c:ser>
          <c:idx val="2"/>
          <c:order val="2"/>
          <c:tx>
            <c:strRef>
              <c:f>Averages!$D$13</c:f>
              <c:strCache>
                <c:ptCount val="1"/>
                <c:pt idx="0">
                  <c:v>Y-Type</c:v>
                </c:pt>
              </c:strCache>
            </c:strRef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Averages!$A$14:$A$414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Averages!$D$14:$D$414</c:f>
              <c:numCache>
                <c:formatCode>General</c:formatCode>
                <c:ptCount val="401"/>
                <c:pt idx="0">
                  <c:v>0.47833333333333328</c:v>
                </c:pt>
                <c:pt idx="1">
                  <c:v>0.48220833333333335</c:v>
                </c:pt>
                <c:pt idx="2">
                  <c:v>0.48308333333333336</c:v>
                </c:pt>
                <c:pt idx="3">
                  <c:v>0.47666666666666674</c:v>
                </c:pt>
                <c:pt idx="4">
                  <c:v>0.47108333333333335</c:v>
                </c:pt>
                <c:pt idx="5">
                  <c:v>0.46979166666666677</c:v>
                </c:pt>
                <c:pt idx="6">
                  <c:v>0.46566666666666667</c:v>
                </c:pt>
                <c:pt idx="7">
                  <c:v>0.46316666666666667</c:v>
                </c:pt>
                <c:pt idx="8">
                  <c:v>0.46158333333333329</c:v>
                </c:pt>
                <c:pt idx="9">
                  <c:v>0.45812500000000006</c:v>
                </c:pt>
                <c:pt idx="10">
                  <c:v>0.45645833333333341</c:v>
                </c:pt>
                <c:pt idx="11">
                  <c:v>0.45570833333333338</c:v>
                </c:pt>
                <c:pt idx="12">
                  <c:v>0.45641666666666664</c:v>
                </c:pt>
                <c:pt idx="13">
                  <c:v>0.45379166666666665</c:v>
                </c:pt>
                <c:pt idx="14">
                  <c:v>0.45495833333333335</c:v>
                </c:pt>
                <c:pt idx="15">
                  <c:v>0.45799999999999996</c:v>
                </c:pt>
                <c:pt idx="16">
                  <c:v>0.45804166666666662</c:v>
                </c:pt>
                <c:pt idx="17">
                  <c:v>0.45645833333333341</c:v>
                </c:pt>
                <c:pt idx="18">
                  <c:v>0.45745833333333336</c:v>
                </c:pt>
                <c:pt idx="19">
                  <c:v>0.45750000000000007</c:v>
                </c:pt>
                <c:pt idx="20">
                  <c:v>0.45583333333333326</c:v>
                </c:pt>
                <c:pt idx="21">
                  <c:v>0.4555833333333334</c:v>
                </c:pt>
                <c:pt idx="22">
                  <c:v>0.45587500000000003</c:v>
                </c:pt>
                <c:pt idx="23">
                  <c:v>0.45662500000000006</c:v>
                </c:pt>
                <c:pt idx="24">
                  <c:v>0.45770833333333333</c:v>
                </c:pt>
                <c:pt idx="25">
                  <c:v>0.4593333333333332</c:v>
                </c:pt>
                <c:pt idx="26">
                  <c:v>0.45700000000000002</c:v>
                </c:pt>
                <c:pt idx="27">
                  <c:v>0.45704166666666662</c:v>
                </c:pt>
                <c:pt idx="28">
                  <c:v>0.45604166666666673</c:v>
                </c:pt>
                <c:pt idx="29">
                  <c:v>0.45608333333333334</c:v>
                </c:pt>
                <c:pt idx="30">
                  <c:v>0.4589583333333333</c:v>
                </c:pt>
                <c:pt idx="31">
                  <c:v>0.45916666666666672</c:v>
                </c:pt>
                <c:pt idx="32">
                  <c:v>0.46016666666666661</c:v>
                </c:pt>
                <c:pt idx="33">
                  <c:v>0.46012499999999995</c:v>
                </c:pt>
                <c:pt idx="34">
                  <c:v>0.45754166666666668</c:v>
                </c:pt>
                <c:pt idx="35">
                  <c:v>0.45779166666666676</c:v>
                </c:pt>
                <c:pt idx="36">
                  <c:v>0.45970833333333355</c:v>
                </c:pt>
                <c:pt idx="37">
                  <c:v>0.4609583333333333</c:v>
                </c:pt>
                <c:pt idx="38">
                  <c:v>0.46154166666666652</c:v>
                </c:pt>
                <c:pt idx="39">
                  <c:v>0.46191666666666659</c:v>
                </c:pt>
                <c:pt idx="40">
                  <c:v>0.46070833333333322</c:v>
                </c:pt>
                <c:pt idx="41">
                  <c:v>0.46045833333333336</c:v>
                </c:pt>
                <c:pt idx="42">
                  <c:v>0.45962500000000001</c:v>
                </c:pt>
                <c:pt idx="43">
                  <c:v>0.4594583333333333</c:v>
                </c:pt>
                <c:pt idx="44">
                  <c:v>0.4609166666666667</c:v>
                </c:pt>
                <c:pt idx="45">
                  <c:v>0.46054166666666663</c:v>
                </c:pt>
                <c:pt idx="46">
                  <c:v>0.46091666666666664</c:v>
                </c:pt>
                <c:pt idx="47">
                  <c:v>0.46237499999999998</c:v>
                </c:pt>
                <c:pt idx="48">
                  <c:v>0.46370833333333339</c:v>
                </c:pt>
                <c:pt idx="49">
                  <c:v>0.46116666666666667</c:v>
                </c:pt>
                <c:pt idx="50">
                  <c:v>0.46079166666666671</c:v>
                </c:pt>
                <c:pt idx="51">
                  <c:v>0.46</c:v>
                </c:pt>
                <c:pt idx="52">
                  <c:v>0.45966666666666667</c:v>
                </c:pt>
                <c:pt idx="53">
                  <c:v>0.45733333333333337</c:v>
                </c:pt>
                <c:pt idx="54">
                  <c:v>0.45741666666666658</c:v>
                </c:pt>
                <c:pt idx="55">
                  <c:v>0.4577916666666666</c:v>
                </c:pt>
                <c:pt idx="56">
                  <c:v>0.45791666666666669</c:v>
                </c:pt>
                <c:pt idx="57">
                  <c:v>0.45833333333333331</c:v>
                </c:pt>
                <c:pt idx="58">
                  <c:v>0.457625</c:v>
                </c:pt>
                <c:pt idx="59">
                  <c:v>0.45666666666666661</c:v>
                </c:pt>
                <c:pt idx="60">
                  <c:v>0.45587499999999997</c:v>
                </c:pt>
                <c:pt idx="61">
                  <c:v>0.45766666666666667</c:v>
                </c:pt>
                <c:pt idx="62">
                  <c:v>0.45824999999999999</c:v>
                </c:pt>
                <c:pt idx="63">
                  <c:v>0.45983333333333337</c:v>
                </c:pt>
                <c:pt idx="64">
                  <c:v>0.45679166666666687</c:v>
                </c:pt>
                <c:pt idx="65">
                  <c:v>0.45616666666666666</c:v>
                </c:pt>
                <c:pt idx="66">
                  <c:v>0.45612499999999995</c:v>
                </c:pt>
                <c:pt idx="67">
                  <c:v>0.45483333333333326</c:v>
                </c:pt>
                <c:pt idx="68">
                  <c:v>0.45562500000000011</c:v>
                </c:pt>
                <c:pt idx="69">
                  <c:v>0.45699999999999985</c:v>
                </c:pt>
                <c:pt idx="70">
                  <c:v>0.45699999999999985</c:v>
                </c:pt>
                <c:pt idx="71">
                  <c:v>0.45445833333333335</c:v>
                </c:pt>
                <c:pt idx="72">
                  <c:v>0.45454166666666668</c:v>
                </c:pt>
                <c:pt idx="73">
                  <c:v>0.45349999999999996</c:v>
                </c:pt>
                <c:pt idx="74">
                  <c:v>0.45379166666666676</c:v>
                </c:pt>
                <c:pt idx="75">
                  <c:v>0.455625</c:v>
                </c:pt>
                <c:pt idx="76">
                  <c:v>0.45454166666666679</c:v>
                </c:pt>
                <c:pt idx="77">
                  <c:v>0.453125</c:v>
                </c:pt>
                <c:pt idx="78">
                  <c:v>0.45274999999999999</c:v>
                </c:pt>
                <c:pt idx="79">
                  <c:v>0.45224999999999999</c:v>
                </c:pt>
                <c:pt idx="80">
                  <c:v>0.45045833333333335</c:v>
                </c:pt>
                <c:pt idx="81">
                  <c:v>0.4512916666666667</c:v>
                </c:pt>
                <c:pt idx="82">
                  <c:v>0.44991666666666658</c:v>
                </c:pt>
                <c:pt idx="83">
                  <c:v>0.44766666666666666</c:v>
                </c:pt>
                <c:pt idx="84">
                  <c:v>0.44750000000000001</c:v>
                </c:pt>
                <c:pt idx="85">
                  <c:v>0.44754166666666667</c:v>
                </c:pt>
                <c:pt idx="86">
                  <c:v>0.44775000000000004</c:v>
                </c:pt>
                <c:pt idx="87">
                  <c:v>0.44720833333333337</c:v>
                </c:pt>
                <c:pt idx="88">
                  <c:v>0.44587500000000002</c:v>
                </c:pt>
                <c:pt idx="89">
                  <c:v>0.44570833333333321</c:v>
                </c:pt>
                <c:pt idx="90">
                  <c:v>0.44399999999999995</c:v>
                </c:pt>
                <c:pt idx="91">
                  <c:v>0.44345833333333334</c:v>
                </c:pt>
                <c:pt idx="92">
                  <c:v>0.44287499999999996</c:v>
                </c:pt>
                <c:pt idx="93">
                  <c:v>0.44224999999999998</c:v>
                </c:pt>
                <c:pt idx="94">
                  <c:v>0.44283333333333341</c:v>
                </c:pt>
                <c:pt idx="95">
                  <c:v>0.44237499999999996</c:v>
                </c:pt>
                <c:pt idx="96">
                  <c:v>0.44129166666666664</c:v>
                </c:pt>
                <c:pt idx="97">
                  <c:v>0.44070833333333331</c:v>
                </c:pt>
                <c:pt idx="98">
                  <c:v>0.44079166666666664</c:v>
                </c:pt>
                <c:pt idx="99">
                  <c:v>0.43779166666666663</c:v>
                </c:pt>
                <c:pt idx="100">
                  <c:v>0.43770833333333337</c:v>
                </c:pt>
                <c:pt idx="101">
                  <c:v>0.43762499999999993</c:v>
                </c:pt>
                <c:pt idx="102">
                  <c:v>0.43604166666666661</c:v>
                </c:pt>
                <c:pt idx="103">
                  <c:v>0.43441666666666662</c:v>
                </c:pt>
                <c:pt idx="104">
                  <c:v>0.43483333333333335</c:v>
                </c:pt>
                <c:pt idx="105">
                  <c:v>0.43395833333333328</c:v>
                </c:pt>
                <c:pt idx="106">
                  <c:v>0.43429166666666674</c:v>
                </c:pt>
                <c:pt idx="107">
                  <c:v>0.43462499999999998</c:v>
                </c:pt>
                <c:pt idx="108">
                  <c:v>0.43324999999999997</c:v>
                </c:pt>
                <c:pt idx="109">
                  <c:v>0.43187499999999984</c:v>
                </c:pt>
                <c:pt idx="110">
                  <c:v>0.42979166666666663</c:v>
                </c:pt>
                <c:pt idx="111">
                  <c:v>0.42924999999999996</c:v>
                </c:pt>
                <c:pt idx="112">
                  <c:v>0.42891666666666667</c:v>
                </c:pt>
                <c:pt idx="113">
                  <c:v>0.42741666666666672</c:v>
                </c:pt>
                <c:pt idx="114">
                  <c:v>0.42687500000000006</c:v>
                </c:pt>
                <c:pt idx="115">
                  <c:v>0.42541666666666661</c:v>
                </c:pt>
                <c:pt idx="116">
                  <c:v>0.42508333333333326</c:v>
                </c:pt>
                <c:pt idx="117">
                  <c:v>0.42487499999999989</c:v>
                </c:pt>
                <c:pt idx="118">
                  <c:v>0.42545833333333327</c:v>
                </c:pt>
                <c:pt idx="119">
                  <c:v>0.42408333333333331</c:v>
                </c:pt>
                <c:pt idx="120">
                  <c:v>0.42349999999999993</c:v>
                </c:pt>
                <c:pt idx="121">
                  <c:v>0.42320833333333324</c:v>
                </c:pt>
                <c:pt idx="122">
                  <c:v>0.42287500000000006</c:v>
                </c:pt>
                <c:pt idx="123">
                  <c:v>0.42320833333333335</c:v>
                </c:pt>
                <c:pt idx="124">
                  <c:v>0.42270833333333341</c:v>
                </c:pt>
                <c:pt idx="125">
                  <c:v>0.4215416666666667</c:v>
                </c:pt>
                <c:pt idx="126">
                  <c:v>0.42025000000000001</c:v>
                </c:pt>
                <c:pt idx="127">
                  <c:v>0.41933333333333334</c:v>
                </c:pt>
                <c:pt idx="128">
                  <c:v>0.41908333333333342</c:v>
                </c:pt>
                <c:pt idx="129">
                  <c:v>0.418375</c:v>
                </c:pt>
                <c:pt idx="130">
                  <c:v>0.41908333333333325</c:v>
                </c:pt>
                <c:pt idx="131">
                  <c:v>0.41850000000000015</c:v>
                </c:pt>
                <c:pt idx="132">
                  <c:v>0.41608333333333314</c:v>
                </c:pt>
                <c:pt idx="133">
                  <c:v>0.41454166666666675</c:v>
                </c:pt>
                <c:pt idx="134">
                  <c:v>0.41479166666666673</c:v>
                </c:pt>
                <c:pt idx="135">
                  <c:v>0.41245833333333332</c:v>
                </c:pt>
                <c:pt idx="136">
                  <c:v>0.41299999999999987</c:v>
                </c:pt>
                <c:pt idx="137">
                  <c:v>0.4130416666666667</c:v>
                </c:pt>
                <c:pt idx="138">
                  <c:v>0.41187499999999994</c:v>
                </c:pt>
                <c:pt idx="139">
                  <c:v>0.41070833333333345</c:v>
                </c:pt>
                <c:pt idx="140">
                  <c:v>0.41016666666666673</c:v>
                </c:pt>
                <c:pt idx="141">
                  <c:v>0.40824999999999995</c:v>
                </c:pt>
                <c:pt idx="142">
                  <c:v>0.40737499999999999</c:v>
                </c:pt>
                <c:pt idx="143">
                  <c:v>0.4063750000000001</c:v>
                </c:pt>
                <c:pt idx="144">
                  <c:v>0.4065833333333333</c:v>
                </c:pt>
                <c:pt idx="145">
                  <c:v>0.40616666666666656</c:v>
                </c:pt>
                <c:pt idx="146">
                  <c:v>0.40629166666666672</c:v>
                </c:pt>
                <c:pt idx="147">
                  <c:v>0.40395833333333336</c:v>
                </c:pt>
                <c:pt idx="148">
                  <c:v>0.40262500000000001</c:v>
                </c:pt>
                <c:pt idx="149">
                  <c:v>0.40104166666666674</c:v>
                </c:pt>
                <c:pt idx="150">
                  <c:v>0.40091666666666659</c:v>
                </c:pt>
                <c:pt idx="151">
                  <c:v>0.39987499999999998</c:v>
                </c:pt>
                <c:pt idx="152">
                  <c:v>0.3995833333333334</c:v>
                </c:pt>
                <c:pt idx="153">
                  <c:v>0.39945833333333342</c:v>
                </c:pt>
                <c:pt idx="154">
                  <c:v>0.39933333333333326</c:v>
                </c:pt>
                <c:pt idx="155">
                  <c:v>0.39954166666666663</c:v>
                </c:pt>
                <c:pt idx="156">
                  <c:v>0.39975000000000005</c:v>
                </c:pt>
                <c:pt idx="157">
                  <c:v>0.39783333333333332</c:v>
                </c:pt>
                <c:pt idx="158">
                  <c:v>0.39854166666666663</c:v>
                </c:pt>
                <c:pt idx="159">
                  <c:v>0.39862499999999995</c:v>
                </c:pt>
                <c:pt idx="160">
                  <c:v>0.39870833333333328</c:v>
                </c:pt>
                <c:pt idx="161">
                  <c:v>0.39754166666666674</c:v>
                </c:pt>
                <c:pt idx="162">
                  <c:v>0.39649999999999991</c:v>
                </c:pt>
                <c:pt idx="163">
                  <c:v>0.39524999999999988</c:v>
                </c:pt>
                <c:pt idx="164">
                  <c:v>0.39366666666666666</c:v>
                </c:pt>
                <c:pt idx="165">
                  <c:v>0.39158333333333334</c:v>
                </c:pt>
                <c:pt idx="166">
                  <c:v>0.38899999999999996</c:v>
                </c:pt>
                <c:pt idx="167">
                  <c:v>0.38687500000000002</c:v>
                </c:pt>
                <c:pt idx="168">
                  <c:v>0.38400000000000006</c:v>
                </c:pt>
                <c:pt idx="169">
                  <c:v>0.37904166666666667</c:v>
                </c:pt>
                <c:pt idx="170">
                  <c:v>0.37033333333333324</c:v>
                </c:pt>
                <c:pt idx="171">
                  <c:v>0.36287499999999989</c:v>
                </c:pt>
                <c:pt idx="172">
                  <c:v>0.35450000000000004</c:v>
                </c:pt>
                <c:pt idx="173">
                  <c:v>0.34450000000000003</c:v>
                </c:pt>
                <c:pt idx="174">
                  <c:v>0.33299999999999996</c:v>
                </c:pt>
                <c:pt idx="175">
                  <c:v>0.3202916666666667</c:v>
                </c:pt>
                <c:pt idx="176">
                  <c:v>0.30800000000000005</c:v>
                </c:pt>
                <c:pt idx="177">
                  <c:v>0.29304166666666659</c:v>
                </c:pt>
                <c:pt idx="178">
                  <c:v>0.27795833333333336</c:v>
                </c:pt>
                <c:pt idx="179">
                  <c:v>0.26274999999999998</c:v>
                </c:pt>
                <c:pt idx="180">
                  <c:v>0.24799999999999997</c:v>
                </c:pt>
                <c:pt idx="181">
                  <c:v>0.2340416666666667</c:v>
                </c:pt>
                <c:pt idx="182">
                  <c:v>0.22108333333333333</c:v>
                </c:pt>
                <c:pt idx="183">
                  <c:v>0.20787500000000003</c:v>
                </c:pt>
                <c:pt idx="184">
                  <c:v>0.19591666666666666</c:v>
                </c:pt>
                <c:pt idx="185">
                  <c:v>0.18312500000000001</c:v>
                </c:pt>
                <c:pt idx="186">
                  <c:v>0.17274999999999996</c:v>
                </c:pt>
                <c:pt idx="187">
                  <c:v>0.16212499999999999</c:v>
                </c:pt>
                <c:pt idx="188">
                  <c:v>0.15233333333333335</c:v>
                </c:pt>
                <c:pt idx="189">
                  <c:v>0.14304166666666668</c:v>
                </c:pt>
                <c:pt idx="190">
                  <c:v>0.13458333333333333</c:v>
                </c:pt>
                <c:pt idx="191">
                  <c:v>0.12620833333333334</c:v>
                </c:pt>
                <c:pt idx="192">
                  <c:v>0.11891666666666666</c:v>
                </c:pt>
                <c:pt idx="193">
                  <c:v>0.11212500000000002</c:v>
                </c:pt>
                <c:pt idx="194">
                  <c:v>0.10666666666666667</c:v>
                </c:pt>
                <c:pt idx="195">
                  <c:v>0.10112500000000002</c:v>
                </c:pt>
                <c:pt idx="196">
                  <c:v>9.633333333333334E-2</c:v>
                </c:pt>
                <c:pt idx="197">
                  <c:v>9.170833333333335E-2</c:v>
                </c:pt>
                <c:pt idx="198">
                  <c:v>8.6833333333333332E-2</c:v>
                </c:pt>
                <c:pt idx="199">
                  <c:v>8.3875000000000019E-2</c:v>
                </c:pt>
                <c:pt idx="200">
                  <c:v>7.9833333333333339E-2</c:v>
                </c:pt>
                <c:pt idx="201">
                  <c:v>7.6749999999999999E-2</c:v>
                </c:pt>
                <c:pt idx="202">
                  <c:v>7.350000000000001E-2</c:v>
                </c:pt>
                <c:pt idx="203">
                  <c:v>7.1625000000000008E-2</c:v>
                </c:pt>
                <c:pt idx="204">
                  <c:v>6.945833333333333E-2</c:v>
                </c:pt>
                <c:pt idx="205">
                  <c:v>6.729166666666668E-2</c:v>
                </c:pt>
                <c:pt idx="206">
                  <c:v>6.5500000000000017E-2</c:v>
                </c:pt>
                <c:pt idx="207">
                  <c:v>6.3166666666666663E-2</c:v>
                </c:pt>
                <c:pt idx="208">
                  <c:v>6.1375000000000013E-2</c:v>
                </c:pt>
                <c:pt idx="209">
                  <c:v>5.9874999999999991E-2</c:v>
                </c:pt>
                <c:pt idx="210">
                  <c:v>5.9208333333333335E-2</c:v>
                </c:pt>
                <c:pt idx="211">
                  <c:v>5.7041666666666664E-2</c:v>
                </c:pt>
                <c:pt idx="212">
                  <c:v>5.5416666666666677E-2</c:v>
                </c:pt>
                <c:pt idx="213">
                  <c:v>5.4166666666666675E-2</c:v>
                </c:pt>
                <c:pt idx="214">
                  <c:v>5.2708333333333357E-2</c:v>
                </c:pt>
                <c:pt idx="215">
                  <c:v>5.2041666666666674E-2</c:v>
                </c:pt>
                <c:pt idx="216">
                  <c:v>5.1625000000000004E-2</c:v>
                </c:pt>
                <c:pt idx="217">
                  <c:v>4.9999999999999996E-2</c:v>
                </c:pt>
                <c:pt idx="218">
                  <c:v>4.9041666666666671E-2</c:v>
                </c:pt>
                <c:pt idx="219">
                  <c:v>4.8500000000000015E-2</c:v>
                </c:pt>
                <c:pt idx="220">
                  <c:v>4.8250000000000008E-2</c:v>
                </c:pt>
                <c:pt idx="221">
                  <c:v>4.791666666666667E-2</c:v>
                </c:pt>
                <c:pt idx="222">
                  <c:v>4.6875000000000007E-2</c:v>
                </c:pt>
                <c:pt idx="223">
                  <c:v>4.6375E-2</c:v>
                </c:pt>
                <c:pt idx="224">
                  <c:v>4.5583333333333337E-2</c:v>
                </c:pt>
                <c:pt idx="225">
                  <c:v>4.4500000000000005E-2</c:v>
                </c:pt>
                <c:pt idx="226">
                  <c:v>4.3874999999999997E-2</c:v>
                </c:pt>
                <c:pt idx="227">
                  <c:v>4.2583333333333341E-2</c:v>
                </c:pt>
                <c:pt idx="228">
                  <c:v>4.225000000000001E-2</c:v>
                </c:pt>
                <c:pt idx="229">
                  <c:v>4.1750000000000009E-2</c:v>
                </c:pt>
                <c:pt idx="230">
                  <c:v>4.145833333333334E-2</c:v>
                </c:pt>
                <c:pt idx="231">
                  <c:v>4.0750000000000008E-2</c:v>
                </c:pt>
                <c:pt idx="232">
                  <c:v>4.0875000000000009E-2</c:v>
                </c:pt>
                <c:pt idx="233">
                  <c:v>4.0291666666666677E-2</c:v>
                </c:pt>
                <c:pt idx="234">
                  <c:v>3.9750000000000008E-2</c:v>
                </c:pt>
                <c:pt idx="235">
                  <c:v>3.9416666666666676E-2</c:v>
                </c:pt>
                <c:pt idx="236">
                  <c:v>3.9458333333333345E-2</c:v>
                </c:pt>
                <c:pt idx="237">
                  <c:v>3.8791666666666676E-2</c:v>
                </c:pt>
                <c:pt idx="238">
                  <c:v>3.8583333333333344E-2</c:v>
                </c:pt>
                <c:pt idx="239">
                  <c:v>3.7624999999999999E-2</c:v>
                </c:pt>
                <c:pt idx="240">
                  <c:v>3.6916666666666674E-2</c:v>
                </c:pt>
                <c:pt idx="241">
                  <c:v>3.6750000000000005E-2</c:v>
                </c:pt>
                <c:pt idx="242">
                  <c:v>3.6875000000000012E-2</c:v>
                </c:pt>
                <c:pt idx="243">
                  <c:v>3.6166666666666673E-2</c:v>
                </c:pt>
                <c:pt idx="244">
                  <c:v>3.5916666666666673E-2</c:v>
                </c:pt>
                <c:pt idx="245">
                  <c:v>3.5750000000000011E-2</c:v>
                </c:pt>
                <c:pt idx="246">
                  <c:v>3.554166666666668E-2</c:v>
                </c:pt>
                <c:pt idx="247">
                  <c:v>3.500000000000001E-2</c:v>
                </c:pt>
                <c:pt idx="248">
                  <c:v>3.4291666666666672E-2</c:v>
                </c:pt>
                <c:pt idx="249">
                  <c:v>3.408333333333334E-2</c:v>
                </c:pt>
                <c:pt idx="250">
                  <c:v>3.512500000000001E-2</c:v>
                </c:pt>
                <c:pt idx="251">
                  <c:v>3.4916666666666679E-2</c:v>
                </c:pt>
                <c:pt idx="252">
                  <c:v>3.4583333333333348E-2</c:v>
                </c:pt>
                <c:pt idx="253">
                  <c:v>3.4083333333333347E-2</c:v>
                </c:pt>
                <c:pt idx="254">
                  <c:v>3.3416666666666671E-2</c:v>
                </c:pt>
                <c:pt idx="255">
                  <c:v>3.3333333333333333E-2</c:v>
                </c:pt>
                <c:pt idx="256">
                  <c:v>3.2791666666666684E-2</c:v>
                </c:pt>
                <c:pt idx="257">
                  <c:v>3.2708333333333339E-2</c:v>
                </c:pt>
                <c:pt idx="258">
                  <c:v>3.2666666666666684E-2</c:v>
                </c:pt>
                <c:pt idx="259">
                  <c:v>3.2791666666666684E-2</c:v>
                </c:pt>
                <c:pt idx="260">
                  <c:v>3.3083333333333347E-2</c:v>
                </c:pt>
                <c:pt idx="261">
                  <c:v>3.216666666666667E-2</c:v>
                </c:pt>
                <c:pt idx="262">
                  <c:v>3.1583333333333345E-2</c:v>
                </c:pt>
                <c:pt idx="263">
                  <c:v>3.1625000000000007E-2</c:v>
                </c:pt>
                <c:pt idx="264">
                  <c:v>3.2208333333333346E-2</c:v>
                </c:pt>
                <c:pt idx="265">
                  <c:v>3.1500000000000007E-2</c:v>
                </c:pt>
                <c:pt idx="266">
                  <c:v>3.1625000000000007E-2</c:v>
                </c:pt>
                <c:pt idx="267">
                  <c:v>3.1708333333333345E-2</c:v>
                </c:pt>
                <c:pt idx="268">
                  <c:v>3.1583333333333345E-2</c:v>
                </c:pt>
                <c:pt idx="269">
                  <c:v>3.1375000000000014E-2</c:v>
                </c:pt>
                <c:pt idx="270">
                  <c:v>3.0958333333333348E-2</c:v>
                </c:pt>
                <c:pt idx="271">
                  <c:v>3.1333333333333345E-2</c:v>
                </c:pt>
                <c:pt idx="272">
                  <c:v>3.1041666666666676E-2</c:v>
                </c:pt>
                <c:pt idx="273">
                  <c:v>3.1250000000000007E-2</c:v>
                </c:pt>
                <c:pt idx="274">
                  <c:v>3.075000000000001E-2</c:v>
                </c:pt>
                <c:pt idx="275">
                  <c:v>3.0041666666666675E-2</c:v>
                </c:pt>
                <c:pt idx="276">
                  <c:v>3.0500000000000013E-2</c:v>
                </c:pt>
                <c:pt idx="277">
                  <c:v>3.050000000000001E-2</c:v>
                </c:pt>
                <c:pt idx="278">
                  <c:v>3.0416666666666679E-2</c:v>
                </c:pt>
                <c:pt idx="279">
                  <c:v>3.0250000000000013E-2</c:v>
                </c:pt>
                <c:pt idx="280">
                  <c:v>3.0375000000000013E-2</c:v>
                </c:pt>
                <c:pt idx="281">
                  <c:v>2.9583333333333347E-2</c:v>
                </c:pt>
                <c:pt idx="282">
                  <c:v>2.9708333333333347E-2</c:v>
                </c:pt>
                <c:pt idx="283">
                  <c:v>3.0458333333333348E-2</c:v>
                </c:pt>
                <c:pt idx="284">
                  <c:v>3.0541666666666675E-2</c:v>
                </c:pt>
                <c:pt idx="285">
                  <c:v>3.0291666666666675E-2</c:v>
                </c:pt>
                <c:pt idx="286">
                  <c:v>2.983333333333334E-2</c:v>
                </c:pt>
                <c:pt idx="287">
                  <c:v>3.0541666666666679E-2</c:v>
                </c:pt>
                <c:pt idx="288">
                  <c:v>3.0125000000000009E-2</c:v>
                </c:pt>
                <c:pt idx="289">
                  <c:v>2.970833333333334E-2</c:v>
                </c:pt>
                <c:pt idx="290">
                  <c:v>2.9833333333333347E-2</c:v>
                </c:pt>
                <c:pt idx="291">
                  <c:v>3.0125000000000013E-2</c:v>
                </c:pt>
                <c:pt idx="292">
                  <c:v>3.0500000000000013E-2</c:v>
                </c:pt>
                <c:pt idx="293">
                  <c:v>2.9958333333333347E-2</c:v>
                </c:pt>
                <c:pt idx="294">
                  <c:v>3.075000000000001E-2</c:v>
                </c:pt>
                <c:pt idx="295">
                  <c:v>3.1375000000000014E-2</c:v>
                </c:pt>
                <c:pt idx="296">
                  <c:v>3.0041666666666675E-2</c:v>
                </c:pt>
                <c:pt idx="297">
                  <c:v>2.9666666666666678E-2</c:v>
                </c:pt>
                <c:pt idx="298">
                  <c:v>3.0000000000000016E-2</c:v>
                </c:pt>
                <c:pt idx="299">
                  <c:v>2.895833333333335E-2</c:v>
                </c:pt>
                <c:pt idx="300">
                  <c:v>2.933333333333335E-2</c:v>
                </c:pt>
                <c:pt idx="301">
                  <c:v>2.9416666666666685E-2</c:v>
                </c:pt>
                <c:pt idx="302">
                  <c:v>2.958333333333335E-2</c:v>
                </c:pt>
                <c:pt idx="303">
                  <c:v>2.958333333333334E-2</c:v>
                </c:pt>
                <c:pt idx="304">
                  <c:v>2.9791666666666685E-2</c:v>
                </c:pt>
                <c:pt idx="305">
                  <c:v>2.9625000000000012E-2</c:v>
                </c:pt>
                <c:pt idx="306">
                  <c:v>2.9791666666666678E-2</c:v>
                </c:pt>
                <c:pt idx="307">
                  <c:v>2.895833333333335E-2</c:v>
                </c:pt>
                <c:pt idx="308">
                  <c:v>2.9666666666666678E-2</c:v>
                </c:pt>
                <c:pt idx="309">
                  <c:v>2.9541666666666678E-2</c:v>
                </c:pt>
                <c:pt idx="310">
                  <c:v>2.9166666666666678E-2</c:v>
                </c:pt>
                <c:pt idx="311">
                  <c:v>2.8916666666666684E-2</c:v>
                </c:pt>
                <c:pt idx="312">
                  <c:v>2.9958333333333347E-2</c:v>
                </c:pt>
                <c:pt idx="313">
                  <c:v>3.0208333333333341E-2</c:v>
                </c:pt>
                <c:pt idx="314">
                  <c:v>2.9375000000000016E-2</c:v>
                </c:pt>
                <c:pt idx="315">
                  <c:v>2.9875000000000013E-2</c:v>
                </c:pt>
                <c:pt idx="316">
                  <c:v>2.9708333333333347E-2</c:v>
                </c:pt>
                <c:pt idx="317">
                  <c:v>2.9458333333333347E-2</c:v>
                </c:pt>
                <c:pt idx="318">
                  <c:v>2.8500000000000015E-2</c:v>
                </c:pt>
                <c:pt idx="319">
                  <c:v>2.8250000000000015E-2</c:v>
                </c:pt>
                <c:pt idx="320">
                  <c:v>2.8250000000000011E-2</c:v>
                </c:pt>
                <c:pt idx="321">
                  <c:v>2.8458333333333346E-2</c:v>
                </c:pt>
                <c:pt idx="322">
                  <c:v>2.8791666666666684E-2</c:v>
                </c:pt>
                <c:pt idx="323">
                  <c:v>2.883333333333335E-2</c:v>
                </c:pt>
                <c:pt idx="324">
                  <c:v>2.8791666666666677E-2</c:v>
                </c:pt>
                <c:pt idx="325">
                  <c:v>2.983333333333334E-2</c:v>
                </c:pt>
                <c:pt idx="326">
                  <c:v>2.958333333333334E-2</c:v>
                </c:pt>
                <c:pt idx="327">
                  <c:v>2.9625000000000002E-2</c:v>
                </c:pt>
                <c:pt idx="328">
                  <c:v>2.970833333333334E-2</c:v>
                </c:pt>
                <c:pt idx="329">
                  <c:v>3.0625000000000013E-2</c:v>
                </c:pt>
                <c:pt idx="330">
                  <c:v>3.0791666666666679E-2</c:v>
                </c:pt>
                <c:pt idx="331">
                  <c:v>2.9750000000000013E-2</c:v>
                </c:pt>
                <c:pt idx="332">
                  <c:v>2.9500000000000009E-2</c:v>
                </c:pt>
                <c:pt idx="333">
                  <c:v>2.9791666666666675E-2</c:v>
                </c:pt>
                <c:pt idx="334">
                  <c:v>2.9958333333333347E-2</c:v>
                </c:pt>
                <c:pt idx="335">
                  <c:v>3.0041666666666678E-2</c:v>
                </c:pt>
                <c:pt idx="336">
                  <c:v>3.0791666666666679E-2</c:v>
                </c:pt>
                <c:pt idx="337">
                  <c:v>3.0000000000000013E-2</c:v>
                </c:pt>
                <c:pt idx="338">
                  <c:v>3.008333333333334E-2</c:v>
                </c:pt>
                <c:pt idx="339">
                  <c:v>2.9958333333333347E-2</c:v>
                </c:pt>
                <c:pt idx="340">
                  <c:v>2.9416666666666674E-2</c:v>
                </c:pt>
                <c:pt idx="341">
                  <c:v>2.8958333333333346E-2</c:v>
                </c:pt>
                <c:pt idx="342">
                  <c:v>2.958333333333335E-2</c:v>
                </c:pt>
                <c:pt idx="343">
                  <c:v>2.9583333333333347E-2</c:v>
                </c:pt>
                <c:pt idx="344">
                  <c:v>2.9166666666666684E-2</c:v>
                </c:pt>
                <c:pt idx="345">
                  <c:v>2.9041666666666684E-2</c:v>
                </c:pt>
                <c:pt idx="346">
                  <c:v>2.8750000000000015E-2</c:v>
                </c:pt>
                <c:pt idx="347">
                  <c:v>2.920833333333335E-2</c:v>
                </c:pt>
                <c:pt idx="348">
                  <c:v>2.8750000000000012E-2</c:v>
                </c:pt>
                <c:pt idx="349">
                  <c:v>2.8875000000000015E-2</c:v>
                </c:pt>
                <c:pt idx="350">
                  <c:v>2.8791666666666677E-2</c:v>
                </c:pt>
                <c:pt idx="351">
                  <c:v>2.9208333333333347E-2</c:v>
                </c:pt>
                <c:pt idx="352">
                  <c:v>2.8666666666666677E-2</c:v>
                </c:pt>
                <c:pt idx="353">
                  <c:v>2.9000000000000012E-2</c:v>
                </c:pt>
                <c:pt idx="354">
                  <c:v>2.8916666666666677E-2</c:v>
                </c:pt>
                <c:pt idx="355">
                  <c:v>2.9375000000000012E-2</c:v>
                </c:pt>
                <c:pt idx="356">
                  <c:v>2.9541666666666678E-2</c:v>
                </c:pt>
                <c:pt idx="357">
                  <c:v>2.9083333333333346E-2</c:v>
                </c:pt>
                <c:pt idx="358">
                  <c:v>2.8916666666666677E-2</c:v>
                </c:pt>
                <c:pt idx="359">
                  <c:v>2.9458333333333347E-2</c:v>
                </c:pt>
                <c:pt idx="360">
                  <c:v>3.0208333333333347E-2</c:v>
                </c:pt>
                <c:pt idx="361">
                  <c:v>2.9500000000000012E-2</c:v>
                </c:pt>
                <c:pt idx="362">
                  <c:v>3.0583333333333351E-2</c:v>
                </c:pt>
                <c:pt idx="363">
                  <c:v>3.0166666666666678E-2</c:v>
                </c:pt>
                <c:pt idx="364">
                  <c:v>2.9416666666666678E-2</c:v>
                </c:pt>
                <c:pt idx="365">
                  <c:v>3.0041666666666675E-2</c:v>
                </c:pt>
                <c:pt idx="366">
                  <c:v>2.9083333333333346E-2</c:v>
                </c:pt>
                <c:pt idx="367">
                  <c:v>3.0666666666666679E-2</c:v>
                </c:pt>
                <c:pt idx="368">
                  <c:v>3.1041666666666679E-2</c:v>
                </c:pt>
                <c:pt idx="369">
                  <c:v>3.1458333333333345E-2</c:v>
                </c:pt>
                <c:pt idx="370">
                  <c:v>3.050000000000001E-2</c:v>
                </c:pt>
                <c:pt idx="371">
                  <c:v>2.9375000000000016E-2</c:v>
                </c:pt>
                <c:pt idx="372">
                  <c:v>2.9666666666666685E-2</c:v>
                </c:pt>
                <c:pt idx="373">
                  <c:v>2.9250000000000012E-2</c:v>
                </c:pt>
                <c:pt idx="374">
                  <c:v>2.9750000000000013E-2</c:v>
                </c:pt>
                <c:pt idx="375">
                  <c:v>2.958333333333335E-2</c:v>
                </c:pt>
                <c:pt idx="376">
                  <c:v>3.0833333333333351E-2</c:v>
                </c:pt>
                <c:pt idx="377">
                  <c:v>3.0291666666666675E-2</c:v>
                </c:pt>
                <c:pt idx="378">
                  <c:v>3.0083333333333347E-2</c:v>
                </c:pt>
                <c:pt idx="379">
                  <c:v>2.933333333333334E-2</c:v>
                </c:pt>
                <c:pt idx="380">
                  <c:v>2.9125000000000012E-2</c:v>
                </c:pt>
                <c:pt idx="381">
                  <c:v>2.9708333333333347E-2</c:v>
                </c:pt>
                <c:pt idx="382">
                  <c:v>2.8375000000000008E-2</c:v>
                </c:pt>
                <c:pt idx="383">
                  <c:v>2.8500000000000015E-2</c:v>
                </c:pt>
                <c:pt idx="384">
                  <c:v>2.7916666666666683E-2</c:v>
                </c:pt>
                <c:pt idx="385">
                  <c:v>2.8750000000000012E-2</c:v>
                </c:pt>
                <c:pt idx="386">
                  <c:v>2.8833333333333346E-2</c:v>
                </c:pt>
                <c:pt idx="387">
                  <c:v>2.7041666666666672E-2</c:v>
                </c:pt>
                <c:pt idx="388">
                  <c:v>2.7500000000000014E-2</c:v>
                </c:pt>
                <c:pt idx="389">
                  <c:v>2.7666666666666676E-2</c:v>
                </c:pt>
                <c:pt idx="390">
                  <c:v>2.7500000000000011E-2</c:v>
                </c:pt>
                <c:pt idx="391">
                  <c:v>2.7041666666666676E-2</c:v>
                </c:pt>
                <c:pt idx="392">
                  <c:v>2.7000000000000007E-2</c:v>
                </c:pt>
                <c:pt idx="393">
                  <c:v>2.7458333333333348E-2</c:v>
                </c:pt>
                <c:pt idx="394">
                  <c:v>2.8166666666666677E-2</c:v>
                </c:pt>
                <c:pt idx="395">
                  <c:v>2.7583333333333345E-2</c:v>
                </c:pt>
                <c:pt idx="396">
                  <c:v>2.7541666666666676E-2</c:v>
                </c:pt>
                <c:pt idx="397">
                  <c:v>2.7791666666666683E-2</c:v>
                </c:pt>
                <c:pt idx="398">
                  <c:v>2.7208333333333338E-2</c:v>
                </c:pt>
                <c:pt idx="399">
                  <c:v>2.8375000000000011E-2</c:v>
                </c:pt>
                <c:pt idx="400">
                  <c:v>2.7875000000000011E-2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FB0-40C7-A586-0D5CA1908FA5}"/>
            </c:ext>
          </c:extLst>
        </c:ser>
        <c:ser>
          <c:idx val="3"/>
          <c:order val="3"/>
          <c:tx>
            <c:strRef>
              <c:f>Averages!$E$13</c:f>
              <c:strCache>
                <c:ptCount val="1"/>
                <c:pt idx="0">
                  <c:v>R-Type</c:v>
                </c:pt>
              </c:strCache>
            </c:strRef>
          </c:tx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Averages!$A$14:$A$414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Averages!$E$14:$E$414</c:f>
              <c:numCache>
                <c:formatCode>General</c:formatCode>
                <c:ptCount val="401"/>
                <c:pt idx="0">
                  <c:v>0.53721052631578947</c:v>
                </c:pt>
                <c:pt idx="1">
                  <c:v>0.54315789473684217</c:v>
                </c:pt>
                <c:pt idx="2">
                  <c:v>0.54131578947368408</c:v>
                </c:pt>
                <c:pt idx="3">
                  <c:v>0.54015789473684206</c:v>
                </c:pt>
                <c:pt idx="4">
                  <c:v>0.54331578947368409</c:v>
                </c:pt>
                <c:pt idx="5">
                  <c:v>0.53947368421052622</c:v>
                </c:pt>
                <c:pt idx="6">
                  <c:v>0.53873684210526307</c:v>
                </c:pt>
                <c:pt idx="7">
                  <c:v>0.53405263157894733</c:v>
                </c:pt>
                <c:pt idx="8">
                  <c:v>0.53200000000000003</c:v>
                </c:pt>
                <c:pt idx="9">
                  <c:v>0.53305263157894733</c:v>
                </c:pt>
                <c:pt idx="10">
                  <c:v>0.52857894736842104</c:v>
                </c:pt>
                <c:pt idx="11">
                  <c:v>0.52557894736842103</c:v>
                </c:pt>
                <c:pt idx="12">
                  <c:v>0.52421052631578957</c:v>
                </c:pt>
                <c:pt idx="13">
                  <c:v>0.52752631578947362</c:v>
                </c:pt>
                <c:pt idx="14">
                  <c:v>0.52768421052631587</c:v>
                </c:pt>
                <c:pt idx="15">
                  <c:v>0.52947368421052632</c:v>
                </c:pt>
                <c:pt idx="16">
                  <c:v>0.5299473684210525</c:v>
                </c:pt>
                <c:pt idx="17">
                  <c:v>0.52594736842105261</c:v>
                </c:pt>
                <c:pt idx="18">
                  <c:v>0.52594736842105261</c:v>
                </c:pt>
                <c:pt idx="19">
                  <c:v>0.52531578947368407</c:v>
                </c:pt>
                <c:pt idx="20">
                  <c:v>0.5263157894736844</c:v>
                </c:pt>
                <c:pt idx="21">
                  <c:v>0.5258947368421053</c:v>
                </c:pt>
                <c:pt idx="22">
                  <c:v>0.52226315789473687</c:v>
                </c:pt>
                <c:pt idx="23">
                  <c:v>0.52394736842105261</c:v>
                </c:pt>
                <c:pt idx="24">
                  <c:v>0.52852631578947362</c:v>
                </c:pt>
                <c:pt idx="25">
                  <c:v>0.52605263157894744</c:v>
                </c:pt>
                <c:pt idx="26">
                  <c:v>0.52310526315789474</c:v>
                </c:pt>
                <c:pt idx="27">
                  <c:v>0.523842105263158</c:v>
                </c:pt>
                <c:pt idx="28">
                  <c:v>0.52452631578947351</c:v>
                </c:pt>
                <c:pt idx="29">
                  <c:v>0.52373684210526306</c:v>
                </c:pt>
                <c:pt idx="30">
                  <c:v>0.52300000000000002</c:v>
                </c:pt>
                <c:pt idx="31">
                  <c:v>0.52163157894736845</c:v>
                </c:pt>
                <c:pt idx="32">
                  <c:v>0.52194736842105272</c:v>
                </c:pt>
                <c:pt idx="33">
                  <c:v>0.52147368421052642</c:v>
                </c:pt>
                <c:pt idx="34">
                  <c:v>0.521842105263158</c:v>
                </c:pt>
                <c:pt idx="35">
                  <c:v>0.52415789473684204</c:v>
                </c:pt>
                <c:pt idx="36">
                  <c:v>0.52489473684210519</c:v>
                </c:pt>
                <c:pt idx="37">
                  <c:v>0.52300000000000002</c:v>
                </c:pt>
                <c:pt idx="38">
                  <c:v>0.52005263157894743</c:v>
                </c:pt>
                <c:pt idx="39">
                  <c:v>0.52068421052631575</c:v>
                </c:pt>
                <c:pt idx="40">
                  <c:v>0.52126315789473676</c:v>
                </c:pt>
                <c:pt idx="41">
                  <c:v>0.52205263157894743</c:v>
                </c:pt>
                <c:pt idx="42">
                  <c:v>0.51968421052631575</c:v>
                </c:pt>
                <c:pt idx="43">
                  <c:v>0.52005263157894743</c:v>
                </c:pt>
                <c:pt idx="44">
                  <c:v>0.52073684210526316</c:v>
                </c:pt>
                <c:pt idx="45">
                  <c:v>0.51942105263157901</c:v>
                </c:pt>
                <c:pt idx="46">
                  <c:v>0.51578947368421069</c:v>
                </c:pt>
                <c:pt idx="47">
                  <c:v>0.51678947368421047</c:v>
                </c:pt>
                <c:pt idx="48">
                  <c:v>0.51578947368421058</c:v>
                </c:pt>
                <c:pt idx="49">
                  <c:v>0.51715789473684215</c:v>
                </c:pt>
                <c:pt idx="50">
                  <c:v>0.51878947368421047</c:v>
                </c:pt>
                <c:pt idx="51">
                  <c:v>0.51726315789473676</c:v>
                </c:pt>
                <c:pt idx="52">
                  <c:v>0.51594736842105271</c:v>
                </c:pt>
                <c:pt idx="53">
                  <c:v>0.51615789473684204</c:v>
                </c:pt>
                <c:pt idx="54">
                  <c:v>0.51521052631578956</c:v>
                </c:pt>
                <c:pt idx="55">
                  <c:v>0.5129999999999999</c:v>
                </c:pt>
                <c:pt idx="56">
                  <c:v>0.51484210526315799</c:v>
                </c:pt>
                <c:pt idx="57">
                  <c:v>0.51573684210526316</c:v>
                </c:pt>
                <c:pt idx="58">
                  <c:v>0.51447368421052619</c:v>
                </c:pt>
                <c:pt idx="59">
                  <c:v>0.51331578947368417</c:v>
                </c:pt>
                <c:pt idx="60">
                  <c:v>0.51378947368421057</c:v>
                </c:pt>
                <c:pt idx="61">
                  <c:v>0.51221052631578945</c:v>
                </c:pt>
                <c:pt idx="62">
                  <c:v>0.51136842105263158</c:v>
                </c:pt>
                <c:pt idx="63">
                  <c:v>0.51084210526315788</c:v>
                </c:pt>
                <c:pt idx="64">
                  <c:v>0.51147368421052641</c:v>
                </c:pt>
                <c:pt idx="65">
                  <c:v>0.51100000000000001</c:v>
                </c:pt>
                <c:pt idx="66">
                  <c:v>0.51068421052631574</c:v>
                </c:pt>
                <c:pt idx="67">
                  <c:v>0.50957894736842102</c:v>
                </c:pt>
                <c:pt idx="68">
                  <c:v>0.508421052631579</c:v>
                </c:pt>
                <c:pt idx="69">
                  <c:v>0.50721052631578945</c:v>
                </c:pt>
                <c:pt idx="70">
                  <c:v>0.50778947368421046</c:v>
                </c:pt>
                <c:pt idx="71">
                  <c:v>0.50878947368421057</c:v>
                </c:pt>
                <c:pt idx="72">
                  <c:v>0.50773684210526315</c:v>
                </c:pt>
                <c:pt idx="73">
                  <c:v>0.508421052631579</c:v>
                </c:pt>
                <c:pt idx="74">
                  <c:v>0.50694736842105259</c:v>
                </c:pt>
                <c:pt idx="75">
                  <c:v>0.50589473684210529</c:v>
                </c:pt>
                <c:pt idx="76">
                  <c:v>0.50542105263157888</c:v>
                </c:pt>
                <c:pt idx="77">
                  <c:v>0.50468421052631574</c:v>
                </c:pt>
                <c:pt idx="78">
                  <c:v>0.50552631578947371</c:v>
                </c:pt>
                <c:pt idx="79">
                  <c:v>0.50657894736842102</c:v>
                </c:pt>
                <c:pt idx="80">
                  <c:v>0.50342105263157899</c:v>
                </c:pt>
                <c:pt idx="81">
                  <c:v>0.50289473684210528</c:v>
                </c:pt>
                <c:pt idx="82">
                  <c:v>0.50515789473684225</c:v>
                </c:pt>
                <c:pt idx="83">
                  <c:v>0.50415789473684203</c:v>
                </c:pt>
                <c:pt idx="84">
                  <c:v>0.50178947368421045</c:v>
                </c:pt>
                <c:pt idx="85">
                  <c:v>0.50236842105263146</c:v>
                </c:pt>
                <c:pt idx="86">
                  <c:v>0.50378947368421045</c:v>
                </c:pt>
                <c:pt idx="87">
                  <c:v>0.50157894736842112</c:v>
                </c:pt>
                <c:pt idx="88">
                  <c:v>0.50100000000000011</c:v>
                </c:pt>
                <c:pt idx="89">
                  <c:v>0.50157894736842101</c:v>
                </c:pt>
                <c:pt idx="90">
                  <c:v>0.50063157894736843</c:v>
                </c:pt>
                <c:pt idx="91">
                  <c:v>0.49889473684210534</c:v>
                </c:pt>
                <c:pt idx="92">
                  <c:v>0.4982105263157896</c:v>
                </c:pt>
                <c:pt idx="93">
                  <c:v>0.49794736842105247</c:v>
                </c:pt>
                <c:pt idx="94">
                  <c:v>0.49757894736842101</c:v>
                </c:pt>
                <c:pt idx="95">
                  <c:v>0.4954736842105264</c:v>
                </c:pt>
                <c:pt idx="96">
                  <c:v>0.49500000000000005</c:v>
                </c:pt>
                <c:pt idx="97">
                  <c:v>0.49594736842105275</c:v>
                </c:pt>
                <c:pt idx="98">
                  <c:v>0.49652631578947376</c:v>
                </c:pt>
                <c:pt idx="99">
                  <c:v>0.49536842105263162</c:v>
                </c:pt>
                <c:pt idx="100">
                  <c:v>0.49568421052631573</c:v>
                </c:pt>
                <c:pt idx="101">
                  <c:v>0.49347368421052629</c:v>
                </c:pt>
                <c:pt idx="102">
                  <c:v>0.49236842105263162</c:v>
                </c:pt>
                <c:pt idx="103">
                  <c:v>0.4937894736842105</c:v>
                </c:pt>
                <c:pt idx="104">
                  <c:v>0.49284210526315786</c:v>
                </c:pt>
                <c:pt idx="105">
                  <c:v>0.49057894736842111</c:v>
                </c:pt>
                <c:pt idx="106">
                  <c:v>0.49057894736842111</c:v>
                </c:pt>
                <c:pt idx="107">
                  <c:v>0.49021052631578949</c:v>
                </c:pt>
                <c:pt idx="108">
                  <c:v>0.48947368421052634</c:v>
                </c:pt>
                <c:pt idx="109">
                  <c:v>0.4885263157894737</c:v>
                </c:pt>
                <c:pt idx="110">
                  <c:v>0.48789473684210521</c:v>
                </c:pt>
                <c:pt idx="111">
                  <c:v>0.48784210526315791</c:v>
                </c:pt>
                <c:pt idx="112">
                  <c:v>0.48663157894736847</c:v>
                </c:pt>
                <c:pt idx="113">
                  <c:v>0.4870000000000001</c:v>
                </c:pt>
                <c:pt idx="114">
                  <c:v>0.48515789473684212</c:v>
                </c:pt>
                <c:pt idx="115">
                  <c:v>0.4826315789473683</c:v>
                </c:pt>
                <c:pt idx="116">
                  <c:v>0.48305263157894734</c:v>
                </c:pt>
                <c:pt idx="117">
                  <c:v>0.48210526315789465</c:v>
                </c:pt>
                <c:pt idx="118">
                  <c:v>0.48184210526315785</c:v>
                </c:pt>
                <c:pt idx="119">
                  <c:v>0.48115789473684217</c:v>
                </c:pt>
                <c:pt idx="120">
                  <c:v>0.47936842105263161</c:v>
                </c:pt>
                <c:pt idx="121">
                  <c:v>0.47921052631578959</c:v>
                </c:pt>
                <c:pt idx="122">
                  <c:v>0.47873684210526318</c:v>
                </c:pt>
                <c:pt idx="123">
                  <c:v>0.47884210526315796</c:v>
                </c:pt>
                <c:pt idx="124">
                  <c:v>0.47842105263157902</c:v>
                </c:pt>
                <c:pt idx="125">
                  <c:v>0.47794736842105251</c:v>
                </c:pt>
                <c:pt idx="126">
                  <c:v>0.47768421052631582</c:v>
                </c:pt>
                <c:pt idx="127">
                  <c:v>0.47594736842105267</c:v>
                </c:pt>
                <c:pt idx="128">
                  <c:v>0.47500000000000009</c:v>
                </c:pt>
                <c:pt idx="129">
                  <c:v>0.47447368421052644</c:v>
                </c:pt>
                <c:pt idx="130">
                  <c:v>0.47426315789473678</c:v>
                </c:pt>
                <c:pt idx="131">
                  <c:v>0.47294736842105278</c:v>
                </c:pt>
                <c:pt idx="132">
                  <c:v>0.47115789473684211</c:v>
                </c:pt>
                <c:pt idx="133">
                  <c:v>0.4708421052631579</c:v>
                </c:pt>
                <c:pt idx="134">
                  <c:v>0.47215789473684211</c:v>
                </c:pt>
                <c:pt idx="135">
                  <c:v>0.47063157894736846</c:v>
                </c:pt>
                <c:pt idx="136">
                  <c:v>0.4708421052631579</c:v>
                </c:pt>
                <c:pt idx="137">
                  <c:v>0.47026315789473688</c:v>
                </c:pt>
                <c:pt idx="138">
                  <c:v>0.46768421052631587</c:v>
                </c:pt>
                <c:pt idx="139">
                  <c:v>0.4673157894736843</c:v>
                </c:pt>
                <c:pt idx="140">
                  <c:v>0.46694736842105256</c:v>
                </c:pt>
                <c:pt idx="141">
                  <c:v>0.46589473684210531</c:v>
                </c:pt>
                <c:pt idx="142">
                  <c:v>0.46657894736842104</c:v>
                </c:pt>
                <c:pt idx="143">
                  <c:v>0.46536842105263149</c:v>
                </c:pt>
                <c:pt idx="144">
                  <c:v>0.4643684210526316</c:v>
                </c:pt>
                <c:pt idx="145">
                  <c:v>0.4611052631578948</c:v>
                </c:pt>
                <c:pt idx="146">
                  <c:v>0.45878947368421047</c:v>
                </c:pt>
                <c:pt idx="147">
                  <c:v>0.4596842105263157</c:v>
                </c:pt>
                <c:pt idx="148">
                  <c:v>0.46226315789473693</c:v>
                </c:pt>
                <c:pt idx="149">
                  <c:v>0.46010526315789468</c:v>
                </c:pt>
                <c:pt idx="150">
                  <c:v>0.45784210526315777</c:v>
                </c:pt>
                <c:pt idx="151">
                  <c:v>0.45852631578947378</c:v>
                </c:pt>
                <c:pt idx="152">
                  <c:v>0.45605263157894743</c:v>
                </c:pt>
                <c:pt idx="153">
                  <c:v>0.45499999999999996</c:v>
                </c:pt>
                <c:pt idx="154">
                  <c:v>0.45573684210526311</c:v>
                </c:pt>
                <c:pt idx="155">
                  <c:v>0.45726315789473687</c:v>
                </c:pt>
                <c:pt idx="156">
                  <c:v>0.45747368421052631</c:v>
                </c:pt>
                <c:pt idx="157">
                  <c:v>0.45778947368421052</c:v>
                </c:pt>
                <c:pt idx="158">
                  <c:v>0.45957894736842109</c:v>
                </c:pt>
                <c:pt idx="159">
                  <c:v>0.45863157894736845</c:v>
                </c:pt>
                <c:pt idx="160">
                  <c:v>0.45626315789473676</c:v>
                </c:pt>
                <c:pt idx="161">
                  <c:v>0.45531578947368412</c:v>
                </c:pt>
                <c:pt idx="162">
                  <c:v>0.45600000000000007</c:v>
                </c:pt>
                <c:pt idx="163">
                  <c:v>0.45636842105263153</c:v>
                </c:pt>
                <c:pt idx="164">
                  <c:v>0.45678947368421052</c:v>
                </c:pt>
                <c:pt idx="165">
                  <c:v>0.45626315789473687</c:v>
                </c:pt>
                <c:pt idx="166">
                  <c:v>0.45631578947368423</c:v>
                </c:pt>
                <c:pt idx="167">
                  <c:v>0.45521052631578945</c:v>
                </c:pt>
                <c:pt idx="168">
                  <c:v>0.45689473684210541</c:v>
                </c:pt>
                <c:pt idx="169">
                  <c:v>0.45647368421052631</c:v>
                </c:pt>
                <c:pt idx="170">
                  <c:v>0.45584210526315799</c:v>
                </c:pt>
                <c:pt idx="171">
                  <c:v>0.45573684210526311</c:v>
                </c:pt>
                <c:pt idx="172">
                  <c:v>0.45652631578947367</c:v>
                </c:pt>
                <c:pt idx="173">
                  <c:v>0.45710526315789474</c:v>
                </c:pt>
                <c:pt idx="174">
                  <c:v>0.4581578947368421</c:v>
                </c:pt>
                <c:pt idx="175">
                  <c:v>0.45805263157894743</c:v>
                </c:pt>
                <c:pt idx="176">
                  <c:v>0.45763157894736833</c:v>
                </c:pt>
                <c:pt idx="177">
                  <c:v>0.45936842105263148</c:v>
                </c:pt>
                <c:pt idx="178">
                  <c:v>0.4591578947368421</c:v>
                </c:pt>
                <c:pt idx="179">
                  <c:v>0.4594210526315789</c:v>
                </c:pt>
                <c:pt idx="180">
                  <c:v>0.46121052631578946</c:v>
                </c:pt>
                <c:pt idx="181">
                  <c:v>0.46057894736842103</c:v>
                </c:pt>
                <c:pt idx="182">
                  <c:v>0.46078947368421058</c:v>
                </c:pt>
                <c:pt idx="183">
                  <c:v>0.46189473684210525</c:v>
                </c:pt>
                <c:pt idx="184">
                  <c:v>0.46073684210526306</c:v>
                </c:pt>
                <c:pt idx="185">
                  <c:v>0.46131578947368412</c:v>
                </c:pt>
                <c:pt idx="186">
                  <c:v>0.46315789473684216</c:v>
                </c:pt>
                <c:pt idx="187">
                  <c:v>0.4643684210526316</c:v>
                </c:pt>
                <c:pt idx="188">
                  <c:v>0.46468421052631576</c:v>
                </c:pt>
                <c:pt idx="189">
                  <c:v>0.46442105263157896</c:v>
                </c:pt>
                <c:pt idx="190">
                  <c:v>0.46526315789473682</c:v>
                </c:pt>
                <c:pt idx="191">
                  <c:v>0.46415789473684205</c:v>
                </c:pt>
                <c:pt idx="192">
                  <c:v>0.46331578947368424</c:v>
                </c:pt>
                <c:pt idx="193">
                  <c:v>0.4668947368421052</c:v>
                </c:pt>
                <c:pt idx="194">
                  <c:v>0.46899999999999997</c:v>
                </c:pt>
                <c:pt idx="195">
                  <c:v>0.46931578947368419</c:v>
                </c:pt>
                <c:pt idx="196">
                  <c:v>0.46826315789473688</c:v>
                </c:pt>
                <c:pt idx="197">
                  <c:v>0.46742105263157896</c:v>
                </c:pt>
                <c:pt idx="198">
                  <c:v>0.46878947368421053</c:v>
                </c:pt>
                <c:pt idx="199">
                  <c:v>0.46921052631578941</c:v>
                </c:pt>
                <c:pt idx="200">
                  <c:v>0.46915789473684216</c:v>
                </c:pt>
                <c:pt idx="201">
                  <c:v>0.4704210526315788</c:v>
                </c:pt>
                <c:pt idx="202">
                  <c:v>0.47173684210526312</c:v>
                </c:pt>
                <c:pt idx="203">
                  <c:v>0.47263157894736846</c:v>
                </c:pt>
                <c:pt idx="204">
                  <c:v>0.47221052631578947</c:v>
                </c:pt>
                <c:pt idx="205">
                  <c:v>0.47031578947368419</c:v>
                </c:pt>
                <c:pt idx="206">
                  <c:v>0.47084210526315795</c:v>
                </c:pt>
                <c:pt idx="207">
                  <c:v>0.47168421052631576</c:v>
                </c:pt>
                <c:pt idx="208">
                  <c:v>0.47163157894736846</c:v>
                </c:pt>
                <c:pt idx="209">
                  <c:v>0.47184210526315801</c:v>
                </c:pt>
                <c:pt idx="210">
                  <c:v>0.47194736842105256</c:v>
                </c:pt>
                <c:pt idx="211">
                  <c:v>0.4708947368421052</c:v>
                </c:pt>
                <c:pt idx="212">
                  <c:v>0.46868421052631587</c:v>
                </c:pt>
                <c:pt idx="213">
                  <c:v>0.46784210526315784</c:v>
                </c:pt>
                <c:pt idx="214">
                  <c:v>0.4663684210526316</c:v>
                </c:pt>
                <c:pt idx="215">
                  <c:v>0.46363157894736845</c:v>
                </c:pt>
                <c:pt idx="216">
                  <c:v>0.46189473684210541</c:v>
                </c:pt>
                <c:pt idx="217">
                  <c:v>0.45847368421052631</c:v>
                </c:pt>
                <c:pt idx="218">
                  <c:v>0.45499999999999996</c:v>
                </c:pt>
                <c:pt idx="219">
                  <c:v>0.45021052631578951</c:v>
                </c:pt>
                <c:pt idx="220">
                  <c:v>0.44610526315789467</c:v>
                </c:pt>
                <c:pt idx="221">
                  <c:v>0.43984210526315798</c:v>
                </c:pt>
                <c:pt idx="222">
                  <c:v>0.43273684210526314</c:v>
                </c:pt>
                <c:pt idx="223">
                  <c:v>0.42484210526315785</c:v>
                </c:pt>
                <c:pt idx="224">
                  <c:v>0.4173157894736842</c:v>
                </c:pt>
                <c:pt idx="225">
                  <c:v>0.40778947368421048</c:v>
                </c:pt>
                <c:pt idx="226">
                  <c:v>0.39794736842105266</c:v>
                </c:pt>
                <c:pt idx="227">
                  <c:v>0.3874736842105263</c:v>
                </c:pt>
                <c:pt idx="228">
                  <c:v>0.37605263157894736</c:v>
                </c:pt>
                <c:pt idx="229">
                  <c:v>0.36589473684210527</c:v>
                </c:pt>
                <c:pt idx="230">
                  <c:v>0.35394736842105262</c:v>
                </c:pt>
                <c:pt idx="231">
                  <c:v>0.33999999999999997</c:v>
                </c:pt>
                <c:pt idx="232">
                  <c:v>0.32736842105263159</c:v>
                </c:pt>
                <c:pt idx="233">
                  <c:v>0.31426315789473691</c:v>
                </c:pt>
                <c:pt idx="234">
                  <c:v>0.3015263157894737</c:v>
                </c:pt>
                <c:pt idx="235">
                  <c:v>0.28852631578947363</c:v>
                </c:pt>
                <c:pt idx="236">
                  <c:v>0.27668421052631575</c:v>
                </c:pt>
                <c:pt idx="237">
                  <c:v>0.26347368421052636</c:v>
                </c:pt>
                <c:pt idx="238">
                  <c:v>0.25115789473684214</c:v>
                </c:pt>
                <c:pt idx="239">
                  <c:v>0.23942105263157892</c:v>
                </c:pt>
                <c:pt idx="240">
                  <c:v>0.22847368421052633</c:v>
                </c:pt>
                <c:pt idx="241">
                  <c:v>0.21715789473684208</c:v>
                </c:pt>
                <c:pt idx="242">
                  <c:v>0.20810526315789471</c:v>
                </c:pt>
                <c:pt idx="243">
                  <c:v>0.19831578947368425</c:v>
                </c:pt>
                <c:pt idx="244">
                  <c:v>0.18894736842105264</c:v>
                </c:pt>
                <c:pt idx="245">
                  <c:v>0.17936842105263157</c:v>
                </c:pt>
                <c:pt idx="246">
                  <c:v>0.17131578947368425</c:v>
                </c:pt>
                <c:pt idx="247">
                  <c:v>0.16421052631578947</c:v>
                </c:pt>
                <c:pt idx="248">
                  <c:v>0.15663157894736845</c:v>
                </c:pt>
                <c:pt idx="249">
                  <c:v>0.14984210526315789</c:v>
                </c:pt>
                <c:pt idx="250">
                  <c:v>0.14257894736842103</c:v>
                </c:pt>
                <c:pt idx="251">
                  <c:v>0.13678947368421052</c:v>
                </c:pt>
                <c:pt idx="252">
                  <c:v>0.13068421052631579</c:v>
                </c:pt>
                <c:pt idx="253">
                  <c:v>0.12468421052631577</c:v>
                </c:pt>
                <c:pt idx="254">
                  <c:v>0.11984210526315787</c:v>
                </c:pt>
                <c:pt idx="255">
                  <c:v>0.11510526315789472</c:v>
                </c:pt>
                <c:pt idx="256">
                  <c:v>0.11068421052631577</c:v>
                </c:pt>
                <c:pt idx="257">
                  <c:v>0.10563157894736842</c:v>
                </c:pt>
                <c:pt idx="258">
                  <c:v>0.10226315789473685</c:v>
                </c:pt>
                <c:pt idx="259">
                  <c:v>9.8842105263157898E-2</c:v>
                </c:pt>
                <c:pt idx="260">
                  <c:v>9.5578947368421069E-2</c:v>
                </c:pt>
                <c:pt idx="261">
                  <c:v>9.2421052631578973E-2</c:v>
                </c:pt>
                <c:pt idx="262">
                  <c:v>8.915789473684213E-2</c:v>
                </c:pt>
                <c:pt idx="263">
                  <c:v>8.557894736842106E-2</c:v>
                </c:pt>
                <c:pt idx="264">
                  <c:v>8.2947368421052631E-2</c:v>
                </c:pt>
                <c:pt idx="265">
                  <c:v>8.1263157894736857E-2</c:v>
                </c:pt>
                <c:pt idx="266">
                  <c:v>7.9263157894736841E-2</c:v>
                </c:pt>
                <c:pt idx="267">
                  <c:v>7.7263157894736839E-2</c:v>
                </c:pt>
                <c:pt idx="268">
                  <c:v>7.484210526315789E-2</c:v>
                </c:pt>
                <c:pt idx="269">
                  <c:v>7.3684210526315783E-2</c:v>
                </c:pt>
                <c:pt idx="270">
                  <c:v>7.2052631578947368E-2</c:v>
                </c:pt>
                <c:pt idx="271">
                  <c:v>7.0736842105263167E-2</c:v>
                </c:pt>
                <c:pt idx="272">
                  <c:v>6.8947368421052632E-2</c:v>
                </c:pt>
                <c:pt idx="273">
                  <c:v>6.7315789473684218E-2</c:v>
                </c:pt>
                <c:pt idx="274">
                  <c:v>6.5736842105263149E-2</c:v>
                </c:pt>
                <c:pt idx="275">
                  <c:v>6.3789473684210521E-2</c:v>
                </c:pt>
                <c:pt idx="276">
                  <c:v>6.3210526315789467E-2</c:v>
                </c:pt>
                <c:pt idx="277">
                  <c:v>6.1421052631578953E-2</c:v>
                </c:pt>
                <c:pt idx="278">
                  <c:v>6.0368421052631578E-2</c:v>
                </c:pt>
                <c:pt idx="279">
                  <c:v>5.9421052631578937E-2</c:v>
                </c:pt>
                <c:pt idx="280">
                  <c:v>5.8842105263157897E-2</c:v>
                </c:pt>
                <c:pt idx="281">
                  <c:v>5.7947368421052629E-2</c:v>
                </c:pt>
                <c:pt idx="282">
                  <c:v>5.6842105263157895E-2</c:v>
                </c:pt>
                <c:pt idx="283">
                  <c:v>5.6105263157894741E-2</c:v>
                </c:pt>
                <c:pt idx="284">
                  <c:v>5.5947368421052628E-2</c:v>
                </c:pt>
                <c:pt idx="285">
                  <c:v>5.6000000000000015E-2</c:v>
                </c:pt>
                <c:pt idx="286">
                  <c:v>5.5473684210526321E-2</c:v>
                </c:pt>
                <c:pt idx="287">
                  <c:v>5.4842105263157907E-2</c:v>
                </c:pt>
                <c:pt idx="288">
                  <c:v>5.3894736842105273E-2</c:v>
                </c:pt>
                <c:pt idx="289">
                  <c:v>5.2789473684210532E-2</c:v>
                </c:pt>
                <c:pt idx="290">
                  <c:v>5.1894736842105271E-2</c:v>
                </c:pt>
                <c:pt idx="291">
                  <c:v>5.1263157894736858E-2</c:v>
                </c:pt>
                <c:pt idx="292">
                  <c:v>5.1157894736842124E-2</c:v>
                </c:pt>
                <c:pt idx="293">
                  <c:v>4.9684210526315803E-2</c:v>
                </c:pt>
                <c:pt idx="294">
                  <c:v>4.9526315789473696E-2</c:v>
                </c:pt>
                <c:pt idx="295">
                  <c:v>4.9473684210526329E-2</c:v>
                </c:pt>
                <c:pt idx="296">
                  <c:v>4.9000000000000016E-2</c:v>
                </c:pt>
                <c:pt idx="297">
                  <c:v>4.8368421052631595E-2</c:v>
                </c:pt>
                <c:pt idx="298">
                  <c:v>4.7894736842105275E-2</c:v>
                </c:pt>
                <c:pt idx="299">
                  <c:v>4.7105263157894747E-2</c:v>
                </c:pt>
                <c:pt idx="300">
                  <c:v>4.6368421052631593E-2</c:v>
                </c:pt>
                <c:pt idx="301">
                  <c:v>4.66842105263158E-2</c:v>
                </c:pt>
                <c:pt idx="302">
                  <c:v>4.6894736842105274E-2</c:v>
                </c:pt>
                <c:pt idx="303">
                  <c:v>4.6947368421052647E-2</c:v>
                </c:pt>
                <c:pt idx="304">
                  <c:v>4.631578947368422E-2</c:v>
                </c:pt>
                <c:pt idx="305">
                  <c:v>4.605263157894738E-2</c:v>
                </c:pt>
                <c:pt idx="306">
                  <c:v>4.6000000000000013E-2</c:v>
                </c:pt>
                <c:pt idx="307">
                  <c:v>4.5631578947368433E-2</c:v>
                </c:pt>
                <c:pt idx="308">
                  <c:v>4.5631578947368433E-2</c:v>
                </c:pt>
                <c:pt idx="309">
                  <c:v>4.4894736842105272E-2</c:v>
                </c:pt>
                <c:pt idx="310">
                  <c:v>4.3894736842105271E-2</c:v>
                </c:pt>
                <c:pt idx="311">
                  <c:v>4.4789473684210539E-2</c:v>
                </c:pt>
                <c:pt idx="312">
                  <c:v>4.4526315789473692E-2</c:v>
                </c:pt>
                <c:pt idx="313">
                  <c:v>4.5105263157894745E-2</c:v>
                </c:pt>
                <c:pt idx="314">
                  <c:v>4.5000000000000012E-2</c:v>
                </c:pt>
                <c:pt idx="315">
                  <c:v>4.3894736842105271E-2</c:v>
                </c:pt>
                <c:pt idx="316">
                  <c:v>4.3736842105263164E-2</c:v>
                </c:pt>
                <c:pt idx="317">
                  <c:v>4.3368421052631591E-2</c:v>
                </c:pt>
                <c:pt idx="318">
                  <c:v>4.3421052631578957E-2</c:v>
                </c:pt>
                <c:pt idx="319">
                  <c:v>4.3157894736842117E-2</c:v>
                </c:pt>
                <c:pt idx="320">
                  <c:v>4.2842105263157904E-2</c:v>
                </c:pt>
                <c:pt idx="321">
                  <c:v>4.3052631578947377E-2</c:v>
                </c:pt>
                <c:pt idx="322">
                  <c:v>4.3105263157894744E-2</c:v>
                </c:pt>
                <c:pt idx="323">
                  <c:v>4.2789473684210537E-2</c:v>
                </c:pt>
                <c:pt idx="324">
                  <c:v>4.3263157894736851E-2</c:v>
                </c:pt>
                <c:pt idx="325">
                  <c:v>4.2578947368421063E-2</c:v>
                </c:pt>
                <c:pt idx="326">
                  <c:v>4.2736842105263163E-2</c:v>
                </c:pt>
                <c:pt idx="327">
                  <c:v>4.2842105263157904E-2</c:v>
                </c:pt>
                <c:pt idx="328">
                  <c:v>4.2052631578947376E-2</c:v>
                </c:pt>
                <c:pt idx="329">
                  <c:v>4.0842105263157909E-2</c:v>
                </c:pt>
                <c:pt idx="330">
                  <c:v>4.1210526315789482E-2</c:v>
                </c:pt>
                <c:pt idx="331">
                  <c:v>4.2157894736842116E-2</c:v>
                </c:pt>
                <c:pt idx="332">
                  <c:v>4.1894736842105269E-2</c:v>
                </c:pt>
                <c:pt idx="333">
                  <c:v>4.1368421052631589E-2</c:v>
                </c:pt>
                <c:pt idx="334">
                  <c:v>4.0842105263157902E-2</c:v>
                </c:pt>
                <c:pt idx="335">
                  <c:v>4.1210526315789482E-2</c:v>
                </c:pt>
                <c:pt idx="336">
                  <c:v>4.1105263157894742E-2</c:v>
                </c:pt>
                <c:pt idx="337">
                  <c:v>4.1736842105263162E-2</c:v>
                </c:pt>
                <c:pt idx="338">
                  <c:v>4.0473684210526321E-2</c:v>
                </c:pt>
                <c:pt idx="339">
                  <c:v>3.9789473684210541E-2</c:v>
                </c:pt>
                <c:pt idx="340">
                  <c:v>4.0736842105263162E-2</c:v>
                </c:pt>
                <c:pt idx="341">
                  <c:v>4.0263157894736848E-2</c:v>
                </c:pt>
                <c:pt idx="342">
                  <c:v>4.0947368421052642E-2</c:v>
                </c:pt>
                <c:pt idx="343">
                  <c:v>4.0263157894736855E-2</c:v>
                </c:pt>
                <c:pt idx="344">
                  <c:v>4.0368421052631588E-2</c:v>
                </c:pt>
                <c:pt idx="345">
                  <c:v>4.0789473684210535E-2</c:v>
                </c:pt>
                <c:pt idx="346">
                  <c:v>4.0315789473684215E-2</c:v>
                </c:pt>
                <c:pt idx="347">
                  <c:v>4.0631578947368435E-2</c:v>
                </c:pt>
                <c:pt idx="348">
                  <c:v>4.0789473684210542E-2</c:v>
                </c:pt>
                <c:pt idx="349">
                  <c:v>4.1000000000000016E-2</c:v>
                </c:pt>
                <c:pt idx="350">
                  <c:v>4.0368421052631588E-2</c:v>
                </c:pt>
                <c:pt idx="351">
                  <c:v>4.1105263157894742E-2</c:v>
                </c:pt>
                <c:pt idx="352">
                  <c:v>4.1210526315789489E-2</c:v>
                </c:pt>
                <c:pt idx="353">
                  <c:v>4.2263157894736857E-2</c:v>
                </c:pt>
                <c:pt idx="354">
                  <c:v>4.2052631578947376E-2</c:v>
                </c:pt>
                <c:pt idx="355">
                  <c:v>4.0315789473684215E-2</c:v>
                </c:pt>
                <c:pt idx="356">
                  <c:v>3.9842105263157901E-2</c:v>
                </c:pt>
                <c:pt idx="357">
                  <c:v>4.0894736842105275E-2</c:v>
                </c:pt>
                <c:pt idx="358">
                  <c:v>3.9842105263157908E-2</c:v>
                </c:pt>
                <c:pt idx="359">
                  <c:v>3.8368421052631586E-2</c:v>
                </c:pt>
                <c:pt idx="360">
                  <c:v>3.9894736842105274E-2</c:v>
                </c:pt>
                <c:pt idx="361">
                  <c:v>3.9157894736842114E-2</c:v>
                </c:pt>
                <c:pt idx="362">
                  <c:v>3.8473684210526327E-2</c:v>
                </c:pt>
                <c:pt idx="363">
                  <c:v>3.9736842105263168E-2</c:v>
                </c:pt>
                <c:pt idx="364">
                  <c:v>3.9368421052631587E-2</c:v>
                </c:pt>
                <c:pt idx="365">
                  <c:v>3.873684210526316E-2</c:v>
                </c:pt>
                <c:pt idx="366">
                  <c:v>3.8631578947368433E-2</c:v>
                </c:pt>
                <c:pt idx="367">
                  <c:v>3.9263157894736847E-2</c:v>
                </c:pt>
                <c:pt idx="368">
                  <c:v>3.9842105263157908E-2</c:v>
                </c:pt>
                <c:pt idx="369">
                  <c:v>3.9736842105263168E-2</c:v>
                </c:pt>
                <c:pt idx="370">
                  <c:v>3.9210526315789487E-2</c:v>
                </c:pt>
                <c:pt idx="371">
                  <c:v>3.8578947368421067E-2</c:v>
                </c:pt>
                <c:pt idx="372">
                  <c:v>3.8210526315789486E-2</c:v>
                </c:pt>
                <c:pt idx="373">
                  <c:v>3.815789473684212E-2</c:v>
                </c:pt>
                <c:pt idx="374">
                  <c:v>4.0210526315789481E-2</c:v>
                </c:pt>
                <c:pt idx="375">
                  <c:v>3.9526315789473694E-2</c:v>
                </c:pt>
                <c:pt idx="376">
                  <c:v>3.842105263157896E-2</c:v>
                </c:pt>
                <c:pt idx="377">
                  <c:v>3.8000000000000013E-2</c:v>
                </c:pt>
                <c:pt idx="378">
                  <c:v>3.8736842105263167E-2</c:v>
                </c:pt>
                <c:pt idx="379">
                  <c:v>3.7578947368421066E-2</c:v>
                </c:pt>
                <c:pt idx="380">
                  <c:v>3.8000000000000013E-2</c:v>
                </c:pt>
                <c:pt idx="381">
                  <c:v>3.9526315789473694E-2</c:v>
                </c:pt>
                <c:pt idx="382">
                  <c:v>3.9473684210526334E-2</c:v>
                </c:pt>
                <c:pt idx="383">
                  <c:v>4.0315789473684215E-2</c:v>
                </c:pt>
                <c:pt idx="384">
                  <c:v>3.9157894736842114E-2</c:v>
                </c:pt>
                <c:pt idx="385">
                  <c:v>3.6894736842105272E-2</c:v>
                </c:pt>
                <c:pt idx="386">
                  <c:v>3.5947368421052638E-2</c:v>
                </c:pt>
                <c:pt idx="387">
                  <c:v>3.7052631578947379E-2</c:v>
                </c:pt>
                <c:pt idx="388">
                  <c:v>3.6421052631578958E-2</c:v>
                </c:pt>
                <c:pt idx="389">
                  <c:v>3.6736842105263165E-2</c:v>
                </c:pt>
                <c:pt idx="390">
                  <c:v>3.905263157894738E-2</c:v>
                </c:pt>
                <c:pt idx="391">
                  <c:v>3.8000000000000013E-2</c:v>
                </c:pt>
                <c:pt idx="392">
                  <c:v>3.6842105263157905E-2</c:v>
                </c:pt>
                <c:pt idx="393">
                  <c:v>3.6473684210526325E-2</c:v>
                </c:pt>
                <c:pt idx="394">
                  <c:v>3.7000000000000005E-2</c:v>
                </c:pt>
                <c:pt idx="395">
                  <c:v>3.7789473684210539E-2</c:v>
                </c:pt>
                <c:pt idx="396">
                  <c:v>3.7315789473684212E-2</c:v>
                </c:pt>
                <c:pt idx="397">
                  <c:v>3.6842105263157905E-2</c:v>
                </c:pt>
                <c:pt idx="398">
                  <c:v>3.6473684210526325E-2</c:v>
                </c:pt>
                <c:pt idx="399">
                  <c:v>3.8157894736842113E-2</c:v>
                </c:pt>
                <c:pt idx="400">
                  <c:v>3.7000000000000012E-2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FB0-40C7-A586-0D5CA1908FA5}"/>
            </c:ext>
          </c:extLst>
        </c:ser>
        <c:ser>
          <c:idx val="4"/>
          <c:order val="4"/>
          <c:tx>
            <c:strRef>
              <c:f>Averages!$F$13</c:f>
              <c:strCache>
                <c:ptCount val="1"/>
                <c:pt idx="0">
                  <c:v>P3-Type</c:v>
                </c:pt>
              </c:strCache>
            </c:strRef>
          </c:tx>
          <c:spPr>
            <a:ln w="3810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Averages!$A$14:$A$414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Averages!$F$14:$F$414</c:f>
              <c:numCache>
                <c:formatCode>General</c:formatCode>
                <c:ptCount val="401"/>
                <c:pt idx="0">
                  <c:v>0.40845161290322579</c:v>
                </c:pt>
                <c:pt idx="1">
                  <c:v>0.40729032258064518</c:v>
                </c:pt>
                <c:pt idx="2">
                  <c:v>0.40812903225806446</c:v>
                </c:pt>
                <c:pt idx="3">
                  <c:v>0.40564516129032252</c:v>
                </c:pt>
                <c:pt idx="4">
                  <c:v>0.4080322580645161</c:v>
                </c:pt>
                <c:pt idx="5">
                  <c:v>0.40458064516129039</c:v>
                </c:pt>
                <c:pt idx="6">
                  <c:v>0.40180645161290329</c:v>
                </c:pt>
                <c:pt idx="7">
                  <c:v>0.39996774193548401</c:v>
                </c:pt>
                <c:pt idx="8">
                  <c:v>0.39890322580645154</c:v>
                </c:pt>
                <c:pt idx="9">
                  <c:v>0.40016129032258069</c:v>
                </c:pt>
                <c:pt idx="10">
                  <c:v>0.39780645161290312</c:v>
                </c:pt>
                <c:pt idx="11">
                  <c:v>0.39893548387096767</c:v>
                </c:pt>
                <c:pt idx="12">
                  <c:v>0.39838709677419359</c:v>
                </c:pt>
                <c:pt idx="13">
                  <c:v>0.39570967741935487</c:v>
                </c:pt>
                <c:pt idx="14">
                  <c:v>0.39658064516129027</c:v>
                </c:pt>
                <c:pt idx="15">
                  <c:v>0.40016129032258069</c:v>
                </c:pt>
                <c:pt idx="16">
                  <c:v>0.39880645161290323</c:v>
                </c:pt>
                <c:pt idx="17">
                  <c:v>0.39987096774193548</c:v>
                </c:pt>
                <c:pt idx="18">
                  <c:v>0.40190322580645171</c:v>
                </c:pt>
                <c:pt idx="19">
                  <c:v>0.40577419354838712</c:v>
                </c:pt>
                <c:pt idx="20">
                  <c:v>0.4055483870967741</c:v>
                </c:pt>
                <c:pt idx="21">
                  <c:v>0.40661290322580634</c:v>
                </c:pt>
                <c:pt idx="22">
                  <c:v>0.40764516129032263</c:v>
                </c:pt>
                <c:pt idx="23">
                  <c:v>0.40774193548387078</c:v>
                </c:pt>
                <c:pt idx="24">
                  <c:v>0.41025806451612917</c:v>
                </c:pt>
                <c:pt idx="25">
                  <c:v>0.40945161290322579</c:v>
                </c:pt>
                <c:pt idx="26">
                  <c:v>0.40977419354838712</c:v>
                </c:pt>
                <c:pt idx="27">
                  <c:v>0.41245161290322591</c:v>
                </c:pt>
                <c:pt idx="28">
                  <c:v>0.41774193548387101</c:v>
                </c:pt>
                <c:pt idx="29">
                  <c:v>0.41751612903225799</c:v>
                </c:pt>
                <c:pt idx="30">
                  <c:v>0.4198064516129032</c:v>
                </c:pt>
                <c:pt idx="31">
                  <c:v>0.42229032258064525</c:v>
                </c:pt>
                <c:pt idx="32">
                  <c:v>0.42306451612903234</c:v>
                </c:pt>
                <c:pt idx="33">
                  <c:v>0.42341935483870963</c:v>
                </c:pt>
                <c:pt idx="34">
                  <c:v>0.42419354838709677</c:v>
                </c:pt>
                <c:pt idx="35">
                  <c:v>0.42387096774193544</c:v>
                </c:pt>
                <c:pt idx="36">
                  <c:v>0.42680645161290326</c:v>
                </c:pt>
                <c:pt idx="37">
                  <c:v>0.42751612903225816</c:v>
                </c:pt>
                <c:pt idx="38">
                  <c:v>0.42670967741935484</c:v>
                </c:pt>
                <c:pt idx="39">
                  <c:v>0.42803225806451617</c:v>
                </c:pt>
                <c:pt idx="40">
                  <c:v>0.43106451612903218</c:v>
                </c:pt>
                <c:pt idx="41">
                  <c:v>0.43154838709677423</c:v>
                </c:pt>
                <c:pt idx="42">
                  <c:v>0.43245161290322592</c:v>
                </c:pt>
                <c:pt idx="43">
                  <c:v>0.43474193548387102</c:v>
                </c:pt>
                <c:pt idx="44">
                  <c:v>0.43393548387096781</c:v>
                </c:pt>
                <c:pt idx="45">
                  <c:v>0.4351935483870969</c:v>
                </c:pt>
                <c:pt idx="46">
                  <c:v>0.43470967741935479</c:v>
                </c:pt>
                <c:pt idx="47">
                  <c:v>0.43432258064516144</c:v>
                </c:pt>
                <c:pt idx="48">
                  <c:v>0.43493548387096781</c:v>
                </c:pt>
                <c:pt idx="49">
                  <c:v>0.43619354838709684</c:v>
                </c:pt>
                <c:pt idx="50">
                  <c:v>0.43583870967741933</c:v>
                </c:pt>
                <c:pt idx="51">
                  <c:v>0.43529032258064504</c:v>
                </c:pt>
                <c:pt idx="52">
                  <c:v>0.43516129032258055</c:v>
                </c:pt>
                <c:pt idx="53">
                  <c:v>0.43635483870967745</c:v>
                </c:pt>
                <c:pt idx="54">
                  <c:v>0.43680645161290343</c:v>
                </c:pt>
                <c:pt idx="55">
                  <c:v>0.43706451612903219</c:v>
                </c:pt>
                <c:pt idx="56">
                  <c:v>0.43877419354838709</c:v>
                </c:pt>
                <c:pt idx="57">
                  <c:v>0.43774193548387091</c:v>
                </c:pt>
                <c:pt idx="58">
                  <c:v>0.43787096774193551</c:v>
                </c:pt>
                <c:pt idx="59">
                  <c:v>0.43854838709677418</c:v>
                </c:pt>
                <c:pt idx="60">
                  <c:v>0.43929032258064515</c:v>
                </c:pt>
                <c:pt idx="61">
                  <c:v>0.44012903225806449</c:v>
                </c:pt>
                <c:pt idx="62">
                  <c:v>0.43899999999999989</c:v>
                </c:pt>
                <c:pt idx="63">
                  <c:v>0.43980645161290327</c:v>
                </c:pt>
                <c:pt idx="64">
                  <c:v>0.43877419354838704</c:v>
                </c:pt>
                <c:pt idx="65">
                  <c:v>0.4384193548387097</c:v>
                </c:pt>
                <c:pt idx="66">
                  <c:v>0.43825806451612909</c:v>
                </c:pt>
                <c:pt idx="67">
                  <c:v>0.43819354838709684</c:v>
                </c:pt>
                <c:pt idx="68">
                  <c:v>0.43845161290322576</c:v>
                </c:pt>
                <c:pt idx="69">
                  <c:v>0.43774193548387091</c:v>
                </c:pt>
                <c:pt idx="70">
                  <c:v>0.43709677419354831</c:v>
                </c:pt>
                <c:pt idx="71">
                  <c:v>0.43738709677419357</c:v>
                </c:pt>
                <c:pt idx="72">
                  <c:v>0.43603225806451607</c:v>
                </c:pt>
                <c:pt idx="73">
                  <c:v>0.43787096774193551</c:v>
                </c:pt>
                <c:pt idx="74">
                  <c:v>0.43822580645161291</c:v>
                </c:pt>
                <c:pt idx="75">
                  <c:v>0.43719354838709679</c:v>
                </c:pt>
                <c:pt idx="76">
                  <c:v>0.43761290322580648</c:v>
                </c:pt>
                <c:pt idx="77">
                  <c:v>0.43677419354838709</c:v>
                </c:pt>
                <c:pt idx="78">
                  <c:v>0.43629032258064515</c:v>
                </c:pt>
                <c:pt idx="79">
                  <c:v>0.43532258064516138</c:v>
                </c:pt>
                <c:pt idx="80">
                  <c:v>0.43480645161290332</c:v>
                </c:pt>
                <c:pt idx="81">
                  <c:v>0.43538709677419368</c:v>
                </c:pt>
                <c:pt idx="82">
                  <c:v>0.43551612903225811</c:v>
                </c:pt>
                <c:pt idx="83">
                  <c:v>0.43477419354838714</c:v>
                </c:pt>
                <c:pt idx="84">
                  <c:v>0.43367741935483861</c:v>
                </c:pt>
                <c:pt idx="85">
                  <c:v>0.43354838709677412</c:v>
                </c:pt>
                <c:pt idx="86">
                  <c:v>0.43351612903225795</c:v>
                </c:pt>
                <c:pt idx="87">
                  <c:v>0.4326451612903226</c:v>
                </c:pt>
                <c:pt idx="88">
                  <c:v>0.43345161290322587</c:v>
                </c:pt>
                <c:pt idx="89">
                  <c:v>0.43370967741935479</c:v>
                </c:pt>
                <c:pt idx="90">
                  <c:v>0.43338709677419363</c:v>
                </c:pt>
                <c:pt idx="91">
                  <c:v>0.43145161290322587</c:v>
                </c:pt>
                <c:pt idx="92">
                  <c:v>0.4307096774193549</c:v>
                </c:pt>
                <c:pt idx="93">
                  <c:v>0.42945161290322587</c:v>
                </c:pt>
                <c:pt idx="94">
                  <c:v>0.43041935483870969</c:v>
                </c:pt>
                <c:pt idx="95">
                  <c:v>0.4300000000000001</c:v>
                </c:pt>
                <c:pt idx="96">
                  <c:v>0.42964516129032265</c:v>
                </c:pt>
                <c:pt idx="97">
                  <c:v>0.42909677419354841</c:v>
                </c:pt>
                <c:pt idx="98">
                  <c:v>0.4288709677419355</c:v>
                </c:pt>
                <c:pt idx="99">
                  <c:v>0.42709677419354836</c:v>
                </c:pt>
                <c:pt idx="100">
                  <c:v>0.42719354838709672</c:v>
                </c:pt>
                <c:pt idx="101">
                  <c:v>0.42570967741935495</c:v>
                </c:pt>
                <c:pt idx="102">
                  <c:v>0.42499999999999999</c:v>
                </c:pt>
                <c:pt idx="103">
                  <c:v>0.42409677419354841</c:v>
                </c:pt>
                <c:pt idx="104">
                  <c:v>0.42432258064516143</c:v>
                </c:pt>
                <c:pt idx="105">
                  <c:v>0.42377419354838719</c:v>
                </c:pt>
                <c:pt idx="106">
                  <c:v>0.42332258064516121</c:v>
                </c:pt>
                <c:pt idx="107">
                  <c:v>0.42212903225806464</c:v>
                </c:pt>
                <c:pt idx="108">
                  <c:v>0.42096774193548375</c:v>
                </c:pt>
                <c:pt idx="109">
                  <c:v>0.42003225806451616</c:v>
                </c:pt>
                <c:pt idx="110">
                  <c:v>0.42048387096774192</c:v>
                </c:pt>
                <c:pt idx="111">
                  <c:v>0.41899999999999993</c:v>
                </c:pt>
                <c:pt idx="112">
                  <c:v>0.41861290322580647</c:v>
                </c:pt>
                <c:pt idx="113">
                  <c:v>0.41906451612903206</c:v>
                </c:pt>
                <c:pt idx="114">
                  <c:v>0.4175806451612904</c:v>
                </c:pt>
                <c:pt idx="115">
                  <c:v>0.41664516129032259</c:v>
                </c:pt>
                <c:pt idx="116">
                  <c:v>0.41661290322580641</c:v>
                </c:pt>
                <c:pt idx="117">
                  <c:v>0.41551612903225821</c:v>
                </c:pt>
                <c:pt idx="118">
                  <c:v>0.41519354838709677</c:v>
                </c:pt>
                <c:pt idx="119">
                  <c:v>0.41370967741935494</c:v>
                </c:pt>
                <c:pt idx="120">
                  <c:v>0.41293548387096773</c:v>
                </c:pt>
                <c:pt idx="121">
                  <c:v>0.41122580645161305</c:v>
                </c:pt>
                <c:pt idx="122">
                  <c:v>0.41090322580645172</c:v>
                </c:pt>
                <c:pt idx="123">
                  <c:v>0.41087096774193543</c:v>
                </c:pt>
                <c:pt idx="124">
                  <c:v>0.40977419354838718</c:v>
                </c:pt>
                <c:pt idx="125">
                  <c:v>0.40835483870967737</c:v>
                </c:pt>
                <c:pt idx="126">
                  <c:v>0.40787096774193549</c:v>
                </c:pt>
                <c:pt idx="127">
                  <c:v>0.40609677419354828</c:v>
                </c:pt>
                <c:pt idx="128">
                  <c:v>0.40487096774193548</c:v>
                </c:pt>
                <c:pt idx="129">
                  <c:v>0.40380645161290335</c:v>
                </c:pt>
                <c:pt idx="130">
                  <c:v>0.4033870967741936</c:v>
                </c:pt>
                <c:pt idx="131">
                  <c:v>0.40267741935483875</c:v>
                </c:pt>
                <c:pt idx="132">
                  <c:v>0.40187096774193543</c:v>
                </c:pt>
                <c:pt idx="133">
                  <c:v>0.40119354838709687</c:v>
                </c:pt>
                <c:pt idx="134">
                  <c:v>0.40012903225806468</c:v>
                </c:pt>
                <c:pt idx="135">
                  <c:v>0.39890322580645154</c:v>
                </c:pt>
                <c:pt idx="136">
                  <c:v>0.39835483870967742</c:v>
                </c:pt>
                <c:pt idx="137">
                  <c:v>0.3975483870967742</c:v>
                </c:pt>
                <c:pt idx="138">
                  <c:v>0.39741935483870966</c:v>
                </c:pt>
                <c:pt idx="139">
                  <c:v>0.39629032258064528</c:v>
                </c:pt>
                <c:pt idx="140">
                  <c:v>0.3964838709677419</c:v>
                </c:pt>
                <c:pt idx="141">
                  <c:v>0.39432258064516135</c:v>
                </c:pt>
                <c:pt idx="142">
                  <c:v>0.39390322580645171</c:v>
                </c:pt>
                <c:pt idx="143">
                  <c:v>0.39280645161290323</c:v>
                </c:pt>
                <c:pt idx="144">
                  <c:v>0.39219354838709686</c:v>
                </c:pt>
                <c:pt idx="145">
                  <c:v>0.39029032258064517</c:v>
                </c:pt>
                <c:pt idx="146">
                  <c:v>0.38932258064516134</c:v>
                </c:pt>
                <c:pt idx="147">
                  <c:v>0.38816129032258079</c:v>
                </c:pt>
                <c:pt idx="148">
                  <c:v>0.38661290322580638</c:v>
                </c:pt>
                <c:pt idx="149">
                  <c:v>0.38551612903225801</c:v>
                </c:pt>
                <c:pt idx="150">
                  <c:v>0.38338709677419347</c:v>
                </c:pt>
                <c:pt idx="151">
                  <c:v>0.38090322580645153</c:v>
                </c:pt>
                <c:pt idx="152">
                  <c:v>0.37841935483870975</c:v>
                </c:pt>
                <c:pt idx="153">
                  <c:v>0.3750645161290323</c:v>
                </c:pt>
                <c:pt idx="154">
                  <c:v>0.37193548387096781</c:v>
                </c:pt>
                <c:pt idx="155">
                  <c:v>0.36800000000000005</c:v>
                </c:pt>
                <c:pt idx="156">
                  <c:v>0.36258064516129035</c:v>
                </c:pt>
                <c:pt idx="157">
                  <c:v>0.35712903225806458</c:v>
                </c:pt>
                <c:pt idx="158">
                  <c:v>0.34964516129032264</c:v>
                </c:pt>
                <c:pt idx="159">
                  <c:v>0.34203225806451615</c:v>
                </c:pt>
                <c:pt idx="160">
                  <c:v>0.33222580645161287</c:v>
                </c:pt>
                <c:pt idx="161">
                  <c:v>0.32012903225806444</c:v>
                </c:pt>
                <c:pt idx="162">
                  <c:v>0.30880645161290315</c:v>
                </c:pt>
                <c:pt idx="163">
                  <c:v>0.29583870967741943</c:v>
                </c:pt>
                <c:pt idx="164">
                  <c:v>0.28174193548387094</c:v>
                </c:pt>
                <c:pt idx="165">
                  <c:v>0.26748387096774195</c:v>
                </c:pt>
                <c:pt idx="166">
                  <c:v>0.25267741935483867</c:v>
                </c:pt>
                <c:pt idx="167">
                  <c:v>0.23725806451612905</c:v>
                </c:pt>
                <c:pt idx="168">
                  <c:v>0.22167741935483867</c:v>
                </c:pt>
                <c:pt idx="169">
                  <c:v>0.20583870967741932</c:v>
                </c:pt>
                <c:pt idx="170">
                  <c:v>0.19083870967741939</c:v>
                </c:pt>
                <c:pt idx="171">
                  <c:v>0.17554838709677417</c:v>
                </c:pt>
                <c:pt idx="172">
                  <c:v>0.16196774193548383</c:v>
                </c:pt>
                <c:pt idx="173">
                  <c:v>0.14883870967741936</c:v>
                </c:pt>
                <c:pt idx="174">
                  <c:v>0.13693548387096777</c:v>
                </c:pt>
                <c:pt idx="175">
                  <c:v>0.12548387096774197</c:v>
                </c:pt>
                <c:pt idx="176">
                  <c:v>0.11470967741935485</c:v>
                </c:pt>
                <c:pt idx="177">
                  <c:v>0.10541935483870965</c:v>
                </c:pt>
                <c:pt idx="178">
                  <c:v>9.6741935483870958E-2</c:v>
                </c:pt>
                <c:pt idx="179">
                  <c:v>8.9096774193548403E-2</c:v>
                </c:pt>
                <c:pt idx="180">
                  <c:v>8.2129032258064491E-2</c:v>
                </c:pt>
                <c:pt idx="181">
                  <c:v>7.6258064516129029E-2</c:v>
                </c:pt>
                <c:pt idx="182">
                  <c:v>7.0645161290322556E-2</c:v>
                </c:pt>
                <c:pt idx="183">
                  <c:v>6.577419354838708E-2</c:v>
                </c:pt>
                <c:pt idx="184">
                  <c:v>6.1580645161290325E-2</c:v>
                </c:pt>
                <c:pt idx="185">
                  <c:v>5.7258064516129019E-2</c:v>
                </c:pt>
                <c:pt idx="186">
                  <c:v>5.3774193548387084E-2</c:v>
                </c:pt>
                <c:pt idx="187">
                  <c:v>5.061290322580643E-2</c:v>
                </c:pt>
                <c:pt idx="188">
                  <c:v>4.7516129032258062E-2</c:v>
                </c:pt>
                <c:pt idx="189">
                  <c:v>4.5290322580645151E-2</c:v>
                </c:pt>
                <c:pt idx="190">
                  <c:v>4.3290322580645156E-2</c:v>
                </c:pt>
                <c:pt idx="191">
                  <c:v>4.1225806451612911E-2</c:v>
                </c:pt>
                <c:pt idx="192">
                  <c:v>3.919354838709678E-2</c:v>
                </c:pt>
                <c:pt idx="193">
                  <c:v>3.7709677419354833E-2</c:v>
                </c:pt>
                <c:pt idx="194">
                  <c:v>3.6258064516129035E-2</c:v>
                </c:pt>
                <c:pt idx="195">
                  <c:v>3.4677419354838722E-2</c:v>
                </c:pt>
                <c:pt idx="196">
                  <c:v>3.361290322580647E-2</c:v>
                </c:pt>
                <c:pt idx="197">
                  <c:v>3.212903225806453E-2</c:v>
                </c:pt>
                <c:pt idx="198">
                  <c:v>3.1483870967741946E-2</c:v>
                </c:pt>
                <c:pt idx="199">
                  <c:v>3.0967741935483885E-2</c:v>
                </c:pt>
                <c:pt idx="200">
                  <c:v>2.9645161290322589E-2</c:v>
                </c:pt>
                <c:pt idx="201">
                  <c:v>2.8322580645161303E-2</c:v>
                </c:pt>
                <c:pt idx="202">
                  <c:v>2.7967741935483879E-2</c:v>
                </c:pt>
                <c:pt idx="203">
                  <c:v>2.7580645161290333E-2</c:v>
                </c:pt>
                <c:pt idx="204">
                  <c:v>2.7096774193548397E-2</c:v>
                </c:pt>
                <c:pt idx="205">
                  <c:v>2.6225806451612915E-2</c:v>
                </c:pt>
                <c:pt idx="206">
                  <c:v>2.5935483870967752E-2</c:v>
                </c:pt>
                <c:pt idx="207">
                  <c:v>2.5032258064516137E-2</c:v>
                </c:pt>
                <c:pt idx="208">
                  <c:v>2.4354838709677428E-2</c:v>
                </c:pt>
                <c:pt idx="209">
                  <c:v>2.4580645161290333E-2</c:v>
                </c:pt>
                <c:pt idx="210">
                  <c:v>2.4225806451612916E-2</c:v>
                </c:pt>
                <c:pt idx="211">
                  <c:v>2.3580645161290336E-2</c:v>
                </c:pt>
                <c:pt idx="212">
                  <c:v>2.2419354838709687E-2</c:v>
                </c:pt>
                <c:pt idx="213">
                  <c:v>2.2677419354838718E-2</c:v>
                </c:pt>
                <c:pt idx="214">
                  <c:v>2.2516129032258074E-2</c:v>
                </c:pt>
                <c:pt idx="215">
                  <c:v>2.1935483870967751E-2</c:v>
                </c:pt>
                <c:pt idx="216">
                  <c:v>2.1354838709677429E-2</c:v>
                </c:pt>
                <c:pt idx="217">
                  <c:v>2.1096774193548395E-2</c:v>
                </c:pt>
                <c:pt idx="218">
                  <c:v>2.0838709677419368E-2</c:v>
                </c:pt>
                <c:pt idx="219">
                  <c:v>2.0580645161290333E-2</c:v>
                </c:pt>
                <c:pt idx="220">
                  <c:v>2.0419354838709686E-2</c:v>
                </c:pt>
                <c:pt idx="221">
                  <c:v>1.9870967741935492E-2</c:v>
                </c:pt>
                <c:pt idx="222">
                  <c:v>1.9419354838709688E-2</c:v>
                </c:pt>
                <c:pt idx="223">
                  <c:v>1.9354838709677427E-2</c:v>
                </c:pt>
                <c:pt idx="224">
                  <c:v>1.9322580645161302E-2</c:v>
                </c:pt>
                <c:pt idx="225">
                  <c:v>1.9096774193548393E-2</c:v>
                </c:pt>
                <c:pt idx="226">
                  <c:v>1.8870967741935495E-2</c:v>
                </c:pt>
                <c:pt idx="227">
                  <c:v>1.8774193548387105E-2</c:v>
                </c:pt>
                <c:pt idx="228">
                  <c:v>1.8645161290322589E-2</c:v>
                </c:pt>
                <c:pt idx="229">
                  <c:v>1.8387096774193555E-2</c:v>
                </c:pt>
                <c:pt idx="230">
                  <c:v>1.8000000000000006E-2</c:v>
                </c:pt>
                <c:pt idx="231">
                  <c:v>1.7645161290322585E-2</c:v>
                </c:pt>
                <c:pt idx="232">
                  <c:v>1.7709677419354843E-2</c:v>
                </c:pt>
                <c:pt idx="233">
                  <c:v>1.77741935483871E-2</c:v>
                </c:pt>
                <c:pt idx="234">
                  <c:v>1.7548387096774202E-2</c:v>
                </c:pt>
                <c:pt idx="235">
                  <c:v>1.7193548387096778E-2</c:v>
                </c:pt>
                <c:pt idx="236">
                  <c:v>1.6774193548387103E-2</c:v>
                </c:pt>
                <c:pt idx="237">
                  <c:v>1.6612903225806459E-2</c:v>
                </c:pt>
                <c:pt idx="238">
                  <c:v>1.6483870967741943E-2</c:v>
                </c:pt>
                <c:pt idx="239">
                  <c:v>1.6354838709677428E-2</c:v>
                </c:pt>
                <c:pt idx="240">
                  <c:v>1.6225806451612906E-2</c:v>
                </c:pt>
                <c:pt idx="241">
                  <c:v>1.6645161290322587E-2</c:v>
                </c:pt>
                <c:pt idx="242">
                  <c:v>1.7032258064516137E-2</c:v>
                </c:pt>
                <c:pt idx="243">
                  <c:v>1.6741935483870974E-2</c:v>
                </c:pt>
                <c:pt idx="244">
                  <c:v>1.6516129032258072E-2</c:v>
                </c:pt>
                <c:pt idx="245">
                  <c:v>1.5967741935483875E-2</c:v>
                </c:pt>
                <c:pt idx="246">
                  <c:v>1.658064516129033E-2</c:v>
                </c:pt>
                <c:pt idx="247">
                  <c:v>1.6096774193548394E-2</c:v>
                </c:pt>
                <c:pt idx="248">
                  <c:v>1.6225806451612909E-2</c:v>
                </c:pt>
                <c:pt idx="249">
                  <c:v>1.6258064516129038E-2</c:v>
                </c:pt>
                <c:pt idx="250">
                  <c:v>1.6096774193548394E-2</c:v>
                </c:pt>
                <c:pt idx="251">
                  <c:v>1.619354838709678E-2</c:v>
                </c:pt>
                <c:pt idx="252">
                  <c:v>1.5483870967741942E-2</c:v>
                </c:pt>
                <c:pt idx="253">
                  <c:v>1.5612903225806458E-2</c:v>
                </c:pt>
                <c:pt idx="254">
                  <c:v>1.5064516129032264E-2</c:v>
                </c:pt>
                <c:pt idx="255">
                  <c:v>1.522580645161291E-2</c:v>
                </c:pt>
                <c:pt idx="256">
                  <c:v>1.483870967741936E-2</c:v>
                </c:pt>
                <c:pt idx="257">
                  <c:v>1.4774193548387103E-2</c:v>
                </c:pt>
                <c:pt idx="258">
                  <c:v>1.4677419354838716E-2</c:v>
                </c:pt>
                <c:pt idx="259">
                  <c:v>1.4935483870967745E-2</c:v>
                </c:pt>
                <c:pt idx="260">
                  <c:v>1.5000000000000006E-2</c:v>
                </c:pt>
                <c:pt idx="261">
                  <c:v>1.4419354838709684E-2</c:v>
                </c:pt>
                <c:pt idx="262">
                  <c:v>1.4419354838709684E-2</c:v>
                </c:pt>
                <c:pt idx="263">
                  <c:v>1.4258064516129038E-2</c:v>
                </c:pt>
                <c:pt idx="264">
                  <c:v>1.4516129032258072E-2</c:v>
                </c:pt>
                <c:pt idx="265">
                  <c:v>1.5064516129032264E-2</c:v>
                </c:pt>
                <c:pt idx="266">
                  <c:v>1.5290322580645168E-2</c:v>
                </c:pt>
                <c:pt idx="267">
                  <c:v>1.4741935483870974E-2</c:v>
                </c:pt>
                <c:pt idx="268">
                  <c:v>1.5000000000000006E-2</c:v>
                </c:pt>
                <c:pt idx="269">
                  <c:v>1.4322580645161296E-2</c:v>
                </c:pt>
                <c:pt idx="270">
                  <c:v>1.4258064516129038E-2</c:v>
                </c:pt>
                <c:pt idx="271">
                  <c:v>1.4322580645161296E-2</c:v>
                </c:pt>
                <c:pt idx="272">
                  <c:v>1.4290322580645167E-2</c:v>
                </c:pt>
                <c:pt idx="273">
                  <c:v>1.4967741935483878E-2</c:v>
                </c:pt>
                <c:pt idx="274">
                  <c:v>1.4225806451612909E-2</c:v>
                </c:pt>
                <c:pt idx="275">
                  <c:v>1.4000000000000005E-2</c:v>
                </c:pt>
                <c:pt idx="276">
                  <c:v>1.4354838709677424E-2</c:v>
                </c:pt>
                <c:pt idx="277">
                  <c:v>1.3741935483870973E-2</c:v>
                </c:pt>
                <c:pt idx="278">
                  <c:v>1.4064516129032263E-2</c:v>
                </c:pt>
                <c:pt idx="279">
                  <c:v>1.4032258064516134E-2</c:v>
                </c:pt>
                <c:pt idx="280">
                  <c:v>1.4129032258064521E-2</c:v>
                </c:pt>
                <c:pt idx="281">
                  <c:v>1.383870967741936E-2</c:v>
                </c:pt>
                <c:pt idx="282">
                  <c:v>1.4322580645161296E-2</c:v>
                </c:pt>
                <c:pt idx="283">
                  <c:v>1.4483870967741942E-2</c:v>
                </c:pt>
                <c:pt idx="284">
                  <c:v>1.4645161290322586E-2</c:v>
                </c:pt>
                <c:pt idx="285">
                  <c:v>1.4354838709677424E-2</c:v>
                </c:pt>
                <c:pt idx="286">
                  <c:v>1.4774193548387101E-2</c:v>
                </c:pt>
                <c:pt idx="287">
                  <c:v>1.4419354838709684E-2</c:v>
                </c:pt>
                <c:pt idx="288">
                  <c:v>1.4483870967741942E-2</c:v>
                </c:pt>
                <c:pt idx="289">
                  <c:v>1.4096774193548392E-2</c:v>
                </c:pt>
                <c:pt idx="290">
                  <c:v>1.3483870967741941E-2</c:v>
                </c:pt>
                <c:pt idx="291">
                  <c:v>1.419354838709678E-2</c:v>
                </c:pt>
                <c:pt idx="292">
                  <c:v>1.4322580645161297E-2</c:v>
                </c:pt>
                <c:pt idx="293">
                  <c:v>1.3806451612903231E-2</c:v>
                </c:pt>
                <c:pt idx="294">
                  <c:v>1.3935483870967748E-2</c:v>
                </c:pt>
                <c:pt idx="295">
                  <c:v>1.4870967741935489E-2</c:v>
                </c:pt>
                <c:pt idx="296">
                  <c:v>1.4483870967741942E-2</c:v>
                </c:pt>
                <c:pt idx="297">
                  <c:v>1.4419354838709684E-2</c:v>
                </c:pt>
                <c:pt idx="298">
                  <c:v>1.4870967741935489E-2</c:v>
                </c:pt>
                <c:pt idx="299">
                  <c:v>1.3709677419354844E-2</c:v>
                </c:pt>
                <c:pt idx="300">
                  <c:v>1.3354838709677424E-2</c:v>
                </c:pt>
                <c:pt idx="301">
                  <c:v>1.4387096774193553E-2</c:v>
                </c:pt>
                <c:pt idx="302">
                  <c:v>1.419354838709678E-2</c:v>
                </c:pt>
                <c:pt idx="303">
                  <c:v>1.4096774193548394E-2</c:v>
                </c:pt>
                <c:pt idx="304">
                  <c:v>1.4451612903225813E-2</c:v>
                </c:pt>
                <c:pt idx="305">
                  <c:v>1.4548387096774199E-2</c:v>
                </c:pt>
                <c:pt idx="306">
                  <c:v>1.4322580645161296E-2</c:v>
                </c:pt>
                <c:pt idx="307">
                  <c:v>1.4354838709677423E-2</c:v>
                </c:pt>
                <c:pt idx="308">
                  <c:v>1.4548387096774197E-2</c:v>
                </c:pt>
                <c:pt idx="309">
                  <c:v>1.4903225806451616E-2</c:v>
                </c:pt>
                <c:pt idx="310">
                  <c:v>1.4258064516129038E-2</c:v>
                </c:pt>
                <c:pt idx="311">
                  <c:v>1.4677419354838718E-2</c:v>
                </c:pt>
                <c:pt idx="312">
                  <c:v>1.4290322580645168E-2</c:v>
                </c:pt>
                <c:pt idx="313">
                  <c:v>1.4322580645161297E-2</c:v>
                </c:pt>
                <c:pt idx="314">
                  <c:v>1.4419354838709684E-2</c:v>
                </c:pt>
                <c:pt idx="315">
                  <c:v>1.4354838709677424E-2</c:v>
                </c:pt>
                <c:pt idx="316">
                  <c:v>1.4161290322580651E-2</c:v>
                </c:pt>
                <c:pt idx="317">
                  <c:v>1.3774193548387102E-2</c:v>
                </c:pt>
                <c:pt idx="318">
                  <c:v>1.4000000000000005E-2</c:v>
                </c:pt>
                <c:pt idx="319">
                  <c:v>1.4451612903225813E-2</c:v>
                </c:pt>
                <c:pt idx="320">
                  <c:v>1.4258064516129038E-2</c:v>
                </c:pt>
                <c:pt idx="321">
                  <c:v>1.3774193548387102E-2</c:v>
                </c:pt>
                <c:pt idx="322">
                  <c:v>1.419354838709678E-2</c:v>
                </c:pt>
                <c:pt idx="323">
                  <c:v>1.3645161290322585E-2</c:v>
                </c:pt>
                <c:pt idx="324">
                  <c:v>1.3645161290322585E-2</c:v>
                </c:pt>
                <c:pt idx="325">
                  <c:v>1.3354838709677424E-2</c:v>
                </c:pt>
                <c:pt idx="326">
                  <c:v>1.3935483870967748E-2</c:v>
                </c:pt>
                <c:pt idx="327">
                  <c:v>1.3935483870967748E-2</c:v>
                </c:pt>
                <c:pt idx="328">
                  <c:v>1.419354838709678E-2</c:v>
                </c:pt>
                <c:pt idx="329">
                  <c:v>1.3612903225806456E-2</c:v>
                </c:pt>
                <c:pt idx="330">
                  <c:v>1.4064516129032263E-2</c:v>
                </c:pt>
                <c:pt idx="331">
                  <c:v>1.4354838709677423E-2</c:v>
                </c:pt>
                <c:pt idx="332">
                  <c:v>1.4548387096774199E-2</c:v>
                </c:pt>
                <c:pt idx="333">
                  <c:v>1.4580645161290328E-2</c:v>
                </c:pt>
                <c:pt idx="334">
                  <c:v>1.4483870967741942E-2</c:v>
                </c:pt>
                <c:pt idx="335">
                  <c:v>1.4677419354838716E-2</c:v>
                </c:pt>
                <c:pt idx="336">
                  <c:v>1.4645161290322586E-2</c:v>
                </c:pt>
                <c:pt idx="337">
                  <c:v>1.4354838709677424E-2</c:v>
                </c:pt>
                <c:pt idx="338">
                  <c:v>1.4000000000000005E-2</c:v>
                </c:pt>
                <c:pt idx="339">
                  <c:v>1.4000000000000005E-2</c:v>
                </c:pt>
                <c:pt idx="340">
                  <c:v>1.4419354838709684E-2</c:v>
                </c:pt>
                <c:pt idx="341">
                  <c:v>1.4258064516129038E-2</c:v>
                </c:pt>
                <c:pt idx="342">
                  <c:v>1.4387096774193555E-2</c:v>
                </c:pt>
                <c:pt idx="343">
                  <c:v>1.3516129032258071E-2</c:v>
                </c:pt>
                <c:pt idx="344">
                  <c:v>1.5096774193548395E-2</c:v>
                </c:pt>
                <c:pt idx="345">
                  <c:v>1.3903225806451617E-2</c:v>
                </c:pt>
                <c:pt idx="346">
                  <c:v>1.3774193548387102E-2</c:v>
                </c:pt>
                <c:pt idx="347">
                  <c:v>1.4258064516129038E-2</c:v>
                </c:pt>
                <c:pt idx="348">
                  <c:v>1.3709677419354844E-2</c:v>
                </c:pt>
                <c:pt idx="349">
                  <c:v>1.3806451612903231E-2</c:v>
                </c:pt>
                <c:pt idx="350">
                  <c:v>1.3967741935483877E-2</c:v>
                </c:pt>
                <c:pt idx="351">
                  <c:v>1.4161290322580651E-2</c:v>
                </c:pt>
                <c:pt idx="352">
                  <c:v>1.3774193548387102E-2</c:v>
                </c:pt>
                <c:pt idx="353">
                  <c:v>1.3677419354838715E-2</c:v>
                </c:pt>
                <c:pt idx="354">
                  <c:v>1.451612903225807E-2</c:v>
                </c:pt>
                <c:pt idx="355">
                  <c:v>1.522580645161291E-2</c:v>
                </c:pt>
                <c:pt idx="356">
                  <c:v>1.4967741935483878E-2</c:v>
                </c:pt>
                <c:pt idx="357">
                  <c:v>1.4741935483870974E-2</c:v>
                </c:pt>
                <c:pt idx="358">
                  <c:v>1.451612903225807E-2</c:v>
                </c:pt>
                <c:pt idx="359">
                  <c:v>1.3645161290322587E-2</c:v>
                </c:pt>
                <c:pt idx="360">
                  <c:v>1.4870967741935489E-2</c:v>
                </c:pt>
                <c:pt idx="361">
                  <c:v>1.483870967741936E-2</c:v>
                </c:pt>
                <c:pt idx="362">
                  <c:v>1.4290322580645168E-2</c:v>
                </c:pt>
                <c:pt idx="363">
                  <c:v>1.451612903225807E-2</c:v>
                </c:pt>
                <c:pt idx="364">
                  <c:v>1.4612903225806457E-2</c:v>
                </c:pt>
                <c:pt idx="365">
                  <c:v>1.4870967741935489E-2</c:v>
                </c:pt>
                <c:pt idx="366">
                  <c:v>1.4870967741935489E-2</c:v>
                </c:pt>
                <c:pt idx="367">
                  <c:v>1.4870967741935489E-2</c:v>
                </c:pt>
                <c:pt idx="368">
                  <c:v>1.4806451612903232E-2</c:v>
                </c:pt>
                <c:pt idx="369">
                  <c:v>1.4774193548387103E-2</c:v>
                </c:pt>
                <c:pt idx="370">
                  <c:v>1.4225806451612909E-2</c:v>
                </c:pt>
                <c:pt idx="371">
                  <c:v>1.3032258064516133E-2</c:v>
                </c:pt>
                <c:pt idx="372">
                  <c:v>1.3645161290322585E-2</c:v>
                </c:pt>
                <c:pt idx="373">
                  <c:v>1.4870967741935489E-2</c:v>
                </c:pt>
                <c:pt idx="374">
                  <c:v>1.6645161290322587E-2</c:v>
                </c:pt>
                <c:pt idx="375">
                  <c:v>1.5161290322580652E-2</c:v>
                </c:pt>
                <c:pt idx="376">
                  <c:v>1.4806451612903232E-2</c:v>
                </c:pt>
                <c:pt idx="377">
                  <c:v>1.451612903225807E-2</c:v>
                </c:pt>
                <c:pt idx="378">
                  <c:v>1.451612903225807E-2</c:v>
                </c:pt>
                <c:pt idx="379">
                  <c:v>1.4290322580645167E-2</c:v>
                </c:pt>
                <c:pt idx="380">
                  <c:v>1.483870967741936E-2</c:v>
                </c:pt>
                <c:pt idx="381">
                  <c:v>1.4225806451612909E-2</c:v>
                </c:pt>
                <c:pt idx="382">
                  <c:v>1.4870967741935489E-2</c:v>
                </c:pt>
                <c:pt idx="383">
                  <c:v>1.5000000000000006E-2</c:v>
                </c:pt>
                <c:pt idx="384">
                  <c:v>1.4451612903225813E-2</c:v>
                </c:pt>
                <c:pt idx="385">
                  <c:v>1.5322580645161296E-2</c:v>
                </c:pt>
                <c:pt idx="386">
                  <c:v>1.3774193548387104E-2</c:v>
                </c:pt>
                <c:pt idx="387">
                  <c:v>1.393548387096775E-2</c:v>
                </c:pt>
                <c:pt idx="388">
                  <c:v>1.4387096774193555E-2</c:v>
                </c:pt>
                <c:pt idx="389">
                  <c:v>1.6000000000000007E-2</c:v>
                </c:pt>
                <c:pt idx="390">
                  <c:v>1.5129032258064522E-2</c:v>
                </c:pt>
                <c:pt idx="391">
                  <c:v>1.5129032258064523E-2</c:v>
                </c:pt>
                <c:pt idx="392">
                  <c:v>1.3677419354838715E-2</c:v>
                </c:pt>
                <c:pt idx="393">
                  <c:v>1.3516129032258069E-2</c:v>
                </c:pt>
                <c:pt idx="394">
                  <c:v>1.3483870967741941E-2</c:v>
                </c:pt>
                <c:pt idx="395">
                  <c:v>1.3774193548387102E-2</c:v>
                </c:pt>
                <c:pt idx="396">
                  <c:v>1.4354838709677424E-2</c:v>
                </c:pt>
                <c:pt idx="397">
                  <c:v>1.4903225806451618E-2</c:v>
                </c:pt>
                <c:pt idx="398">
                  <c:v>1.5000000000000006E-2</c:v>
                </c:pt>
                <c:pt idx="399">
                  <c:v>1.5000000000000006E-2</c:v>
                </c:pt>
                <c:pt idx="400">
                  <c:v>1.383870967741936E-2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FB0-40C7-A586-0D5CA1908FA5}"/>
            </c:ext>
          </c:extLst>
        </c:ser>
        <c:ser>
          <c:idx val="5"/>
          <c:order val="5"/>
          <c:tx>
            <c:strRef>
              <c:f>Averages!$G$13</c:f>
              <c:strCache>
                <c:ptCount val="1"/>
                <c:pt idx="0">
                  <c:v>PA-Type</c:v>
                </c:pt>
              </c:strCache>
            </c:strRef>
          </c:tx>
          <c:spPr>
            <a:ln w="38100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Averages!$A$14:$A$414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Averages!$G$14:$G$414</c:f>
              <c:numCache>
                <c:formatCode>General</c:formatCode>
                <c:ptCount val="401"/>
                <c:pt idx="0">
                  <c:v>6.0136363636363634E-2</c:v>
                </c:pt>
                <c:pt idx="1">
                  <c:v>5.9863636363636369E-2</c:v>
                </c:pt>
                <c:pt idx="2">
                  <c:v>6.2545454545454557E-2</c:v>
                </c:pt>
                <c:pt idx="3">
                  <c:v>5.9454545454545468E-2</c:v>
                </c:pt>
                <c:pt idx="4">
                  <c:v>6.0318181818181826E-2</c:v>
                </c:pt>
                <c:pt idx="5">
                  <c:v>6.0500000000000005E-2</c:v>
                </c:pt>
                <c:pt idx="6">
                  <c:v>5.800000000000001E-2</c:v>
                </c:pt>
                <c:pt idx="7">
                  <c:v>5.9090909090909083E-2</c:v>
                </c:pt>
                <c:pt idx="8">
                  <c:v>5.8272727272727275E-2</c:v>
                </c:pt>
                <c:pt idx="9">
                  <c:v>5.7500000000000016E-2</c:v>
                </c:pt>
                <c:pt idx="10">
                  <c:v>5.6363636363636373E-2</c:v>
                </c:pt>
                <c:pt idx="11">
                  <c:v>5.5590909090909094E-2</c:v>
                </c:pt>
                <c:pt idx="12">
                  <c:v>5.6090909090909087E-2</c:v>
                </c:pt>
                <c:pt idx="13">
                  <c:v>5.627272727272728E-2</c:v>
                </c:pt>
                <c:pt idx="14">
                  <c:v>5.513636363636365E-2</c:v>
                </c:pt>
                <c:pt idx="15">
                  <c:v>5.6999999999999988E-2</c:v>
                </c:pt>
                <c:pt idx="16">
                  <c:v>5.7409090909090917E-2</c:v>
                </c:pt>
                <c:pt idx="17">
                  <c:v>5.5545454545454544E-2</c:v>
                </c:pt>
                <c:pt idx="18">
                  <c:v>5.4772727272727278E-2</c:v>
                </c:pt>
                <c:pt idx="19">
                  <c:v>5.5136363636363643E-2</c:v>
                </c:pt>
                <c:pt idx="20">
                  <c:v>5.50909090909091E-2</c:v>
                </c:pt>
                <c:pt idx="21">
                  <c:v>5.5772727272727286E-2</c:v>
                </c:pt>
                <c:pt idx="22">
                  <c:v>5.7136363636363645E-2</c:v>
                </c:pt>
                <c:pt idx="23">
                  <c:v>5.8090909090909103E-2</c:v>
                </c:pt>
                <c:pt idx="24">
                  <c:v>5.7454545454545453E-2</c:v>
                </c:pt>
                <c:pt idx="25">
                  <c:v>5.6227272727272723E-2</c:v>
                </c:pt>
                <c:pt idx="26">
                  <c:v>5.6363636363636366E-2</c:v>
                </c:pt>
                <c:pt idx="27">
                  <c:v>5.7318181818181817E-2</c:v>
                </c:pt>
                <c:pt idx="28">
                  <c:v>5.627272727272728E-2</c:v>
                </c:pt>
                <c:pt idx="29">
                  <c:v>5.5681818181818186E-2</c:v>
                </c:pt>
                <c:pt idx="30">
                  <c:v>5.4136363636363649E-2</c:v>
                </c:pt>
                <c:pt idx="31">
                  <c:v>5.5863636363636365E-2</c:v>
                </c:pt>
                <c:pt idx="32">
                  <c:v>5.6636363636363644E-2</c:v>
                </c:pt>
                <c:pt idx="33">
                  <c:v>5.7954545454545453E-2</c:v>
                </c:pt>
                <c:pt idx="34">
                  <c:v>5.5409090909090894E-2</c:v>
                </c:pt>
                <c:pt idx="35">
                  <c:v>5.5409090909090915E-2</c:v>
                </c:pt>
                <c:pt idx="36">
                  <c:v>5.6681818181818173E-2</c:v>
                </c:pt>
                <c:pt idx="37">
                  <c:v>5.7227272727272745E-2</c:v>
                </c:pt>
                <c:pt idx="38">
                  <c:v>5.6454545454545452E-2</c:v>
                </c:pt>
                <c:pt idx="39">
                  <c:v>5.7227272727272745E-2</c:v>
                </c:pt>
                <c:pt idx="40">
                  <c:v>5.7045454545454559E-2</c:v>
                </c:pt>
                <c:pt idx="41">
                  <c:v>5.6500000000000002E-2</c:v>
                </c:pt>
                <c:pt idx="42">
                  <c:v>5.618181818181818E-2</c:v>
                </c:pt>
                <c:pt idx="43">
                  <c:v>5.6136363636363644E-2</c:v>
                </c:pt>
                <c:pt idx="44">
                  <c:v>5.5909090909090908E-2</c:v>
                </c:pt>
                <c:pt idx="45">
                  <c:v>5.5727272727272729E-2</c:v>
                </c:pt>
                <c:pt idx="46">
                  <c:v>5.5636363636363644E-2</c:v>
                </c:pt>
                <c:pt idx="47">
                  <c:v>5.5636363636363637E-2</c:v>
                </c:pt>
                <c:pt idx="48">
                  <c:v>5.5590909090909094E-2</c:v>
                </c:pt>
                <c:pt idx="49">
                  <c:v>5.7818181818181817E-2</c:v>
                </c:pt>
                <c:pt idx="50">
                  <c:v>5.9909090909090905E-2</c:v>
                </c:pt>
                <c:pt idx="51">
                  <c:v>5.9409090909090918E-2</c:v>
                </c:pt>
                <c:pt idx="52">
                  <c:v>5.8045454545454553E-2</c:v>
                </c:pt>
                <c:pt idx="53">
                  <c:v>5.909090909090909E-2</c:v>
                </c:pt>
                <c:pt idx="54">
                  <c:v>5.9409090909090918E-2</c:v>
                </c:pt>
                <c:pt idx="55">
                  <c:v>5.8272727272727282E-2</c:v>
                </c:pt>
                <c:pt idx="56">
                  <c:v>5.790909090909091E-2</c:v>
                </c:pt>
                <c:pt idx="57">
                  <c:v>5.7409090909090917E-2</c:v>
                </c:pt>
                <c:pt idx="58">
                  <c:v>5.8863636363636368E-2</c:v>
                </c:pt>
                <c:pt idx="59">
                  <c:v>5.800000000000001E-2</c:v>
                </c:pt>
                <c:pt idx="60">
                  <c:v>5.7636363636363638E-2</c:v>
                </c:pt>
                <c:pt idx="61">
                  <c:v>5.6863636363636359E-2</c:v>
                </c:pt>
                <c:pt idx="62">
                  <c:v>5.5863636363636365E-2</c:v>
                </c:pt>
                <c:pt idx="63">
                  <c:v>5.6181818181818194E-2</c:v>
                </c:pt>
                <c:pt idx="64">
                  <c:v>5.4681818181818193E-2</c:v>
                </c:pt>
                <c:pt idx="65">
                  <c:v>5.5227272727272743E-2</c:v>
                </c:pt>
                <c:pt idx="66">
                  <c:v>5.4863636363636364E-2</c:v>
                </c:pt>
                <c:pt idx="67">
                  <c:v>5.5772727272727265E-2</c:v>
                </c:pt>
                <c:pt idx="68">
                  <c:v>5.504545454545455E-2</c:v>
                </c:pt>
                <c:pt idx="69">
                  <c:v>5.4136363636363642E-2</c:v>
                </c:pt>
                <c:pt idx="70">
                  <c:v>5.4636363636363657E-2</c:v>
                </c:pt>
                <c:pt idx="71">
                  <c:v>5.4363636363636364E-2</c:v>
                </c:pt>
                <c:pt idx="72">
                  <c:v>5.4772727272727265E-2</c:v>
                </c:pt>
                <c:pt idx="73">
                  <c:v>5.4545454545454543E-2</c:v>
                </c:pt>
                <c:pt idx="74">
                  <c:v>5.4181818181818192E-2</c:v>
                </c:pt>
                <c:pt idx="75">
                  <c:v>5.3863636363636364E-2</c:v>
                </c:pt>
                <c:pt idx="76">
                  <c:v>5.2954545454545469E-2</c:v>
                </c:pt>
                <c:pt idx="77">
                  <c:v>5.2409090909090912E-2</c:v>
                </c:pt>
                <c:pt idx="78">
                  <c:v>5.2681818181818191E-2</c:v>
                </c:pt>
                <c:pt idx="79">
                  <c:v>5.1954545454545469E-2</c:v>
                </c:pt>
                <c:pt idx="80">
                  <c:v>5.2136363636363647E-2</c:v>
                </c:pt>
                <c:pt idx="81">
                  <c:v>5.2000000000000005E-2</c:v>
                </c:pt>
                <c:pt idx="82">
                  <c:v>5.1181818181818196E-2</c:v>
                </c:pt>
                <c:pt idx="83">
                  <c:v>4.9772727272727295E-2</c:v>
                </c:pt>
                <c:pt idx="84">
                  <c:v>4.9681818181818188E-2</c:v>
                </c:pt>
                <c:pt idx="85">
                  <c:v>4.9681818181818188E-2</c:v>
                </c:pt>
                <c:pt idx="86">
                  <c:v>4.9545454545454552E-2</c:v>
                </c:pt>
                <c:pt idx="87">
                  <c:v>4.9227272727272745E-2</c:v>
                </c:pt>
                <c:pt idx="88">
                  <c:v>4.9818181818181824E-2</c:v>
                </c:pt>
                <c:pt idx="89">
                  <c:v>4.9818181818181831E-2</c:v>
                </c:pt>
                <c:pt idx="90">
                  <c:v>4.9363636363636366E-2</c:v>
                </c:pt>
                <c:pt idx="91">
                  <c:v>4.8227272727272737E-2</c:v>
                </c:pt>
                <c:pt idx="92">
                  <c:v>4.7727272727272736E-2</c:v>
                </c:pt>
                <c:pt idx="93">
                  <c:v>4.7590909090909107E-2</c:v>
                </c:pt>
                <c:pt idx="94">
                  <c:v>4.7227272727272743E-2</c:v>
                </c:pt>
                <c:pt idx="95">
                  <c:v>4.6636363636363636E-2</c:v>
                </c:pt>
                <c:pt idx="96">
                  <c:v>4.6318181818181835E-2</c:v>
                </c:pt>
                <c:pt idx="97">
                  <c:v>4.5636363636363649E-2</c:v>
                </c:pt>
                <c:pt idx="98">
                  <c:v>4.6181818181818192E-2</c:v>
                </c:pt>
                <c:pt idx="99">
                  <c:v>4.5272727272727291E-2</c:v>
                </c:pt>
                <c:pt idx="100">
                  <c:v>4.4500000000000012E-2</c:v>
                </c:pt>
                <c:pt idx="101">
                  <c:v>4.4500000000000019E-2</c:v>
                </c:pt>
                <c:pt idx="102">
                  <c:v>4.3545454545454561E-2</c:v>
                </c:pt>
                <c:pt idx="103">
                  <c:v>4.4272727272727283E-2</c:v>
                </c:pt>
                <c:pt idx="104">
                  <c:v>4.3727272727272747E-2</c:v>
                </c:pt>
                <c:pt idx="105">
                  <c:v>4.300000000000001E-2</c:v>
                </c:pt>
                <c:pt idx="106">
                  <c:v>4.2318181818181838E-2</c:v>
                </c:pt>
                <c:pt idx="107">
                  <c:v>4.2318181818181824E-2</c:v>
                </c:pt>
                <c:pt idx="108">
                  <c:v>4.245454545454546E-2</c:v>
                </c:pt>
                <c:pt idx="109">
                  <c:v>4.1909090909090917E-2</c:v>
                </c:pt>
                <c:pt idx="110">
                  <c:v>4.1272727272727287E-2</c:v>
                </c:pt>
                <c:pt idx="111">
                  <c:v>4.0500000000000008E-2</c:v>
                </c:pt>
                <c:pt idx="112">
                  <c:v>3.9409090909090921E-2</c:v>
                </c:pt>
                <c:pt idx="113">
                  <c:v>3.8863636363636371E-2</c:v>
                </c:pt>
                <c:pt idx="114">
                  <c:v>3.8454545454545463E-2</c:v>
                </c:pt>
                <c:pt idx="115">
                  <c:v>3.8363636363636371E-2</c:v>
                </c:pt>
                <c:pt idx="116">
                  <c:v>3.786363636363637E-2</c:v>
                </c:pt>
                <c:pt idx="117">
                  <c:v>3.7227272727272734E-2</c:v>
                </c:pt>
                <c:pt idx="118">
                  <c:v>3.6818181818181826E-2</c:v>
                </c:pt>
                <c:pt idx="119">
                  <c:v>3.7136363636363641E-2</c:v>
                </c:pt>
                <c:pt idx="120">
                  <c:v>3.7136363636363641E-2</c:v>
                </c:pt>
                <c:pt idx="121">
                  <c:v>3.6545454545454555E-2</c:v>
                </c:pt>
                <c:pt idx="122">
                  <c:v>3.5727272727272733E-2</c:v>
                </c:pt>
                <c:pt idx="123">
                  <c:v>3.5954545454545461E-2</c:v>
                </c:pt>
                <c:pt idx="124">
                  <c:v>3.5727272727272733E-2</c:v>
                </c:pt>
                <c:pt idx="125">
                  <c:v>3.5909090909090918E-2</c:v>
                </c:pt>
                <c:pt idx="126">
                  <c:v>3.6045454545454554E-2</c:v>
                </c:pt>
                <c:pt idx="127">
                  <c:v>3.563636363636364E-2</c:v>
                </c:pt>
                <c:pt idx="128">
                  <c:v>3.4318181818181824E-2</c:v>
                </c:pt>
                <c:pt idx="129">
                  <c:v>3.3818181818181824E-2</c:v>
                </c:pt>
                <c:pt idx="130">
                  <c:v>3.3818181818181824E-2</c:v>
                </c:pt>
                <c:pt idx="131">
                  <c:v>3.3590909090909095E-2</c:v>
                </c:pt>
                <c:pt idx="132">
                  <c:v>3.3545454545454552E-2</c:v>
                </c:pt>
                <c:pt idx="133">
                  <c:v>3.2272727272727279E-2</c:v>
                </c:pt>
                <c:pt idx="134">
                  <c:v>3.1909090909090915E-2</c:v>
                </c:pt>
                <c:pt idx="135">
                  <c:v>3.2272727272727279E-2</c:v>
                </c:pt>
                <c:pt idx="136">
                  <c:v>3.1636363636363636E-2</c:v>
                </c:pt>
                <c:pt idx="137">
                  <c:v>3.0772727272727275E-2</c:v>
                </c:pt>
                <c:pt idx="138">
                  <c:v>3.1318181818181821E-2</c:v>
                </c:pt>
                <c:pt idx="139">
                  <c:v>3.0863636363636367E-2</c:v>
                </c:pt>
                <c:pt idx="140">
                  <c:v>3.045454545454546E-2</c:v>
                </c:pt>
                <c:pt idx="141">
                  <c:v>2.9636363636363638E-2</c:v>
                </c:pt>
                <c:pt idx="142">
                  <c:v>3.0045454545454545E-2</c:v>
                </c:pt>
                <c:pt idx="143">
                  <c:v>2.9272727272727273E-2</c:v>
                </c:pt>
                <c:pt idx="144">
                  <c:v>2.9454545454545455E-2</c:v>
                </c:pt>
                <c:pt idx="145">
                  <c:v>2.927272727272728E-2</c:v>
                </c:pt>
                <c:pt idx="146">
                  <c:v>2.8863636363636369E-2</c:v>
                </c:pt>
                <c:pt idx="147">
                  <c:v>2.9000000000000001E-2</c:v>
                </c:pt>
                <c:pt idx="148">
                  <c:v>2.804545454545455E-2</c:v>
                </c:pt>
                <c:pt idx="149">
                  <c:v>2.8045454545454544E-2</c:v>
                </c:pt>
                <c:pt idx="150">
                  <c:v>2.7909090909090908E-2</c:v>
                </c:pt>
                <c:pt idx="151">
                  <c:v>2.7772727272727279E-2</c:v>
                </c:pt>
                <c:pt idx="152">
                  <c:v>2.70909090909091E-2</c:v>
                </c:pt>
                <c:pt idx="153">
                  <c:v>2.7000000000000003E-2</c:v>
                </c:pt>
                <c:pt idx="154">
                  <c:v>2.6727272727272731E-2</c:v>
                </c:pt>
                <c:pt idx="155">
                  <c:v>2.6227272727272734E-2</c:v>
                </c:pt>
                <c:pt idx="156">
                  <c:v>2.6227272727272734E-2</c:v>
                </c:pt>
                <c:pt idx="157">
                  <c:v>2.5863636363636366E-2</c:v>
                </c:pt>
                <c:pt idx="158">
                  <c:v>2.5909090909090916E-2</c:v>
                </c:pt>
                <c:pt idx="159">
                  <c:v>2.6363636363636367E-2</c:v>
                </c:pt>
                <c:pt idx="160">
                  <c:v>2.6090909090909099E-2</c:v>
                </c:pt>
                <c:pt idx="161">
                  <c:v>2.586363636363637E-2</c:v>
                </c:pt>
                <c:pt idx="162">
                  <c:v>2.5500000000000002E-2</c:v>
                </c:pt>
                <c:pt idx="163">
                  <c:v>2.527272727272728E-2</c:v>
                </c:pt>
                <c:pt idx="164">
                  <c:v>2.5590909090909098E-2</c:v>
                </c:pt>
                <c:pt idx="165">
                  <c:v>2.5136363636363637E-2</c:v>
                </c:pt>
                <c:pt idx="166">
                  <c:v>2.4818181818181819E-2</c:v>
                </c:pt>
                <c:pt idx="167">
                  <c:v>2.522727272727273E-2</c:v>
                </c:pt>
                <c:pt idx="168">
                  <c:v>2.5681818181818191E-2</c:v>
                </c:pt>
                <c:pt idx="169">
                  <c:v>2.5363636363636366E-2</c:v>
                </c:pt>
                <c:pt idx="170">
                  <c:v>2.4909090909090912E-2</c:v>
                </c:pt>
                <c:pt idx="171">
                  <c:v>2.4727272727272733E-2</c:v>
                </c:pt>
                <c:pt idx="172">
                  <c:v>2.5045454545454548E-2</c:v>
                </c:pt>
                <c:pt idx="173">
                  <c:v>2.4590909090909094E-2</c:v>
                </c:pt>
                <c:pt idx="174">
                  <c:v>2.4863636363636369E-2</c:v>
                </c:pt>
                <c:pt idx="175">
                  <c:v>2.4090909090909093E-2</c:v>
                </c:pt>
                <c:pt idx="176">
                  <c:v>2.4136363636363643E-2</c:v>
                </c:pt>
                <c:pt idx="177">
                  <c:v>2.4909090909090912E-2</c:v>
                </c:pt>
                <c:pt idx="178">
                  <c:v>2.5000000000000008E-2</c:v>
                </c:pt>
                <c:pt idx="179">
                  <c:v>2.4818181818181819E-2</c:v>
                </c:pt>
                <c:pt idx="180">
                  <c:v>2.4227272727272729E-2</c:v>
                </c:pt>
                <c:pt idx="181">
                  <c:v>2.4E-2</c:v>
                </c:pt>
                <c:pt idx="182">
                  <c:v>2.4454545454545461E-2</c:v>
                </c:pt>
                <c:pt idx="183">
                  <c:v>2.4363636363636369E-2</c:v>
                </c:pt>
                <c:pt idx="184">
                  <c:v>2.4727272727272733E-2</c:v>
                </c:pt>
                <c:pt idx="185">
                  <c:v>2.4272727272727276E-2</c:v>
                </c:pt>
                <c:pt idx="186">
                  <c:v>2.3727272727272729E-2</c:v>
                </c:pt>
                <c:pt idx="187">
                  <c:v>2.3954545454545454E-2</c:v>
                </c:pt>
                <c:pt idx="188">
                  <c:v>2.4E-2</c:v>
                </c:pt>
                <c:pt idx="189">
                  <c:v>2.4318181818181826E-2</c:v>
                </c:pt>
                <c:pt idx="190">
                  <c:v>2.4409090909090912E-2</c:v>
                </c:pt>
                <c:pt idx="191">
                  <c:v>2.3727272727272732E-2</c:v>
                </c:pt>
                <c:pt idx="192">
                  <c:v>2.354545454545455E-2</c:v>
                </c:pt>
                <c:pt idx="193">
                  <c:v>2.4E-2</c:v>
                </c:pt>
                <c:pt idx="194">
                  <c:v>2.4136363636363643E-2</c:v>
                </c:pt>
                <c:pt idx="195">
                  <c:v>2.3954545454545454E-2</c:v>
                </c:pt>
                <c:pt idx="196">
                  <c:v>2.3909090909090921E-2</c:v>
                </c:pt>
                <c:pt idx="197">
                  <c:v>2.404545454545455E-2</c:v>
                </c:pt>
                <c:pt idx="198">
                  <c:v>2.4227272727272733E-2</c:v>
                </c:pt>
                <c:pt idx="199">
                  <c:v>2.4045454545454547E-2</c:v>
                </c:pt>
                <c:pt idx="200">
                  <c:v>2.3590909090909096E-2</c:v>
                </c:pt>
                <c:pt idx="201">
                  <c:v>2.3181818181818189E-2</c:v>
                </c:pt>
                <c:pt idx="202">
                  <c:v>2.3863636363636375E-2</c:v>
                </c:pt>
                <c:pt idx="203">
                  <c:v>2.418181818181819E-2</c:v>
                </c:pt>
                <c:pt idx="204">
                  <c:v>2.4136363636363643E-2</c:v>
                </c:pt>
                <c:pt idx="205">
                  <c:v>2.3954545454545461E-2</c:v>
                </c:pt>
                <c:pt idx="206">
                  <c:v>2.4409090909090912E-2</c:v>
                </c:pt>
                <c:pt idx="207">
                  <c:v>2.4590909090909094E-2</c:v>
                </c:pt>
                <c:pt idx="208">
                  <c:v>2.3363636363636368E-2</c:v>
                </c:pt>
                <c:pt idx="209">
                  <c:v>2.4E-2</c:v>
                </c:pt>
                <c:pt idx="210">
                  <c:v>2.4272727272727276E-2</c:v>
                </c:pt>
                <c:pt idx="211">
                  <c:v>2.3863636363636368E-2</c:v>
                </c:pt>
                <c:pt idx="212">
                  <c:v>2.4045454545454547E-2</c:v>
                </c:pt>
                <c:pt idx="213">
                  <c:v>2.4045454545454557E-2</c:v>
                </c:pt>
                <c:pt idx="214">
                  <c:v>2.4045454545454557E-2</c:v>
                </c:pt>
                <c:pt idx="215">
                  <c:v>2.4136363636363636E-2</c:v>
                </c:pt>
                <c:pt idx="216">
                  <c:v>2.4136363636363636E-2</c:v>
                </c:pt>
                <c:pt idx="217">
                  <c:v>2.4545454545454551E-2</c:v>
                </c:pt>
                <c:pt idx="218">
                  <c:v>2.4181818181818183E-2</c:v>
                </c:pt>
                <c:pt idx="219">
                  <c:v>2.3727272727272732E-2</c:v>
                </c:pt>
                <c:pt idx="220">
                  <c:v>2.3772727272727275E-2</c:v>
                </c:pt>
                <c:pt idx="221">
                  <c:v>2.4090909090909097E-2</c:v>
                </c:pt>
                <c:pt idx="222">
                  <c:v>2.3545454545454546E-2</c:v>
                </c:pt>
                <c:pt idx="223">
                  <c:v>2.354545454545455E-2</c:v>
                </c:pt>
                <c:pt idx="224">
                  <c:v>2.4454545454545461E-2</c:v>
                </c:pt>
                <c:pt idx="225">
                  <c:v>2.4227272727272729E-2</c:v>
                </c:pt>
                <c:pt idx="226">
                  <c:v>2.4E-2</c:v>
                </c:pt>
                <c:pt idx="227">
                  <c:v>2.3818181818181829E-2</c:v>
                </c:pt>
                <c:pt idx="228">
                  <c:v>2.3772727272727275E-2</c:v>
                </c:pt>
                <c:pt idx="229">
                  <c:v>2.472727272727273E-2</c:v>
                </c:pt>
                <c:pt idx="230">
                  <c:v>2.4318181818181819E-2</c:v>
                </c:pt>
                <c:pt idx="231">
                  <c:v>2.4136363636363636E-2</c:v>
                </c:pt>
                <c:pt idx="232">
                  <c:v>2.4E-2</c:v>
                </c:pt>
                <c:pt idx="233">
                  <c:v>2.3954545454545461E-2</c:v>
                </c:pt>
                <c:pt idx="234">
                  <c:v>2.4000000000000007E-2</c:v>
                </c:pt>
                <c:pt idx="235">
                  <c:v>2.3454545454545461E-2</c:v>
                </c:pt>
                <c:pt idx="236">
                  <c:v>2.354545454545455E-2</c:v>
                </c:pt>
                <c:pt idx="237">
                  <c:v>2.3772727272727275E-2</c:v>
                </c:pt>
                <c:pt idx="238">
                  <c:v>2.3681818181818182E-2</c:v>
                </c:pt>
                <c:pt idx="239">
                  <c:v>2.3954545454545461E-2</c:v>
                </c:pt>
                <c:pt idx="240">
                  <c:v>2.4045454545454547E-2</c:v>
                </c:pt>
                <c:pt idx="241">
                  <c:v>2.4227272727272729E-2</c:v>
                </c:pt>
                <c:pt idx="242">
                  <c:v>2.3772727272727275E-2</c:v>
                </c:pt>
                <c:pt idx="243">
                  <c:v>2.3909090909090911E-2</c:v>
                </c:pt>
                <c:pt idx="244">
                  <c:v>2.4090909090909097E-2</c:v>
                </c:pt>
                <c:pt idx="245">
                  <c:v>2.4136363636363643E-2</c:v>
                </c:pt>
                <c:pt idx="246">
                  <c:v>2.3681818181818189E-2</c:v>
                </c:pt>
                <c:pt idx="247">
                  <c:v>2.4227272727272729E-2</c:v>
                </c:pt>
                <c:pt idx="248">
                  <c:v>2.3636363636363643E-2</c:v>
                </c:pt>
                <c:pt idx="249">
                  <c:v>2.3863636363636368E-2</c:v>
                </c:pt>
                <c:pt idx="250">
                  <c:v>2.4090909090909093E-2</c:v>
                </c:pt>
                <c:pt idx="251">
                  <c:v>2.4772727272727276E-2</c:v>
                </c:pt>
                <c:pt idx="252">
                  <c:v>2.472727272727273E-2</c:v>
                </c:pt>
                <c:pt idx="253">
                  <c:v>2.3454545454545461E-2</c:v>
                </c:pt>
                <c:pt idx="254">
                  <c:v>2.3454545454545461E-2</c:v>
                </c:pt>
                <c:pt idx="255">
                  <c:v>2.3681818181818189E-2</c:v>
                </c:pt>
                <c:pt idx="256">
                  <c:v>2.3681818181818189E-2</c:v>
                </c:pt>
                <c:pt idx="257">
                  <c:v>2.3636363636363643E-2</c:v>
                </c:pt>
                <c:pt idx="258">
                  <c:v>2.3590909090909093E-2</c:v>
                </c:pt>
                <c:pt idx="259">
                  <c:v>2.3545454545454546E-2</c:v>
                </c:pt>
                <c:pt idx="260">
                  <c:v>2.3636363636363636E-2</c:v>
                </c:pt>
                <c:pt idx="261">
                  <c:v>2.3409090909090914E-2</c:v>
                </c:pt>
                <c:pt idx="262">
                  <c:v>2.3590909090909096E-2</c:v>
                </c:pt>
                <c:pt idx="263">
                  <c:v>2.2727272727272731E-2</c:v>
                </c:pt>
                <c:pt idx="264">
                  <c:v>2.3363636363636368E-2</c:v>
                </c:pt>
                <c:pt idx="265">
                  <c:v>2.3363636363636368E-2</c:v>
                </c:pt>
                <c:pt idx="266">
                  <c:v>2.3772727272727279E-2</c:v>
                </c:pt>
                <c:pt idx="267">
                  <c:v>2.3500000000000007E-2</c:v>
                </c:pt>
                <c:pt idx="268">
                  <c:v>2.3454545454545461E-2</c:v>
                </c:pt>
                <c:pt idx="269">
                  <c:v>2.3636363636363636E-2</c:v>
                </c:pt>
                <c:pt idx="270">
                  <c:v>2.3227272727272732E-2</c:v>
                </c:pt>
                <c:pt idx="271">
                  <c:v>2.4045454545454547E-2</c:v>
                </c:pt>
                <c:pt idx="272">
                  <c:v>2.3227272727272732E-2</c:v>
                </c:pt>
                <c:pt idx="273">
                  <c:v>2.3863636363636368E-2</c:v>
                </c:pt>
                <c:pt idx="274">
                  <c:v>2.3590909090909096E-2</c:v>
                </c:pt>
                <c:pt idx="275">
                  <c:v>2.3090909090909096E-2</c:v>
                </c:pt>
                <c:pt idx="276">
                  <c:v>2.3681818181818182E-2</c:v>
                </c:pt>
                <c:pt idx="277">
                  <c:v>2.3318181818181818E-2</c:v>
                </c:pt>
                <c:pt idx="278">
                  <c:v>2.35E-2</c:v>
                </c:pt>
                <c:pt idx="279">
                  <c:v>2.3181818181818182E-2</c:v>
                </c:pt>
                <c:pt idx="280">
                  <c:v>2.35E-2</c:v>
                </c:pt>
                <c:pt idx="281">
                  <c:v>2.3136363636363635E-2</c:v>
                </c:pt>
                <c:pt idx="282">
                  <c:v>2.3E-2</c:v>
                </c:pt>
                <c:pt idx="283">
                  <c:v>2.2681818181818185E-2</c:v>
                </c:pt>
                <c:pt idx="284">
                  <c:v>2.3227272727272728E-2</c:v>
                </c:pt>
                <c:pt idx="285">
                  <c:v>2.3318181818181818E-2</c:v>
                </c:pt>
                <c:pt idx="286">
                  <c:v>2.3318181818181825E-2</c:v>
                </c:pt>
                <c:pt idx="287">
                  <c:v>2.3772727272727275E-2</c:v>
                </c:pt>
                <c:pt idx="288">
                  <c:v>2.3136363636363635E-2</c:v>
                </c:pt>
                <c:pt idx="289">
                  <c:v>2.2681818181818188E-2</c:v>
                </c:pt>
                <c:pt idx="290">
                  <c:v>2.3090909090909096E-2</c:v>
                </c:pt>
                <c:pt idx="291">
                  <c:v>2.3318181818181825E-2</c:v>
                </c:pt>
                <c:pt idx="292">
                  <c:v>2.3681818181818189E-2</c:v>
                </c:pt>
                <c:pt idx="293">
                  <c:v>2.2772727272727274E-2</c:v>
                </c:pt>
                <c:pt idx="294">
                  <c:v>2.3363636363636368E-2</c:v>
                </c:pt>
                <c:pt idx="295">
                  <c:v>2.3590909090909096E-2</c:v>
                </c:pt>
                <c:pt idx="296">
                  <c:v>2.3272727272727275E-2</c:v>
                </c:pt>
                <c:pt idx="297">
                  <c:v>2.4000000000000011E-2</c:v>
                </c:pt>
                <c:pt idx="298">
                  <c:v>2.4727272727272733E-2</c:v>
                </c:pt>
                <c:pt idx="299">
                  <c:v>2.2818181818181824E-2</c:v>
                </c:pt>
                <c:pt idx="300">
                  <c:v>2.3454545454545461E-2</c:v>
                </c:pt>
                <c:pt idx="301">
                  <c:v>2.3909090909090915E-2</c:v>
                </c:pt>
                <c:pt idx="302">
                  <c:v>2.295454545454546E-2</c:v>
                </c:pt>
                <c:pt idx="303">
                  <c:v>2.290909090909091E-2</c:v>
                </c:pt>
                <c:pt idx="304">
                  <c:v>2.3090909090909092E-2</c:v>
                </c:pt>
                <c:pt idx="305">
                  <c:v>2.2818181818181817E-2</c:v>
                </c:pt>
                <c:pt idx="306">
                  <c:v>2.3500000000000007E-2</c:v>
                </c:pt>
                <c:pt idx="307">
                  <c:v>2.3227272727272728E-2</c:v>
                </c:pt>
                <c:pt idx="308">
                  <c:v>2.2590909090909099E-2</c:v>
                </c:pt>
                <c:pt idx="309">
                  <c:v>2.3272727272727278E-2</c:v>
                </c:pt>
                <c:pt idx="310">
                  <c:v>2.3818181818181818E-2</c:v>
                </c:pt>
                <c:pt idx="311">
                  <c:v>2.3090909090909092E-2</c:v>
                </c:pt>
                <c:pt idx="312">
                  <c:v>2.2772727272727278E-2</c:v>
                </c:pt>
                <c:pt idx="313">
                  <c:v>2.236363636363637E-2</c:v>
                </c:pt>
                <c:pt idx="314">
                  <c:v>2.3636363636363636E-2</c:v>
                </c:pt>
                <c:pt idx="315">
                  <c:v>2.2500000000000003E-2</c:v>
                </c:pt>
                <c:pt idx="316">
                  <c:v>2.2272727272727274E-2</c:v>
                </c:pt>
                <c:pt idx="317">
                  <c:v>2.1363636363636369E-2</c:v>
                </c:pt>
                <c:pt idx="318">
                  <c:v>2.177272727272728E-2</c:v>
                </c:pt>
                <c:pt idx="319">
                  <c:v>2.1636363636363645E-2</c:v>
                </c:pt>
                <c:pt idx="320">
                  <c:v>2.2863636363636367E-2</c:v>
                </c:pt>
                <c:pt idx="321">
                  <c:v>2.3454545454545454E-2</c:v>
                </c:pt>
                <c:pt idx="322">
                  <c:v>2.2818181818181824E-2</c:v>
                </c:pt>
                <c:pt idx="323">
                  <c:v>2.2318181818181824E-2</c:v>
                </c:pt>
                <c:pt idx="324">
                  <c:v>2.2409090909090917E-2</c:v>
                </c:pt>
                <c:pt idx="325">
                  <c:v>2.1954545454545463E-2</c:v>
                </c:pt>
                <c:pt idx="326">
                  <c:v>2.304545454545455E-2</c:v>
                </c:pt>
                <c:pt idx="327">
                  <c:v>2.354545454545455E-2</c:v>
                </c:pt>
                <c:pt idx="328">
                  <c:v>2.2727272727272731E-2</c:v>
                </c:pt>
                <c:pt idx="329">
                  <c:v>2.1818181818181823E-2</c:v>
                </c:pt>
                <c:pt idx="330">
                  <c:v>2.3636363636363643E-2</c:v>
                </c:pt>
                <c:pt idx="331">
                  <c:v>2.4000000000000011E-2</c:v>
                </c:pt>
                <c:pt idx="332">
                  <c:v>2.354545454545455E-2</c:v>
                </c:pt>
                <c:pt idx="333">
                  <c:v>2.3681818181818189E-2</c:v>
                </c:pt>
                <c:pt idx="334">
                  <c:v>2.3363636363636368E-2</c:v>
                </c:pt>
                <c:pt idx="335">
                  <c:v>2.2863636363636367E-2</c:v>
                </c:pt>
                <c:pt idx="336">
                  <c:v>2.2272727272727281E-2</c:v>
                </c:pt>
                <c:pt idx="337">
                  <c:v>2.236363636363637E-2</c:v>
                </c:pt>
                <c:pt idx="338">
                  <c:v>2.2500000000000003E-2</c:v>
                </c:pt>
                <c:pt idx="339">
                  <c:v>2.2181818181818188E-2</c:v>
                </c:pt>
                <c:pt idx="340">
                  <c:v>2.2318181818181824E-2</c:v>
                </c:pt>
                <c:pt idx="341">
                  <c:v>2.2545454545454553E-2</c:v>
                </c:pt>
                <c:pt idx="342">
                  <c:v>2.2318181818181824E-2</c:v>
                </c:pt>
                <c:pt idx="343">
                  <c:v>2.2636363636363645E-2</c:v>
                </c:pt>
                <c:pt idx="344">
                  <c:v>2.2500000000000006E-2</c:v>
                </c:pt>
                <c:pt idx="345">
                  <c:v>2.3000000000000007E-2</c:v>
                </c:pt>
                <c:pt idx="346">
                  <c:v>2.2454545454545456E-2</c:v>
                </c:pt>
                <c:pt idx="347">
                  <c:v>2.236363636363637E-2</c:v>
                </c:pt>
                <c:pt idx="348">
                  <c:v>2.2454545454545463E-2</c:v>
                </c:pt>
                <c:pt idx="349">
                  <c:v>2.2000000000000006E-2</c:v>
                </c:pt>
                <c:pt idx="350">
                  <c:v>2.236363636363637E-2</c:v>
                </c:pt>
                <c:pt idx="351">
                  <c:v>2.2545454545454549E-2</c:v>
                </c:pt>
                <c:pt idx="352">
                  <c:v>2.2590909090909099E-2</c:v>
                </c:pt>
                <c:pt idx="353">
                  <c:v>2.1954545454545463E-2</c:v>
                </c:pt>
                <c:pt idx="354">
                  <c:v>2.1227272727272734E-2</c:v>
                </c:pt>
                <c:pt idx="355">
                  <c:v>2.0454545454545461E-2</c:v>
                </c:pt>
                <c:pt idx="356">
                  <c:v>2.0409090909090915E-2</c:v>
                </c:pt>
                <c:pt idx="357">
                  <c:v>2.077272727272728E-2</c:v>
                </c:pt>
                <c:pt idx="358">
                  <c:v>2.1500000000000009E-2</c:v>
                </c:pt>
                <c:pt idx="359">
                  <c:v>2.0545454545454547E-2</c:v>
                </c:pt>
                <c:pt idx="360">
                  <c:v>2.1318181818181819E-2</c:v>
                </c:pt>
                <c:pt idx="361">
                  <c:v>2.0363636363636368E-2</c:v>
                </c:pt>
                <c:pt idx="362">
                  <c:v>2.1181818181818187E-2</c:v>
                </c:pt>
                <c:pt idx="363">
                  <c:v>2.172727272727273E-2</c:v>
                </c:pt>
                <c:pt idx="364">
                  <c:v>2.186363636363637E-2</c:v>
                </c:pt>
                <c:pt idx="365">
                  <c:v>2.1318181818181823E-2</c:v>
                </c:pt>
                <c:pt idx="366">
                  <c:v>2.1272727272727276E-2</c:v>
                </c:pt>
                <c:pt idx="367">
                  <c:v>2.1454545454545462E-2</c:v>
                </c:pt>
                <c:pt idx="368">
                  <c:v>2.1636363636363645E-2</c:v>
                </c:pt>
                <c:pt idx="369">
                  <c:v>2.2045454545454549E-2</c:v>
                </c:pt>
                <c:pt idx="370">
                  <c:v>2.0681818181818187E-2</c:v>
                </c:pt>
                <c:pt idx="371">
                  <c:v>1.9954545454545461E-2</c:v>
                </c:pt>
                <c:pt idx="372">
                  <c:v>2.004545454545455E-2</c:v>
                </c:pt>
                <c:pt idx="373">
                  <c:v>1.9272727272727278E-2</c:v>
                </c:pt>
                <c:pt idx="374">
                  <c:v>2.2000000000000006E-2</c:v>
                </c:pt>
                <c:pt idx="375">
                  <c:v>2.1090909090909098E-2</c:v>
                </c:pt>
                <c:pt idx="376">
                  <c:v>2.1772727272727273E-2</c:v>
                </c:pt>
                <c:pt idx="377">
                  <c:v>2.0545454545454551E-2</c:v>
                </c:pt>
                <c:pt idx="378">
                  <c:v>2.1090909090909098E-2</c:v>
                </c:pt>
                <c:pt idx="379">
                  <c:v>2.0227272727272733E-2</c:v>
                </c:pt>
                <c:pt idx="380">
                  <c:v>1.945454545454546E-2</c:v>
                </c:pt>
                <c:pt idx="381">
                  <c:v>2.072727272727273E-2</c:v>
                </c:pt>
                <c:pt idx="382">
                  <c:v>2.0727272727272737E-2</c:v>
                </c:pt>
                <c:pt idx="383">
                  <c:v>1.9272727272727278E-2</c:v>
                </c:pt>
                <c:pt idx="384">
                  <c:v>1.8636363636363642E-2</c:v>
                </c:pt>
                <c:pt idx="385">
                  <c:v>1.9227272727272732E-2</c:v>
                </c:pt>
                <c:pt idx="386">
                  <c:v>1.9863636363636368E-2</c:v>
                </c:pt>
                <c:pt idx="387">
                  <c:v>1.8409090909090913E-2</c:v>
                </c:pt>
                <c:pt idx="388">
                  <c:v>1.8772727272727278E-2</c:v>
                </c:pt>
                <c:pt idx="389">
                  <c:v>1.9409090909090914E-2</c:v>
                </c:pt>
                <c:pt idx="390">
                  <c:v>1.9227272727272732E-2</c:v>
                </c:pt>
                <c:pt idx="391">
                  <c:v>1.8500000000000003E-2</c:v>
                </c:pt>
                <c:pt idx="392">
                  <c:v>1.8000000000000006E-2</c:v>
                </c:pt>
                <c:pt idx="393">
                  <c:v>1.8136363636363641E-2</c:v>
                </c:pt>
                <c:pt idx="394">
                  <c:v>1.7727272727272734E-2</c:v>
                </c:pt>
                <c:pt idx="395">
                  <c:v>1.6909090909090912E-2</c:v>
                </c:pt>
                <c:pt idx="396">
                  <c:v>1.5818181818181822E-2</c:v>
                </c:pt>
                <c:pt idx="397">
                  <c:v>1.7000000000000001E-2</c:v>
                </c:pt>
                <c:pt idx="398">
                  <c:v>1.7909090909090913E-2</c:v>
                </c:pt>
                <c:pt idx="399">
                  <c:v>1.8136363636363641E-2</c:v>
                </c:pt>
                <c:pt idx="400">
                  <c:v>1.6909090909090912E-2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9FB0-40C7-A586-0D5CA1908F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9087840"/>
        <c:axId val="1939081600"/>
      </c:scatterChart>
      <c:valAx>
        <c:axId val="1939087840"/>
        <c:scaling>
          <c:orientation val="minMax"/>
          <c:max val="750"/>
          <c:min val="35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39081600"/>
        <c:crosses val="autoZero"/>
        <c:crossBetween val="midCat"/>
      </c:valAx>
      <c:valAx>
        <c:axId val="1939081600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390878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75634521646332653"/>
          <c:y val="5.7327025855842845E-2"/>
          <c:w val="0.20525828502206453"/>
          <c:h val="0.371949527509369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004350530402448"/>
          <c:y val="3.8745578848324198E-2"/>
          <c:w val="0.82520710301837275"/>
          <c:h val="0.92490571250589704"/>
        </c:manualLayout>
      </c:layout>
      <c:scatterChart>
        <c:scatterStyle val="lineMarker"/>
        <c:varyColors val="0"/>
        <c:ser>
          <c:idx val="0"/>
          <c:order val="0"/>
          <c:tx>
            <c:strRef>
              <c:f>'Baseline Corrections'!$K$3</c:f>
              <c:strCache>
                <c:ptCount val="1"/>
                <c:pt idx="0">
                  <c:v>Sample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Corrections'!$K$4:$K$404</c:f>
              <c:numCache>
                <c:formatCode>General</c:formatCode>
                <c:ptCount val="401"/>
                <c:pt idx="0">
                  <c:v>1.3300000000000003E-2</c:v>
                </c:pt>
                <c:pt idx="1">
                  <c:v>6.3000000000000009E-3</c:v>
                </c:pt>
                <c:pt idx="2">
                  <c:v>8.7999999999999988E-3</c:v>
                </c:pt>
                <c:pt idx="3">
                  <c:v>1.5466666666666667E-2</c:v>
                </c:pt>
                <c:pt idx="4">
                  <c:v>1.6966666666666665E-2</c:v>
                </c:pt>
                <c:pt idx="5">
                  <c:v>1.2966666666666665E-2</c:v>
                </c:pt>
                <c:pt idx="6">
                  <c:v>1.5799999999999998E-2</c:v>
                </c:pt>
                <c:pt idx="7">
                  <c:v>1.3466666666666668E-2</c:v>
                </c:pt>
                <c:pt idx="8">
                  <c:v>7.8000000000000005E-3</c:v>
                </c:pt>
                <c:pt idx="9">
                  <c:v>1.0799999999999997E-2</c:v>
                </c:pt>
                <c:pt idx="10">
                  <c:v>8.8000000000000023E-3</c:v>
                </c:pt>
                <c:pt idx="11">
                  <c:v>1.1800000000000001E-2</c:v>
                </c:pt>
                <c:pt idx="12">
                  <c:v>1.5633333333333332E-2</c:v>
                </c:pt>
                <c:pt idx="13">
                  <c:v>1.4466666666666666E-2</c:v>
                </c:pt>
                <c:pt idx="14">
                  <c:v>1.5133333333333332E-2</c:v>
                </c:pt>
                <c:pt idx="15">
                  <c:v>1.5966666666666664E-2</c:v>
                </c:pt>
                <c:pt idx="16">
                  <c:v>1.5966666666666667E-2</c:v>
                </c:pt>
                <c:pt idx="17">
                  <c:v>1.5966666666666667E-2</c:v>
                </c:pt>
                <c:pt idx="18">
                  <c:v>1.1300000000000001E-2</c:v>
                </c:pt>
                <c:pt idx="19">
                  <c:v>1.0300000000000004E-2</c:v>
                </c:pt>
                <c:pt idx="20">
                  <c:v>1.1966666666666667E-2</c:v>
                </c:pt>
                <c:pt idx="21">
                  <c:v>1.2133333333333336E-2</c:v>
                </c:pt>
                <c:pt idx="22">
                  <c:v>1.2799999999999999E-2</c:v>
                </c:pt>
                <c:pt idx="23">
                  <c:v>1.3133333333333334E-2</c:v>
                </c:pt>
                <c:pt idx="24">
                  <c:v>1.03E-2</c:v>
                </c:pt>
                <c:pt idx="25">
                  <c:v>9.9666666666666653E-3</c:v>
                </c:pt>
                <c:pt idx="26">
                  <c:v>9.7999999999999997E-3</c:v>
                </c:pt>
                <c:pt idx="27">
                  <c:v>1.2300000000000002E-2</c:v>
                </c:pt>
                <c:pt idx="28">
                  <c:v>1.096666666666667E-2</c:v>
                </c:pt>
                <c:pt idx="29">
                  <c:v>1.2133333333333333E-2</c:v>
                </c:pt>
                <c:pt idx="30">
                  <c:v>1.2299999999999998E-2</c:v>
                </c:pt>
                <c:pt idx="31">
                  <c:v>1.4966666666666666E-2</c:v>
                </c:pt>
                <c:pt idx="32">
                  <c:v>1.43E-2</c:v>
                </c:pt>
                <c:pt idx="33">
                  <c:v>1.1466666666666667E-2</c:v>
                </c:pt>
                <c:pt idx="34">
                  <c:v>1.0133333333333331E-2</c:v>
                </c:pt>
                <c:pt idx="35">
                  <c:v>1.0299999999999997E-2</c:v>
                </c:pt>
                <c:pt idx="36">
                  <c:v>9.2999999999999992E-3</c:v>
                </c:pt>
                <c:pt idx="37">
                  <c:v>9.4666666666666649E-3</c:v>
                </c:pt>
                <c:pt idx="38">
                  <c:v>8.6333333333333331E-3</c:v>
                </c:pt>
                <c:pt idx="39">
                  <c:v>9.3000000000000027E-3</c:v>
                </c:pt>
                <c:pt idx="40">
                  <c:v>9.633333333333334E-3</c:v>
                </c:pt>
                <c:pt idx="41">
                  <c:v>1.0133333333333334E-2</c:v>
                </c:pt>
                <c:pt idx="42">
                  <c:v>7.966666666666667E-3</c:v>
                </c:pt>
                <c:pt idx="43">
                  <c:v>8.466666666666664E-3</c:v>
                </c:pt>
                <c:pt idx="44">
                  <c:v>6.7999999999999996E-3</c:v>
                </c:pt>
                <c:pt idx="45">
                  <c:v>6.6333333333333322E-3</c:v>
                </c:pt>
                <c:pt idx="46">
                  <c:v>9.7999999999999997E-3</c:v>
                </c:pt>
                <c:pt idx="47">
                  <c:v>8.9666666666666679E-3</c:v>
                </c:pt>
                <c:pt idx="48">
                  <c:v>8.6333333333333331E-3</c:v>
                </c:pt>
                <c:pt idx="49">
                  <c:v>1.1633333333333332E-2</c:v>
                </c:pt>
                <c:pt idx="50">
                  <c:v>9.9666666666666688E-3</c:v>
                </c:pt>
                <c:pt idx="51">
                  <c:v>7.4666666666666657E-3</c:v>
                </c:pt>
                <c:pt idx="52">
                  <c:v>9.9666666666666653E-3</c:v>
                </c:pt>
                <c:pt idx="53">
                  <c:v>1.0633333333333335E-2</c:v>
                </c:pt>
                <c:pt idx="54">
                  <c:v>1.0633333333333335E-2</c:v>
                </c:pt>
                <c:pt idx="55">
                  <c:v>8.3000000000000018E-3</c:v>
                </c:pt>
                <c:pt idx="56">
                  <c:v>8.1333333333333327E-3</c:v>
                </c:pt>
                <c:pt idx="57">
                  <c:v>1.1800000000000001E-2</c:v>
                </c:pt>
                <c:pt idx="58">
                  <c:v>1.03E-2</c:v>
                </c:pt>
                <c:pt idx="59">
                  <c:v>1.1466666666666667E-2</c:v>
                </c:pt>
                <c:pt idx="60">
                  <c:v>1.1466666666666667E-2</c:v>
                </c:pt>
                <c:pt idx="61">
                  <c:v>9.3000000000000027E-3</c:v>
                </c:pt>
                <c:pt idx="62">
                  <c:v>1.0466666666666666E-2</c:v>
                </c:pt>
                <c:pt idx="63">
                  <c:v>9.9666666666666653E-3</c:v>
                </c:pt>
                <c:pt idx="64">
                  <c:v>9.3000000000000027E-3</c:v>
                </c:pt>
                <c:pt idx="65">
                  <c:v>8.1333333333333327E-3</c:v>
                </c:pt>
                <c:pt idx="66">
                  <c:v>9.633333333333334E-3</c:v>
                </c:pt>
                <c:pt idx="67">
                  <c:v>9.633333333333334E-3</c:v>
                </c:pt>
                <c:pt idx="68">
                  <c:v>7.1333333333333327E-3</c:v>
                </c:pt>
                <c:pt idx="69">
                  <c:v>7.4666666666666692E-3</c:v>
                </c:pt>
                <c:pt idx="70">
                  <c:v>7.9666666666666636E-3</c:v>
                </c:pt>
                <c:pt idx="71">
                  <c:v>9.4666666666666649E-3</c:v>
                </c:pt>
                <c:pt idx="72">
                  <c:v>9.1333333333333336E-3</c:v>
                </c:pt>
                <c:pt idx="73">
                  <c:v>7.799999999999997E-3</c:v>
                </c:pt>
                <c:pt idx="74">
                  <c:v>7.2999999999999983E-3</c:v>
                </c:pt>
                <c:pt idx="75">
                  <c:v>7.9666666666666636E-3</c:v>
                </c:pt>
                <c:pt idx="76">
                  <c:v>7.8000000000000005E-3</c:v>
                </c:pt>
                <c:pt idx="77">
                  <c:v>7.799999999999997E-3</c:v>
                </c:pt>
                <c:pt idx="78">
                  <c:v>5.6333333333333331E-3</c:v>
                </c:pt>
                <c:pt idx="79">
                  <c:v>7.1333333333333327E-3</c:v>
                </c:pt>
                <c:pt idx="80">
                  <c:v>8.466666666666664E-3</c:v>
                </c:pt>
                <c:pt idx="81">
                  <c:v>8.6333333333333331E-3</c:v>
                </c:pt>
                <c:pt idx="82">
                  <c:v>8.4666666666666675E-3</c:v>
                </c:pt>
                <c:pt idx="83">
                  <c:v>6.966666666666667E-3</c:v>
                </c:pt>
                <c:pt idx="84">
                  <c:v>8.3000000000000018E-3</c:v>
                </c:pt>
                <c:pt idx="85">
                  <c:v>8.2999999999999984E-3</c:v>
                </c:pt>
                <c:pt idx="86">
                  <c:v>7.966666666666667E-3</c:v>
                </c:pt>
                <c:pt idx="87">
                  <c:v>8.1333333333333327E-3</c:v>
                </c:pt>
                <c:pt idx="88">
                  <c:v>8.6333333333333331E-3</c:v>
                </c:pt>
                <c:pt idx="89">
                  <c:v>9.633333333333334E-3</c:v>
                </c:pt>
                <c:pt idx="90">
                  <c:v>7.6333333333333331E-3</c:v>
                </c:pt>
                <c:pt idx="91">
                  <c:v>8.3000000000000018E-3</c:v>
                </c:pt>
                <c:pt idx="92">
                  <c:v>9.1333333333333336E-3</c:v>
                </c:pt>
                <c:pt idx="93">
                  <c:v>9.1333333333333336E-3</c:v>
                </c:pt>
                <c:pt idx="94">
                  <c:v>8.2999999999999984E-3</c:v>
                </c:pt>
                <c:pt idx="95">
                  <c:v>8.9666666666666645E-3</c:v>
                </c:pt>
                <c:pt idx="96">
                  <c:v>6.7999999999999996E-3</c:v>
                </c:pt>
                <c:pt idx="97">
                  <c:v>6.966666666666667E-3</c:v>
                </c:pt>
                <c:pt idx="98">
                  <c:v>7.6333333333333314E-3</c:v>
                </c:pt>
                <c:pt idx="99">
                  <c:v>6.2999999999999992E-3</c:v>
                </c:pt>
                <c:pt idx="100">
                  <c:v>7.1333333333333344E-3</c:v>
                </c:pt>
                <c:pt idx="101">
                  <c:v>8.1333333333333327E-3</c:v>
                </c:pt>
                <c:pt idx="102">
                  <c:v>8.1333333333333327E-3</c:v>
                </c:pt>
                <c:pt idx="103">
                  <c:v>6.7999999999999996E-3</c:v>
                </c:pt>
                <c:pt idx="104">
                  <c:v>6.1333333333333335E-3</c:v>
                </c:pt>
                <c:pt idx="105">
                  <c:v>6.2999999999999992E-3</c:v>
                </c:pt>
                <c:pt idx="106">
                  <c:v>7.2999999999999983E-3</c:v>
                </c:pt>
                <c:pt idx="107">
                  <c:v>6.7999999999999996E-3</c:v>
                </c:pt>
                <c:pt idx="108">
                  <c:v>6.7999999999999996E-3</c:v>
                </c:pt>
                <c:pt idx="109">
                  <c:v>7.3000000000000001E-3</c:v>
                </c:pt>
                <c:pt idx="110">
                  <c:v>7.3000000000000001E-3</c:v>
                </c:pt>
                <c:pt idx="111">
                  <c:v>7.3000000000000001E-3</c:v>
                </c:pt>
                <c:pt idx="112">
                  <c:v>7.4666666666666675E-3</c:v>
                </c:pt>
                <c:pt idx="113">
                  <c:v>7.3000000000000001E-3</c:v>
                </c:pt>
                <c:pt idx="114">
                  <c:v>6.966666666666667E-3</c:v>
                </c:pt>
                <c:pt idx="115">
                  <c:v>7.3000000000000001E-3</c:v>
                </c:pt>
                <c:pt idx="116">
                  <c:v>6.633333333333334E-3</c:v>
                </c:pt>
                <c:pt idx="117">
                  <c:v>6.633333333333334E-3</c:v>
                </c:pt>
                <c:pt idx="118">
                  <c:v>7.1333333333333344E-3</c:v>
                </c:pt>
                <c:pt idx="119">
                  <c:v>7.3000000000000001E-3</c:v>
                </c:pt>
                <c:pt idx="120">
                  <c:v>7.4666666666666657E-3</c:v>
                </c:pt>
                <c:pt idx="121">
                  <c:v>6.966666666666667E-3</c:v>
                </c:pt>
                <c:pt idx="122">
                  <c:v>7.1333333333333344E-3</c:v>
                </c:pt>
                <c:pt idx="123">
                  <c:v>6.7999999999999996E-3</c:v>
                </c:pt>
                <c:pt idx="124">
                  <c:v>5.9666666666666661E-3</c:v>
                </c:pt>
                <c:pt idx="125">
                  <c:v>5.6333333333333348E-3</c:v>
                </c:pt>
                <c:pt idx="126">
                  <c:v>6.1333333333333335E-3</c:v>
                </c:pt>
                <c:pt idx="127">
                  <c:v>6.1333333333333335E-3</c:v>
                </c:pt>
                <c:pt idx="128">
                  <c:v>6.4666666666666666E-3</c:v>
                </c:pt>
                <c:pt idx="129">
                  <c:v>6.1333333333333335E-3</c:v>
                </c:pt>
                <c:pt idx="130">
                  <c:v>6.633333333333334E-3</c:v>
                </c:pt>
                <c:pt idx="131">
                  <c:v>7.3000000000000001E-3</c:v>
                </c:pt>
                <c:pt idx="132">
                  <c:v>6.1333333333333318E-3</c:v>
                </c:pt>
                <c:pt idx="133">
                  <c:v>6.7999999999999996E-3</c:v>
                </c:pt>
                <c:pt idx="134">
                  <c:v>7.3000000000000001E-3</c:v>
                </c:pt>
                <c:pt idx="135">
                  <c:v>6.7999999999999996E-3</c:v>
                </c:pt>
                <c:pt idx="136">
                  <c:v>7.1333333333333344E-3</c:v>
                </c:pt>
                <c:pt idx="137">
                  <c:v>6.7999999999999996E-3</c:v>
                </c:pt>
                <c:pt idx="138">
                  <c:v>6.2999999999999992E-3</c:v>
                </c:pt>
                <c:pt idx="139">
                  <c:v>5.6333333333333331E-3</c:v>
                </c:pt>
                <c:pt idx="140">
                  <c:v>5.4666666666666674E-3</c:v>
                </c:pt>
                <c:pt idx="141">
                  <c:v>5.4666666666666657E-3</c:v>
                </c:pt>
                <c:pt idx="142">
                  <c:v>4.4666666666666674E-3</c:v>
                </c:pt>
                <c:pt idx="143">
                  <c:v>5.3E-3</c:v>
                </c:pt>
                <c:pt idx="144">
                  <c:v>5.2999999999999983E-3</c:v>
                </c:pt>
                <c:pt idx="145">
                  <c:v>4.9666666666666661E-3</c:v>
                </c:pt>
                <c:pt idx="146">
                  <c:v>4.7999999999999996E-3</c:v>
                </c:pt>
                <c:pt idx="147">
                  <c:v>5.4666666666666657E-3</c:v>
                </c:pt>
                <c:pt idx="148">
                  <c:v>5.6333333333333331E-3</c:v>
                </c:pt>
                <c:pt idx="149">
                  <c:v>5.6333333333333331E-3</c:v>
                </c:pt>
                <c:pt idx="150">
                  <c:v>5.2999999999999983E-3</c:v>
                </c:pt>
                <c:pt idx="151">
                  <c:v>4.7999999999999987E-3</c:v>
                </c:pt>
                <c:pt idx="152">
                  <c:v>5.7999999999999987E-3</c:v>
                </c:pt>
                <c:pt idx="153">
                  <c:v>4.6333333333333331E-3</c:v>
                </c:pt>
                <c:pt idx="154">
                  <c:v>5.2999999999999983E-3</c:v>
                </c:pt>
                <c:pt idx="155">
                  <c:v>5.4666666666666674E-3</c:v>
                </c:pt>
                <c:pt idx="156">
                  <c:v>4.4666666666666674E-3</c:v>
                </c:pt>
                <c:pt idx="157">
                  <c:v>5.2999999999999983E-3</c:v>
                </c:pt>
                <c:pt idx="158">
                  <c:v>4.7999999999999996E-3</c:v>
                </c:pt>
                <c:pt idx="159">
                  <c:v>5.1333333333333326E-3</c:v>
                </c:pt>
                <c:pt idx="160">
                  <c:v>4.6333333333333313E-3</c:v>
                </c:pt>
                <c:pt idx="161">
                  <c:v>4.7999999999999996E-3</c:v>
                </c:pt>
                <c:pt idx="162">
                  <c:v>4.1333333333333335E-3</c:v>
                </c:pt>
                <c:pt idx="163">
                  <c:v>4.7999999999999996E-3</c:v>
                </c:pt>
                <c:pt idx="164">
                  <c:v>4.6333333333333331E-3</c:v>
                </c:pt>
                <c:pt idx="165">
                  <c:v>4.8000000000000004E-3</c:v>
                </c:pt>
                <c:pt idx="166">
                  <c:v>4.3E-3</c:v>
                </c:pt>
                <c:pt idx="167">
                  <c:v>4.9666666666666652E-3</c:v>
                </c:pt>
                <c:pt idx="168">
                  <c:v>4.6333333333333331E-3</c:v>
                </c:pt>
                <c:pt idx="169">
                  <c:v>4.3E-3</c:v>
                </c:pt>
                <c:pt idx="170">
                  <c:v>3.966666666666667E-3</c:v>
                </c:pt>
                <c:pt idx="171">
                  <c:v>3.9666666666666652E-3</c:v>
                </c:pt>
                <c:pt idx="172">
                  <c:v>3.4666666666666674E-3</c:v>
                </c:pt>
                <c:pt idx="173">
                  <c:v>3.3000000000000008E-3</c:v>
                </c:pt>
                <c:pt idx="174">
                  <c:v>3.8000000000000013E-3</c:v>
                </c:pt>
                <c:pt idx="175">
                  <c:v>3.9666666666666678E-3</c:v>
                </c:pt>
                <c:pt idx="176">
                  <c:v>4.7999999999999996E-3</c:v>
                </c:pt>
                <c:pt idx="177">
                  <c:v>4.3000000000000017E-3</c:v>
                </c:pt>
                <c:pt idx="178">
                  <c:v>3.6333333333333339E-3</c:v>
                </c:pt>
                <c:pt idx="179">
                  <c:v>3.8000000000000013E-3</c:v>
                </c:pt>
                <c:pt idx="180">
                  <c:v>3.4666666666666665E-3</c:v>
                </c:pt>
                <c:pt idx="181">
                  <c:v>2.7999999999999987E-3</c:v>
                </c:pt>
                <c:pt idx="182">
                  <c:v>3.966666666666667E-3</c:v>
                </c:pt>
                <c:pt idx="183">
                  <c:v>3.2999999999999991E-3</c:v>
                </c:pt>
                <c:pt idx="184">
                  <c:v>4.1333333333333335E-3</c:v>
                </c:pt>
                <c:pt idx="185">
                  <c:v>3.8000000000000013E-3</c:v>
                </c:pt>
                <c:pt idx="186">
                  <c:v>3.4666666666666674E-3</c:v>
                </c:pt>
                <c:pt idx="187">
                  <c:v>3.1333333333333326E-3</c:v>
                </c:pt>
                <c:pt idx="188">
                  <c:v>3.4666666666666665E-3</c:v>
                </c:pt>
                <c:pt idx="189">
                  <c:v>2.8000000000000004E-3</c:v>
                </c:pt>
                <c:pt idx="190">
                  <c:v>3.4666666666666674E-3</c:v>
                </c:pt>
                <c:pt idx="191">
                  <c:v>3.8000000000000013E-3</c:v>
                </c:pt>
                <c:pt idx="192">
                  <c:v>3.633333333333333E-3</c:v>
                </c:pt>
                <c:pt idx="193">
                  <c:v>2.4666666666666656E-3</c:v>
                </c:pt>
                <c:pt idx="194">
                  <c:v>2.1333333333333334E-3</c:v>
                </c:pt>
                <c:pt idx="195">
                  <c:v>1.8000000000000004E-3</c:v>
                </c:pt>
                <c:pt idx="196">
                  <c:v>1.4666666666666673E-3</c:v>
                </c:pt>
                <c:pt idx="197">
                  <c:v>6.3333333333333384E-4</c:v>
                </c:pt>
                <c:pt idx="198">
                  <c:v>1.2999999999999999E-3</c:v>
                </c:pt>
                <c:pt idx="199">
                  <c:v>2.1333333333333334E-3</c:v>
                </c:pt>
                <c:pt idx="200">
                  <c:v>2.3E-3</c:v>
                </c:pt>
                <c:pt idx="201">
                  <c:v>1.7999999999999995E-3</c:v>
                </c:pt>
                <c:pt idx="202">
                  <c:v>1.7999999999999995E-3</c:v>
                </c:pt>
                <c:pt idx="203">
                  <c:v>1.4666666666666673E-3</c:v>
                </c:pt>
                <c:pt idx="204">
                  <c:v>1.6333333333333339E-3</c:v>
                </c:pt>
                <c:pt idx="205">
                  <c:v>1.9666666666666669E-3</c:v>
                </c:pt>
                <c:pt idx="206">
                  <c:v>1.6333333333333339E-3</c:v>
                </c:pt>
                <c:pt idx="207">
                  <c:v>1.7999999999999995E-3</c:v>
                </c:pt>
                <c:pt idx="208">
                  <c:v>1.2999999999999999E-3</c:v>
                </c:pt>
                <c:pt idx="209">
                  <c:v>1.9666666666666669E-3</c:v>
                </c:pt>
                <c:pt idx="210">
                  <c:v>1.4666666666666665E-3</c:v>
                </c:pt>
                <c:pt idx="211">
                  <c:v>1.4666666666666665E-3</c:v>
                </c:pt>
                <c:pt idx="212">
                  <c:v>1.1333333333333325E-3</c:v>
                </c:pt>
                <c:pt idx="213">
                  <c:v>1.2999999999999999E-3</c:v>
                </c:pt>
                <c:pt idx="214">
                  <c:v>1.7999999999999995E-3</c:v>
                </c:pt>
                <c:pt idx="215">
                  <c:v>9.6666666666666646E-4</c:v>
                </c:pt>
                <c:pt idx="216">
                  <c:v>7.9999999999999993E-4</c:v>
                </c:pt>
                <c:pt idx="217">
                  <c:v>1.1333333333333325E-3</c:v>
                </c:pt>
                <c:pt idx="218">
                  <c:v>1.6333333333333339E-3</c:v>
                </c:pt>
                <c:pt idx="219">
                  <c:v>8.000000000000008E-4</c:v>
                </c:pt>
                <c:pt idx="220">
                  <c:v>6.3333333333333254E-4</c:v>
                </c:pt>
                <c:pt idx="221">
                  <c:v>1.2999999999999999E-3</c:v>
                </c:pt>
                <c:pt idx="222">
                  <c:v>4.6666666666666645E-4</c:v>
                </c:pt>
                <c:pt idx="223">
                  <c:v>-3.3333333333333565E-5</c:v>
                </c:pt>
                <c:pt idx="224">
                  <c:v>7.9999999999999993E-4</c:v>
                </c:pt>
                <c:pt idx="225">
                  <c:v>1.1333333333333338E-3</c:v>
                </c:pt>
                <c:pt idx="226">
                  <c:v>1.2999999999999999E-3</c:v>
                </c:pt>
                <c:pt idx="227">
                  <c:v>1.133333333333333E-3</c:v>
                </c:pt>
                <c:pt idx="228">
                  <c:v>1.133333333333333E-3</c:v>
                </c:pt>
                <c:pt idx="229">
                  <c:v>3.0000000000000035E-4</c:v>
                </c:pt>
                <c:pt idx="230">
                  <c:v>4.6666666666666688E-4</c:v>
                </c:pt>
                <c:pt idx="231">
                  <c:v>7.9999999999999906E-4</c:v>
                </c:pt>
                <c:pt idx="232">
                  <c:v>1.3333333333333339E-4</c:v>
                </c:pt>
                <c:pt idx="233">
                  <c:v>-2.0000000000000009E-4</c:v>
                </c:pt>
                <c:pt idx="234">
                  <c:v>-5.3333333333333314E-4</c:v>
                </c:pt>
                <c:pt idx="235">
                  <c:v>4.6666666666666688E-4</c:v>
                </c:pt>
                <c:pt idx="236">
                  <c:v>1.6333333333333321E-3</c:v>
                </c:pt>
                <c:pt idx="237">
                  <c:v>1.4666666666666665E-3</c:v>
                </c:pt>
                <c:pt idx="238">
                  <c:v>1.1333333333333338E-3</c:v>
                </c:pt>
                <c:pt idx="239">
                  <c:v>1.133333333333333E-3</c:v>
                </c:pt>
                <c:pt idx="240">
                  <c:v>1.3333333333333339E-4</c:v>
                </c:pt>
                <c:pt idx="241">
                  <c:v>-3.3333333333333565E-5</c:v>
                </c:pt>
                <c:pt idx="242">
                  <c:v>3.0000000000000035E-4</c:v>
                </c:pt>
                <c:pt idx="243">
                  <c:v>1.133333333333333E-3</c:v>
                </c:pt>
                <c:pt idx="244">
                  <c:v>6.333333333333334E-4</c:v>
                </c:pt>
                <c:pt idx="245">
                  <c:v>1.3333333333333339E-4</c:v>
                </c:pt>
                <c:pt idx="246">
                  <c:v>7.999999999999995E-4</c:v>
                </c:pt>
                <c:pt idx="247">
                  <c:v>7.999999999999995E-4</c:v>
                </c:pt>
                <c:pt idx="248">
                  <c:v>7.999999999999995E-4</c:v>
                </c:pt>
                <c:pt idx="249">
                  <c:v>-3.6666666666666662E-4</c:v>
                </c:pt>
                <c:pt idx="250">
                  <c:v>7.999999999999995E-4</c:v>
                </c:pt>
                <c:pt idx="251">
                  <c:v>9.6666666666666689E-4</c:v>
                </c:pt>
                <c:pt idx="252">
                  <c:v>2.9999999999999949E-4</c:v>
                </c:pt>
                <c:pt idx="253">
                  <c:v>1.3333333333333339E-4</c:v>
                </c:pt>
                <c:pt idx="254">
                  <c:v>-7.000000000000001E-4</c:v>
                </c:pt>
                <c:pt idx="255">
                  <c:v>-5.3333333333333314E-4</c:v>
                </c:pt>
                <c:pt idx="256">
                  <c:v>-5.3333333333333314E-4</c:v>
                </c:pt>
                <c:pt idx="257">
                  <c:v>1.3333333333333339E-4</c:v>
                </c:pt>
                <c:pt idx="258">
                  <c:v>8.000000000000008E-4</c:v>
                </c:pt>
                <c:pt idx="259">
                  <c:v>4.6666666666666688E-4</c:v>
                </c:pt>
                <c:pt idx="260">
                  <c:v>-3.3333333333333565E-5</c:v>
                </c:pt>
                <c:pt idx="261">
                  <c:v>4.6666666666666645E-4</c:v>
                </c:pt>
                <c:pt idx="262">
                  <c:v>6.333333333333334E-4</c:v>
                </c:pt>
                <c:pt idx="263">
                  <c:v>1.133333333333333E-3</c:v>
                </c:pt>
                <c:pt idx="264">
                  <c:v>3.0000000000000035E-4</c:v>
                </c:pt>
                <c:pt idx="265">
                  <c:v>-3.3333333333333565E-5</c:v>
                </c:pt>
                <c:pt idx="266">
                  <c:v>-1.0333333333333338E-3</c:v>
                </c:pt>
                <c:pt idx="267">
                  <c:v>-5.3333333333333314E-4</c:v>
                </c:pt>
                <c:pt idx="268">
                  <c:v>-3.3333333333333565E-5</c:v>
                </c:pt>
                <c:pt idx="269">
                  <c:v>-3.3333333333333999E-5</c:v>
                </c:pt>
                <c:pt idx="270">
                  <c:v>-3.3333333333333565E-5</c:v>
                </c:pt>
                <c:pt idx="271">
                  <c:v>-5.3333333333333314E-4</c:v>
                </c:pt>
                <c:pt idx="272">
                  <c:v>-3.3333333333333565E-5</c:v>
                </c:pt>
                <c:pt idx="273">
                  <c:v>-3.6666666666666662E-4</c:v>
                </c:pt>
                <c:pt idx="274">
                  <c:v>-3.3333333333333565E-5</c:v>
                </c:pt>
                <c:pt idx="275">
                  <c:v>4.6666666666666601E-4</c:v>
                </c:pt>
                <c:pt idx="276">
                  <c:v>1.3333333333333296E-4</c:v>
                </c:pt>
                <c:pt idx="277">
                  <c:v>3.0000000000000035E-4</c:v>
                </c:pt>
                <c:pt idx="278">
                  <c:v>-1.9999999999999966E-4</c:v>
                </c:pt>
                <c:pt idx="279">
                  <c:v>-2.0000000000000096E-4</c:v>
                </c:pt>
                <c:pt idx="280">
                  <c:v>1.3333333333333296E-4</c:v>
                </c:pt>
                <c:pt idx="281">
                  <c:v>-6.9999999999999967E-4</c:v>
                </c:pt>
                <c:pt idx="282">
                  <c:v>9.6666666666666646E-4</c:v>
                </c:pt>
                <c:pt idx="283">
                  <c:v>1.133333333333333E-3</c:v>
                </c:pt>
                <c:pt idx="284">
                  <c:v>6.3333333333333254E-4</c:v>
                </c:pt>
                <c:pt idx="285">
                  <c:v>4.6666666666666645E-4</c:v>
                </c:pt>
                <c:pt idx="286">
                  <c:v>3.0000000000000035E-4</c:v>
                </c:pt>
                <c:pt idx="287">
                  <c:v>3.0000000000000035E-4</c:v>
                </c:pt>
                <c:pt idx="288">
                  <c:v>2.9999999999999905E-4</c:v>
                </c:pt>
                <c:pt idx="289">
                  <c:v>-2.0000000000000009E-4</c:v>
                </c:pt>
                <c:pt idx="290">
                  <c:v>2.9999999999999905E-4</c:v>
                </c:pt>
                <c:pt idx="291">
                  <c:v>7.999999999999995E-4</c:v>
                </c:pt>
                <c:pt idx="292">
                  <c:v>-1.0333333333333332E-3</c:v>
                </c:pt>
                <c:pt idx="293">
                  <c:v>-1.1999999999999999E-3</c:v>
                </c:pt>
                <c:pt idx="294">
                  <c:v>-1.1999999999999997E-3</c:v>
                </c:pt>
                <c:pt idx="295">
                  <c:v>1.3333333333333339E-4</c:v>
                </c:pt>
                <c:pt idx="296">
                  <c:v>1.3333333333333296E-4</c:v>
                </c:pt>
                <c:pt idx="297">
                  <c:v>6.3333333333333254E-4</c:v>
                </c:pt>
                <c:pt idx="298">
                  <c:v>7.999999999999995E-4</c:v>
                </c:pt>
                <c:pt idx="299">
                  <c:v>-3.3333333333333565E-5</c:v>
                </c:pt>
                <c:pt idx="300">
                  <c:v>1.133333333333333E-3</c:v>
                </c:pt>
                <c:pt idx="301">
                  <c:v>9.6666666666666732E-4</c:v>
                </c:pt>
                <c:pt idx="302">
                  <c:v>1.4666666666666665E-3</c:v>
                </c:pt>
                <c:pt idx="303">
                  <c:v>7.9999999999999993E-4</c:v>
                </c:pt>
                <c:pt idx="304">
                  <c:v>9.6666666666666646E-4</c:v>
                </c:pt>
                <c:pt idx="305">
                  <c:v>6.333333333333334E-4</c:v>
                </c:pt>
                <c:pt idx="306">
                  <c:v>-3.3333333333333565E-5</c:v>
                </c:pt>
                <c:pt idx="307">
                  <c:v>2.9999999999999949E-4</c:v>
                </c:pt>
                <c:pt idx="308">
                  <c:v>-2.0000000000000009E-4</c:v>
                </c:pt>
                <c:pt idx="309">
                  <c:v>-3.3333333333333999E-5</c:v>
                </c:pt>
                <c:pt idx="310">
                  <c:v>-2.0000000000000009E-4</c:v>
                </c:pt>
                <c:pt idx="311">
                  <c:v>8.000000000000008E-4</c:v>
                </c:pt>
                <c:pt idx="312">
                  <c:v>9.6666666666666646E-4</c:v>
                </c:pt>
                <c:pt idx="313">
                  <c:v>-3.3333333333333565E-5</c:v>
                </c:pt>
                <c:pt idx="314">
                  <c:v>9.6666666666666646E-4</c:v>
                </c:pt>
                <c:pt idx="315">
                  <c:v>1.966666666666666E-3</c:v>
                </c:pt>
                <c:pt idx="316">
                  <c:v>1.1333333333333325E-3</c:v>
                </c:pt>
                <c:pt idx="317">
                  <c:v>-2.0000000000000009E-4</c:v>
                </c:pt>
                <c:pt idx="318">
                  <c:v>-1.0333333333333332E-3</c:v>
                </c:pt>
                <c:pt idx="319">
                  <c:v>-1.0333333333333338E-3</c:v>
                </c:pt>
                <c:pt idx="320">
                  <c:v>1.2999999999999999E-3</c:v>
                </c:pt>
                <c:pt idx="321">
                  <c:v>1.3000000000000008E-3</c:v>
                </c:pt>
                <c:pt idx="322">
                  <c:v>-3.6666666666666748E-4</c:v>
                </c:pt>
                <c:pt idx="323">
                  <c:v>9.6666666666666646E-4</c:v>
                </c:pt>
                <c:pt idx="324">
                  <c:v>-1.9999999999999966E-4</c:v>
                </c:pt>
                <c:pt idx="325">
                  <c:v>1.3333333333333339E-4</c:v>
                </c:pt>
                <c:pt idx="326">
                  <c:v>3.0000000000000035E-4</c:v>
                </c:pt>
                <c:pt idx="327">
                  <c:v>9.6666666666666689E-4</c:v>
                </c:pt>
                <c:pt idx="328">
                  <c:v>4.6666666666666645E-4</c:v>
                </c:pt>
                <c:pt idx="329">
                  <c:v>-5.3333333333333401E-4</c:v>
                </c:pt>
                <c:pt idx="330">
                  <c:v>4.6666666666666601E-4</c:v>
                </c:pt>
                <c:pt idx="331">
                  <c:v>9.6666666666666646E-4</c:v>
                </c:pt>
                <c:pt idx="332">
                  <c:v>1.633333333333333E-3</c:v>
                </c:pt>
                <c:pt idx="333">
                  <c:v>2.9999999999999949E-4</c:v>
                </c:pt>
                <c:pt idx="334">
                  <c:v>-6.9999999999999967E-4</c:v>
                </c:pt>
                <c:pt idx="335">
                  <c:v>-3.3333333333333565E-5</c:v>
                </c:pt>
                <c:pt idx="336">
                  <c:v>-1.033333333333334E-3</c:v>
                </c:pt>
                <c:pt idx="337">
                  <c:v>-1.3666666666666671E-3</c:v>
                </c:pt>
                <c:pt idx="338">
                  <c:v>-8.6666666666666684E-4</c:v>
                </c:pt>
                <c:pt idx="339">
                  <c:v>-1.6999999999999997E-3</c:v>
                </c:pt>
                <c:pt idx="340">
                  <c:v>-7.0000000000000053E-4</c:v>
                </c:pt>
                <c:pt idx="341">
                  <c:v>-1.3666666666666671E-3</c:v>
                </c:pt>
                <c:pt idx="342">
                  <c:v>-1.0333333333333329E-3</c:v>
                </c:pt>
                <c:pt idx="343">
                  <c:v>-8.6666666666666728E-4</c:v>
                </c:pt>
                <c:pt idx="344">
                  <c:v>9.6666666666666689E-4</c:v>
                </c:pt>
                <c:pt idx="345">
                  <c:v>4.6666666666666688E-4</c:v>
                </c:pt>
                <c:pt idx="346">
                  <c:v>4.6666666666666688E-4</c:v>
                </c:pt>
                <c:pt idx="347">
                  <c:v>6.3333333333333384E-4</c:v>
                </c:pt>
                <c:pt idx="348">
                  <c:v>2.9999999999999949E-4</c:v>
                </c:pt>
                <c:pt idx="349">
                  <c:v>2.1333333333333334E-3</c:v>
                </c:pt>
                <c:pt idx="350">
                  <c:v>1.1333333333333325E-3</c:v>
                </c:pt>
                <c:pt idx="351">
                  <c:v>4.6666666666666688E-4</c:v>
                </c:pt>
                <c:pt idx="352">
                  <c:v>-2.0000000000000009E-4</c:v>
                </c:pt>
                <c:pt idx="353">
                  <c:v>3.0000000000000035E-4</c:v>
                </c:pt>
                <c:pt idx="354">
                  <c:v>-1.0333333333333338E-3</c:v>
                </c:pt>
                <c:pt idx="355">
                  <c:v>1.3333333333333296E-4</c:v>
                </c:pt>
                <c:pt idx="356">
                  <c:v>6.333333333333334E-4</c:v>
                </c:pt>
                <c:pt idx="357">
                  <c:v>-3.3333333333333565E-5</c:v>
                </c:pt>
                <c:pt idx="358">
                  <c:v>1.133333333333333E-3</c:v>
                </c:pt>
                <c:pt idx="359">
                  <c:v>9.6666666666666689E-4</c:v>
                </c:pt>
                <c:pt idx="360">
                  <c:v>2.6333333333333321E-3</c:v>
                </c:pt>
                <c:pt idx="361">
                  <c:v>9.6666666666666689E-4</c:v>
                </c:pt>
                <c:pt idx="362">
                  <c:v>2.8000000000000004E-3</c:v>
                </c:pt>
                <c:pt idx="363">
                  <c:v>2.7999999999999987E-3</c:v>
                </c:pt>
                <c:pt idx="364">
                  <c:v>1.633333333333333E-3</c:v>
                </c:pt>
                <c:pt idx="365">
                  <c:v>9.6666666666666646E-4</c:v>
                </c:pt>
                <c:pt idx="366">
                  <c:v>2.3E-3</c:v>
                </c:pt>
                <c:pt idx="367">
                  <c:v>4.7999999999999996E-3</c:v>
                </c:pt>
                <c:pt idx="368">
                  <c:v>2.3E-3</c:v>
                </c:pt>
                <c:pt idx="369">
                  <c:v>6.3333333333333384E-4</c:v>
                </c:pt>
                <c:pt idx="370">
                  <c:v>-3.6666666666666748E-4</c:v>
                </c:pt>
                <c:pt idx="371">
                  <c:v>1.3333333333333339E-4</c:v>
                </c:pt>
                <c:pt idx="372">
                  <c:v>-3.3333333333333565E-5</c:v>
                </c:pt>
                <c:pt idx="373">
                  <c:v>7.999999999999995E-4</c:v>
                </c:pt>
                <c:pt idx="374">
                  <c:v>2.4666666666666665E-3</c:v>
                </c:pt>
                <c:pt idx="375">
                  <c:v>1.2999999999999991E-3</c:v>
                </c:pt>
                <c:pt idx="376">
                  <c:v>1.9666666666666669E-3</c:v>
                </c:pt>
                <c:pt idx="377">
                  <c:v>1.7999999999999995E-3</c:v>
                </c:pt>
                <c:pt idx="378">
                  <c:v>3.4666666666666674E-3</c:v>
                </c:pt>
                <c:pt idx="379">
                  <c:v>1.633333333333333E-3</c:v>
                </c:pt>
                <c:pt idx="380">
                  <c:v>1.9666666666666669E-3</c:v>
                </c:pt>
                <c:pt idx="381">
                  <c:v>2.9666666666666669E-3</c:v>
                </c:pt>
                <c:pt idx="382">
                  <c:v>1.2999999999999991E-3</c:v>
                </c:pt>
                <c:pt idx="383">
                  <c:v>1.6333333333333339E-3</c:v>
                </c:pt>
                <c:pt idx="384">
                  <c:v>2.3E-3</c:v>
                </c:pt>
                <c:pt idx="385">
                  <c:v>-8.6666666666666663E-4</c:v>
                </c:pt>
                <c:pt idx="386">
                  <c:v>7.999999999999995E-4</c:v>
                </c:pt>
                <c:pt idx="387">
                  <c:v>7.9999999999999993E-4</c:v>
                </c:pt>
                <c:pt idx="388">
                  <c:v>1.633333333333333E-3</c:v>
                </c:pt>
                <c:pt idx="389">
                  <c:v>1.6333333333333339E-3</c:v>
                </c:pt>
                <c:pt idx="390">
                  <c:v>2.9999999999999905E-4</c:v>
                </c:pt>
                <c:pt idx="391">
                  <c:v>-1.3666666666666671E-3</c:v>
                </c:pt>
                <c:pt idx="392">
                  <c:v>9.6666666666666689E-4</c:v>
                </c:pt>
                <c:pt idx="393">
                  <c:v>3.2999999999999991E-3</c:v>
                </c:pt>
                <c:pt idx="394">
                  <c:v>2.4666666666666665E-3</c:v>
                </c:pt>
                <c:pt idx="395">
                  <c:v>3.7999999999999996E-3</c:v>
                </c:pt>
                <c:pt idx="396">
                  <c:v>3.6333333333333339E-3</c:v>
                </c:pt>
                <c:pt idx="397">
                  <c:v>2.9666666666666669E-3</c:v>
                </c:pt>
                <c:pt idx="398">
                  <c:v>1.9666666666666652E-3</c:v>
                </c:pt>
                <c:pt idx="399">
                  <c:v>-2.0000000000000009E-4</c:v>
                </c:pt>
                <c:pt idx="400">
                  <c:v>2.633333333333333E-3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1C6-4FAA-9D6A-BF8E49F40EF4}"/>
            </c:ext>
          </c:extLst>
        </c:ser>
        <c:ser>
          <c:idx val="1"/>
          <c:order val="1"/>
          <c:tx>
            <c:strRef>
              <c:f>'Baseline Corrections'!$L$3</c:f>
              <c:strCache>
                <c:ptCount val="1"/>
                <c:pt idx="0">
                  <c:v>Bleach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Corrections'!$L$4:$L$404</c:f>
              <c:numCache>
                <c:formatCode>General</c:formatCode>
                <c:ptCount val="401"/>
                <c:pt idx="0">
                  <c:v>1.2700000000000003E-2</c:v>
                </c:pt>
                <c:pt idx="1">
                  <c:v>1.1200000000000002E-2</c:v>
                </c:pt>
                <c:pt idx="2">
                  <c:v>1.1700000000000002E-2</c:v>
                </c:pt>
                <c:pt idx="3">
                  <c:v>1.2866666666666669E-2</c:v>
                </c:pt>
                <c:pt idx="4">
                  <c:v>1.4700000000000001E-2</c:v>
                </c:pt>
                <c:pt idx="5">
                  <c:v>1.3866666666666669E-2</c:v>
                </c:pt>
                <c:pt idx="6">
                  <c:v>1.5533333333333336E-2</c:v>
                </c:pt>
                <c:pt idx="7">
                  <c:v>1.4033333333333335E-2</c:v>
                </c:pt>
                <c:pt idx="8">
                  <c:v>1.0700000000000001E-2</c:v>
                </c:pt>
                <c:pt idx="9">
                  <c:v>1.1866666666666671E-2</c:v>
                </c:pt>
                <c:pt idx="10">
                  <c:v>6.2000000000000015E-3</c:v>
                </c:pt>
                <c:pt idx="11">
                  <c:v>1.0366666666666663E-2</c:v>
                </c:pt>
                <c:pt idx="12">
                  <c:v>1.3033333333333338E-2</c:v>
                </c:pt>
                <c:pt idx="13">
                  <c:v>9.1999999999999998E-3</c:v>
                </c:pt>
                <c:pt idx="14">
                  <c:v>1.2699999999999999E-2</c:v>
                </c:pt>
                <c:pt idx="15">
                  <c:v>1.486666666666667E-2</c:v>
                </c:pt>
                <c:pt idx="16">
                  <c:v>1.4200000000000001E-2</c:v>
                </c:pt>
                <c:pt idx="17">
                  <c:v>1.036666666666667E-2</c:v>
                </c:pt>
                <c:pt idx="18">
                  <c:v>9.7000000000000003E-3</c:v>
                </c:pt>
                <c:pt idx="19">
                  <c:v>1.0866666666666667E-2</c:v>
                </c:pt>
                <c:pt idx="20">
                  <c:v>1.0700000000000001E-2</c:v>
                </c:pt>
                <c:pt idx="21">
                  <c:v>1.4200000000000004E-2</c:v>
                </c:pt>
                <c:pt idx="22">
                  <c:v>1.6366666666666668E-2</c:v>
                </c:pt>
                <c:pt idx="23">
                  <c:v>1.3033333333333334E-2</c:v>
                </c:pt>
                <c:pt idx="24">
                  <c:v>1.2033333333333337E-2</c:v>
                </c:pt>
                <c:pt idx="25">
                  <c:v>1.0533333333333332E-2</c:v>
                </c:pt>
                <c:pt idx="26">
                  <c:v>9.0333333333333307E-3</c:v>
                </c:pt>
                <c:pt idx="27">
                  <c:v>1.1366666666666664E-2</c:v>
                </c:pt>
                <c:pt idx="28">
                  <c:v>1.37E-2</c:v>
                </c:pt>
                <c:pt idx="29">
                  <c:v>1.5366666666666667E-2</c:v>
                </c:pt>
                <c:pt idx="30">
                  <c:v>1.5033333333333333E-2</c:v>
                </c:pt>
                <c:pt idx="31">
                  <c:v>1.6533333333333334E-2</c:v>
                </c:pt>
                <c:pt idx="32">
                  <c:v>1.6366666666666668E-2</c:v>
                </c:pt>
                <c:pt idx="33">
                  <c:v>1.486666666666667E-2</c:v>
                </c:pt>
                <c:pt idx="34">
                  <c:v>1.37E-2</c:v>
                </c:pt>
                <c:pt idx="35">
                  <c:v>1.3866666666666669E-2</c:v>
                </c:pt>
                <c:pt idx="36">
                  <c:v>1.3366666666666669E-2</c:v>
                </c:pt>
                <c:pt idx="37">
                  <c:v>1.253333333333333E-2</c:v>
                </c:pt>
                <c:pt idx="38">
                  <c:v>1.1533333333333336E-2</c:v>
                </c:pt>
                <c:pt idx="39">
                  <c:v>1.0533333333333332E-2</c:v>
                </c:pt>
                <c:pt idx="40">
                  <c:v>1.0200000000000001E-2</c:v>
                </c:pt>
                <c:pt idx="41">
                  <c:v>1.0700000000000001E-2</c:v>
                </c:pt>
                <c:pt idx="42">
                  <c:v>8.8666666666666616E-3</c:v>
                </c:pt>
                <c:pt idx="43">
                  <c:v>1.0366666666666663E-2</c:v>
                </c:pt>
                <c:pt idx="44">
                  <c:v>1.0533333333333332E-2</c:v>
                </c:pt>
                <c:pt idx="45">
                  <c:v>1.086666666666667E-2</c:v>
                </c:pt>
                <c:pt idx="46">
                  <c:v>1.2033333333333333E-2</c:v>
                </c:pt>
                <c:pt idx="47">
                  <c:v>1.0866666666666667E-2</c:v>
                </c:pt>
                <c:pt idx="48">
                  <c:v>1.0700000000000001E-2</c:v>
                </c:pt>
                <c:pt idx="49">
                  <c:v>1.3366666666666669E-2</c:v>
                </c:pt>
                <c:pt idx="50">
                  <c:v>1.1533333333333333E-2</c:v>
                </c:pt>
                <c:pt idx="51">
                  <c:v>1.2033333333333333E-2</c:v>
                </c:pt>
                <c:pt idx="52">
                  <c:v>1.0700000000000001E-2</c:v>
                </c:pt>
                <c:pt idx="53">
                  <c:v>1.1866666666666668E-2</c:v>
                </c:pt>
                <c:pt idx="54">
                  <c:v>1.37E-2</c:v>
                </c:pt>
                <c:pt idx="55">
                  <c:v>1.1699999999999999E-2</c:v>
                </c:pt>
                <c:pt idx="56">
                  <c:v>1.1533333333333336E-2</c:v>
                </c:pt>
                <c:pt idx="57">
                  <c:v>1.0033333333333335E-2</c:v>
                </c:pt>
                <c:pt idx="58">
                  <c:v>1.0866666666666667E-2</c:v>
                </c:pt>
                <c:pt idx="59">
                  <c:v>1.3366666666666669E-2</c:v>
                </c:pt>
                <c:pt idx="60">
                  <c:v>1.4200000000000001E-2</c:v>
                </c:pt>
                <c:pt idx="61">
                  <c:v>1.3033333333333334E-2</c:v>
                </c:pt>
                <c:pt idx="62">
                  <c:v>1.2033333333333337E-2</c:v>
                </c:pt>
                <c:pt idx="63">
                  <c:v>1.0200000000000001E-2</c:v>
                </c:pt>
                <c:pt idx="64">
                  <c:v>1.036666666666667E-2</c:v>
                </c:pt>
                <c:pt idx="65">
                  <c:v>1.0200000000000001E-2</c:v>
                </c:pt>
                <c:pt idx="66">
                  <c:v>1.1200000000000002E-2</c:v>
                </c:pt>
                <c:pt idx="67">
                  <c:v>1.0700000000000001E-2</c:v>
                </c:pt>
                <c:pt idx="68">
                  <c:v>9.5333333333333312E-3</c:v>
                </c:pt>
                <c:pt idx="69">
                  <c:v>9.366666666666669E-3</c:v>
                </c:pt>
                <c:pt idx="70">
                  <c:v>9.366666666666669E-3</c:v>
                </c:pt>
                <c:pt idx="71">
                  <c:v>1.0366666666666666E-2</c:v>
                </c:pt>
                <c:pt idx="72">
                  <c:v>9.0333333333333342E-3</c:v>
                </c:pt>
                <c:pt idx="73">
                  <c:v>8.199999999999999E-3</c:v>
                </c:pt>
                <c:pt idx="74">
                  <c:v>7.8666666666666676E-3</c:v>
                </c:pt>
                <c:pt idx="75">
                  <c:v>7.8666666666666676E-3</c:v>
                </c:pt>
                <c:pt idx="76">
                  <c:v>7.033333333333335E-3</c:v>
                </c:pt>
                <c:pt idx="77">
                  <c:v>8.199999999999999E-3</c:v>
                </c:pt>
                <c:pt idx="78">
                  <c:v>6.8666666666666676E-3</c:v>
                </c:pt>
                <c:pt idx="79">
                  <c:v>8.0333333333333333E-3</c:v>
                </c:pt>
                <c:pt idx="80">
                  <c:v>8.8666666666666651E-3</c:v>
                </c:pt>
                <c:pt idx="81">
                  <c:v>8.0333333333333368E-3</c:v>
                </c:pt>
                <c:pt idx="82">
                  <c:v>7.8666666666666676E-3</c:v>
                </c:pt>
                <c:pt idx="83">
                  <c:v>7.3666666666666663E-3</c:v>
                </c:pt>
                <c:pt idx="84">
                  <c:v>6.8666666666666676E-3</c:v>
                </c:pt>
                <c:pt idx="85">
                  <c:v>6.5333333333333346E-3</c:v>
                </c:pt>
                <c:pt idx="86">
                  <c:v>6.8666666666666659E-3</c:v>
                </c:pt>
                <c:pt idx="87">
                  <c:v>6.8666666666666676E-3</c:v>
                </c:pt>
                <c:pt idx="88">
                  <c:v>8.199999999999999E-3</c:v>
                </c:pt>
                <c:pt idx="89">
                  <c:v>6.5333333333333346E-3</c:v>
                </c:pt>
                <c:pt idx="90">
                  <c:v>6.199999999999998E-3</c:v>
                </c:pt>
                <c:pt idx="91">
                  <c:v>5.2000000000000006E-3</c:v>
                </c:pt>
                <c:pt idx="92">
                  <c:v>6.5333333333333346E-3</c:v>
                </c:pt>
                <c:pt idx="93">
                  <c:v>7.0333333333333333E-3</c:v>
                </c:pt>
                <c:pt idx="94">
                  <c:v>7.2000000000000024E-3</c:v>
                </c:pt>
                <c:pt idx="95">
                  <c:v>7.5333333333333355E-3</c:v>
                </c:pt>
                <c:pt idx="96">
                  <c:v>4.7000000000000002E-3</c:v>
                </c:pt>
                <c:pt idx="97">
                  <c:v>4.5333333333333345E-3</c:v>
                </c:pt>
                <c:pt idx="98">
                  <c:v>5.5333333333333337E-3</c:v>
                </c:pt>
                <c:pt idx="99">
                  <c:v>4.3666666666666671E-3</c:v>
                </c:pt>
                <c:pt idx="100">
                  <c:v>4.5333333333333345E-3</c:v>
                </c:pt>
                <c:pt idx="101">
                  <c:v>4.5333333333333345E-3</c:v>
                </c:pt>
                <c:pt idx="102">
                  <c:v>3.700000000000001E-3</c:v>
                </c:pt>
                <c:pt idx="103">
                  <c:v>4.0333333333333341E-3</c:v>
                </c:pt>
                <c:pt idx="104">
                  <c:v>4.7000000000000002E-3</c:v>
                </c:pt>
                <c:pt idx="105">
                  <c:v>4.7000000000000002E-3</c:v>
                </c:pt>
                <c:pt idx="106">
                  <c:v>5.1999999999999989E-3</c:v>
                </c:pt>
                <c:pt idx="107">
                  <c:v>4.0333333333333341E-3</c:v>
                </c:pt>
                <c:pt idx="108">
                  <c:v>3.366666666666668E-3</c:v>
                </c:pt>
                <c:pt idx="109">
                  <c:v>3.6999999999999993E-3</c:v>
                </c:pt>
                <c:pt idx="110">
                  <c:v>5.2000000000000006E-3</c:v>
                </c:pt>
                <c:pt idx="111">
                  <c:v>5.033333333333335E-3</c:v>
                </c:pt>
                <c:pt idx="112">
                  <c:v>5.7000000000000011E-3</c:v>
                </c:pt>
                <c:pt idx="113">
                  <c:v>4.7000000000000002E-3</c:v>
                </c:pt>
                <c:pt idx="114">
                  <c:v>4.0333333333333341E-3</c:v>
                </c:pt>
                <c:pt idx="115">
                  <c:v>3.8666666666666667E-3</c:v>
                </c:pt>
                <c:pt idx="116">
                  <c:v>4.0333333333333341E-3</c:v>
                </c:pt>
                <c:pt idx="117">
                  <c:v>4.0333333333333341E-3</c:v>
                </c:pt>
                <c:pt idx="118">
                  <c:v>3.6999999999999993E-3</c:v>
                </c:pt>
                <c:pt idx="119">
                  <c:v>3.8666666666666667E-3</c:v>
                </c:pt>
                <c:pt idx="120">
                  <c:v>3.8666666666666667E-3</c:v>
                </c:pt>
                <c:pt idx="121">
                  <c:v>3.5333333333333336E-3</c:v>
                </c:pt>
                <c:pt idx="122">
                  <c:v>3.6999999999999993E-3</c:v>
                </c:pt>
                <c:pt idx="123">
                  <c:v>2.8666666666666658E-3</c:v>
                </c:pt>
                <c:pt idx="124">
                  <c:v>2.3666666666666662E-3</c:v>
                </c:pt>
                <c:pt idx="125">
                  <c:v>3.366666666666668E-3</c:v>
                </c:pt>
                <c:pt idx="126">
                  <c:v>2.3666666666666688E-3</c:v>
                </c:pt>
                <c:pt idx="127">
                  <c:v>2.5333333333333336E-3</c:v>
                </c:pt>
                <c:pt idx="128">
                  <c:v>2.700000000000001E-3</c:v>
                </c:pt>
                <c:pt idx="129">
                  <c:v>2.5333333333333345E-3</c:v>
                </c:pt>
                <c:pt idx="130">
                  <c:v>2.5333333333333345E-3</c:v>
                </c:pt>
                <c:pt idx="131">
                  <c:v>3.0333333333333332E-3</c:v>
                </c:pt>
                <c:pt idx="132">
                  <c:v>1.8666666666666675E-3</c:v>
                </c:pt>
                <c:pt idx="133">
                  <c:v>2.3666666666666662E-3</c:v>
                </c:pt>
                <c:pt idx="134">
                  <c:v>3.0333333333333332E-3</c:v>
                </c:pt>
                <c:pt idx="135">
                  <c:v>3.366666666666668E-3</c:v>
                </c:pt>
                <c:pt idx="136">
                  <c:v>2.8666666666666667E-3</c:v>
                </c:pt>
                <c:pt idx="137">
                  <c:v>2.8666666666666667E-3</c:v>
                </c:pt>
                <c:pt idx="138">
                  <c:v>1.8666666666666675E-3</c:v>
                </c:pt>
                <c:pt idx="139">
                  <c:v>1.3666666666666679E-3</c:v>
                </c:pt>
                <c:pt idx="140">
                  <c:v>1.5333333333333345E-3</c:v>
                </c:pt>
                <c:pt idx="141">
                  <c:v>1.7000000000000019E-3</c:v>
                </c:pt>
                <c:pt idx="142">
                  <c:v>3.6666666666666792E-4</c:v>
                </c:pt>
                <c:pt idx="143">
                  <c:v>1.033333333333334E-3</c:v>
                </c:pt>
                <c:pt idx="144">
                  <c:v>8.6666666666666663E-4</c:v>
                </c:pt>
                <c:pt idx="145">
                  <c:v>2.0000000000000052E-4</c:v>
                </c:pt>
                <c:pt idx="146">
                  <c:v>5.3333333333333358E-4</c:v>
                </c:pt>
                <c:pt idx="147">
                  <c:v>8.6666666666666663E-4</c:v>
                </c:pt>
                <c:pt idx="148">
                  <c:v>1.7000000000000001E-3</c:v>
                </c:pt>
                <c:pt idx="149">
                  <c:v>1.5333333333333336E-3</c:v>
                </c:pt>
                <c:pt idx="150">
                  <c:v>1.5333333333333345E-3</c:v>
                </c:pt>
                <c:pt idx="151">
                  <c:v>1.3666666666666679E-3</c:v>
                </c:pt>
                <c:pt idx="152">
                  <c:v>7.0000000000000097E-4</c:v>
                </c:pt>
                <c:pt idx="153">
                  <c:v>5.3333333333333358E-4</c:v>
                </c:pt>
                <c:pt idx="154">
                  <c:v>7.0000000000000097E-4</c:v>
                </c:pt>
                <c:pt idx="155">
                  <c:v>1.3666666666666679E-3</c:v>
                </c:pt>
                <c:pt idx="156">
                  <c:v>1.2000000000000014E-3</c:v>
                </c:pt>
                <c:pt idx="157">
                  <c:v>1.033333333333334E-3</c:v>
                </c:pt>
                <c:pt idx="158">
                  <c:v>1.8666666666666675E-3</c:v>
                </c:pt>
                <c:pt idx="159">
                  <c:v>1.3666666666666679E-3</c:v>
                </c:pt>
                <c:pt idx="160">
                  <c:v>1.2000000000000014E-3</c:v>
                </c:pt>
                <c:pt idx="161">
                  <c:v>1.3666666666666671E-3</c:v>
                </c:pt>
                <c:pt idx="162">
                  <c:v>8.6666666666666749E-4</c:v>
                </c:pt>
                <c:pt idx="163">
                  <c:v>1.5333333333333327E-3</c:v>
                </c:pt>
                <c:pt idx="164">
                  <c:v>1.5333333333333327E-3</c:v>
                </c:pt>
                <c:pt idx="165">
                  <c:v>7.0000000000000097E-4</c:v>
                </c:pt>
                <c:pt idx="166">
                  <c:v>6.9999999999999923E-4</c:v>
                </c:pt>
                <c:pt idx="167">
                  <c:v>1.1999999999999988E-3</c:v>
                </c:pt>
                <c:pt idx="168">
                  <c:v>8.6666666666666663E-4</c:v>
                </c:pt>
                <c:pt idx="169">
                  <c:v>1.0333333333333332E-3</c:v>
                </c:pt>
                <c:pt idx="170">
                  <c:v>8.6666666666666749E-4</c:v>
                </c:pt>
                <c:pt idx="171">
                  <c:v>3.6666666666666792E-4</c:v>
                </c:pt>
                <c:pt idx="172">
                  <c:v>-1.3333333333333253E-4</c:v>
                </c:pt>
                <c:pt idx="173">
                  <c:v>3.6666666666666705E-4</c:v>
                </c:pt>
                <c:pt idx="174">
                  <c:v>3.6666666666666618E-4</c:v>
                </c:pt>
                <c:pt idx="175">
                  <c:v>8.6666666666666663E-4</c:v>
                </c:pt>
                <c:pt idx="176">
                  <c:v>1.033333333333334E-3</c:v>
                </c:pt>
                <c:pt idx="177">
                  <c:v>8.6666666666666749E-4</c:v>
                </c:pt>
                <c:pt idx="178">
                  <c:v>7.0000000000000097E-4</c:v>
                </c:pt>
                <c:pt idx="179">
                  <c:v>8.6666666666666749E-4</c:v>
                </c:pt>
                <c:pt idx="180">
                  <c:v>8.6666666666666749E-4</c:v>
                </c:pt>
                <c:pt idx="181">
                  <c:v>3.6666666666666705E-4</c:v>
                </c:pt>
                <c:pt idx="182">
                  <c:v>1.5333333333333327E-3</c:v>
                </c:pt>
                <c:pt idx="183">
                  <c:v>8.6666666666666749E-4</c:v>
                </c:pt>
                <c:pt idx="184">
                  <c:v>1.2000000000000014E-3</c:v>
                </c:pt>
                <c:pt idx="185">
                  <c:v>8.6666666666666663E-4</c:v>
                </c:pt>
                <c:pt idx="186">
                  <c:v>5.3333333333333358E-4</c:v>
                </c:pt>
                <c:pt idx="187">
                  <c:v>1.2000000000000014E-3</c:v>
                </c:pt>
                <c:pt idx="188">
                  <c:v>8.6666666666666749E-4</c:v>
                </c:pt>
                <c:pt idx="189">
                  <c:v>3.3333333333333999E-5</c:v>
                </c:pt>
                <c:pt idx="190">
                  <c:v>2.0000000000000052E-4</c:v>
                </c:pt>
                <c:pt idx="191">
                  <c:v>8.6666666666666749E-4</c:v>
                </c:pt>
                <c:pt idx="192">
                  <c:v>7.0000000000000097E-4</c:v>
                </c:pt>
                <c:pt idx="193">
                  <c:v>5.3333333333333358E-4</c:v>
                </c:pt>
                <c:pt idx="194">
                  <c:v>2.0000000000000139E-4</c:v>
                </c:pt>
                <c:pt idx="195">
                  <c:v>3.3333333333334866E-5</c:v>
                </c:pt>
                <c:pt idx="196">
                  <c:v>-2.9999999999999905E-4</c:v>
                </c:pt>
                <c:pt idx="197">
                  <c:v>-6.3333333333333297E-4</c:v>
                </c:pt>
                <c:pt idx="198">
                  <c:v>3.3333333333333132E-5</c:v>
                </c:pt>
                <c:pt idx="199">
                  <c:v>5.3333333333333358E-4</c:v>
                </c:pt>
                <c:pt idx="200">
                  <c:v>2.0000000000000052E-4</c:v>
                </c:pt>
                <c:pt idx="201">
                  <c:v>-2.9999999999999992E-4</c:v>
                </c:pt>
                <c:pt idx="202">
                  <c:v>3.6666666666666792E-4</c:v>
                </c:pt>
                <c:pt idx="203">
                  <c:v>7.0000000000000097E-4</c:v>
                </c:pt>
                <c:pt idx="204">
                  <c:v>7.0000000000000097E-4</c:v>
                </c:pt>
                <c:pt idx="205">
                  <c:v>3.6666666666666705E-4</c:v>
                </c:pt>
                <c:pt idx="206">
                  <c:v>3.3333333333333999E-5</c:v>
                </c:pt>
                <c:pt idx="207">
                  <c:v>-1.3333333333333253E-4</c:v>
                </c:pt>
                <c:pt idx="208">
                  <c:v>-9.6666666666666646E-4</c:v>
                </c:pt>
                <c:pt idx="209">
                  <c:v>-6.3333333333333297E-4</c:v>
                </c:pt>
                <c:pt idx="210">
                  <c:v>-1.3333333333333339E-4</c:v>
                </c:pt>
                <c:pt idx="211">
                  <c:v>-2.9999999999999992E-4</c:v>
                </c:pt>
                <c:pt idx="212">
                  <c:v>-9.6666666666666646E-4</c:v>
                </c:pt>
                <c:pt idx="213">
                  <c:v>-1.2999999999999999E-3</c:v>
                </c:pt>
                <c:pt idx="214">
                  <c:v>-1.3333333333333253E-4</c:v>
                </c:pt>
                <c:pt idx="215">
                  <c:v>-9.6666666666666646E-4</c:v>
                </c:pt>
                <c:pt idx="216">
                  <c:v>-1.3333333333333253E-4</c:v>
                </c:pt>
                <c:pt idx="217">
                  <c:v>-2.9999999999999905E-4</c:v>
                </c:pt>
                <c:pt idx="218">
                  <c:v>5.3333333333333358E-4</c:v>
                </c:pt>
                <c:pt idx="219">
                  <c:v>2.0000000000000052E-4</c:v>
                </c:pt>
                <c:pt idx="220">
                  <c:v>-8.0000000000000036E-4</c:v>
                </c:pt>
                <c:pt idx="221">
                  <c:v>5.3333333333333358E-4</c:v>
                </c:pt>
                <c:pt idx="222">
                  <c:v>3.3333333333333999E-5</c:v>
                </c:pt>
                <c:pt idx="223">
                  <c:v>3.6666666666666705E-4</c:v>
                </c:pt>
                <c:pt idx="224">
                  <c:v>-4.6666666666666558E-4</c:v>
                </c:pt>
                <c:pt idx="225">
                  <c:v>3.3333333333333999E-5</c:v>
                </c:pt>
                <c:pt idx="226">
                  <c:v>3.6666666666666705E-4</c:v>
                </c:pt>
                <c:pt idx="227">
                  <c:v>3.3333333333333132E-5</c:v>
                </c:pt>
                <c:pt idx="228">
                  <c:v>3.6666666666666705E-4</c:v>
                </c:pt>
                <c:pt idx="229">
                  <c:v>5.3333333333333358E-4</c:v>
                </c:pt>
                <c:pt idx="230">
                  <c:v>2.0000000000000052E-4</c:v>
                </c:pt>
                <c:pt idx="231">
                  <c:v>-1.3333333333333339E-4</c:v>
                </c:pt>
                <c:pt idx="232">
                  <c:v>-9.6666666666666646E-4</c:v>
                </c:pt>
                <c:pt idx="233">
                  <c:v>-4.6666666666666645E-4</c:v>
                </c:pt>
                <c:pt idx="234">
                  <c:v>-1.3333333333333339E-4</c:v>
                </c:pt>
                <c:pt idx="235">
                  <c:v>-1.3333333333333253E-4</c:v>
                </c:pt>
                <c:pt idx="236">
                  <c:v>5.3333333333333271E-4</c:v>
                </c:pt>
                <c:pt idx="237">
                  <c:v>3.3333333333333132E-5</c:v>
                </c:pt>
                <c:pt idx="238">
                  <c:v>-4.6666666666666558E-4</c:v>
                </c:pt>
                <c:pt idx="239">
                  <c:v>3.3333333333334866E-5</c:v>
                </c:pt>
                <c:pt idx="240">
                  <c:v>2.0000000000000052E-4</c:v>
                </c:pt>
                <c:pt idx="241">
                  <c:v>5.3333333333333531E-4</c:v>
                </c:pt>
                <c:pt idx="242">
                  <c:v>3.3333333333334866E-5</c:v>
                </c:pt>
                <c:pt idx="243">
                  <c:v>-6.3333333333333297E-4</c:v>
                </c:pt>
                <c:pt idx="244">
                  <c:v>-1.3333333333333253E-4</c:v>
                </c:pt>
                <c:pt idx="245">
                  <c:v>-6.3333333333333297E-4</c:v>
                </c:pt>
                <c:pt idx="246">
                  <c:v>-6.3333333333333297E-4</c:v>
                </c:pt>
                <c:pt idx="247">
                  <c:v>-1.1333333333333325E-3</c:v>
                </c:pt>
                <c:pt idx="248">
                  <c:v>-6.3333333333333297E-4</c:v>
                </c:pt>
                <c:pt idx="249">
                  <c:v>3.3333333333333999E-5</c:v>
                </c:pt>
                <c:pt idx="250">
                  <c:v>2.0000000000000052E-4</c:v>
                </c:pt>
                <c:pt idx="251">
                  <c:v>3.3333333333334866E-5</c:v>
                </c:pt>
                <c:pt idx="252">
                  <c:v>-6.3333333333333297E-4</c:v>
                </c:pt>
                <c:pt idx="253">
                  <c:v>-1.1333333333333325E-3</c:v>
                </c:pt>
                <c:pt idx="254">
                  <c:v>-4.6666666666666558E-4</c:v>
                </c:pt>
                <c:pt idx="255">
                  <c:v>3.3333333333333132E-5</c:v>
                </c:pt>
                <c:pt idx="256">
                  <c:v>2.0000000000000052E-4</c:v>
                </c:pt>
                <c:pt idx="257">
                  <c:v>3.3333333333333999E-5</c:v>
                </c:pt>
                <c:pt idx="258">
                  <c:v>-8.0000000000000036E-4</c:v>
                </c:pt>
                <c:pt idx="259">
                  <c:v>-6.3333333333333297E-4</c:v>
                </c:pt>
                <c:pt idx="260">
                  <c:v>3.3333333333333999E-5</c:v>
                </c:pt>
                <c:pt idx="261">
                  <c:v>3.6666666666666618E-4</c:v>
                </c:pt>
                <c:pt idx="262">
                  <c:v>1.0333333333333332E-3</c:v>
                </c:pt>
                <c:pt idx="263">
                  <c:v>3.3333333333333999E-5</c:v>
                </c:pt>
                <c:pt idx="264">
                  <c:v>2.0000000000000052E-4</c:v>
                </c:pt>
                <c:pt idx="265">
                  <c:v>-2.9999999999999992E-4</c:v>
                </c:pt>
                <c:pt idx="266">
                  <c:v>3.3333333333333132E-5</c:v>
                </c:pt>
                <c:pt idx="267">
                  <c:v>-7.999999999999995E-4</c:v>
                </c:pt>
                <c:pt idx="268">
                  <c:v>-1.3333333333333253E-4</c:v>
                </c:pt>
                <c:pt idx="269">
                  <c:v>3.3333333333333999E-5</c:v>
                </c:pt>
                <c:pt idx="270">
                  <c:v>-2.9999999999999992E-4</c:v>
                </c:pt>
                <c:pt idx="271">
                  <c:v>-1.3333333333333339E-4</c:v>
                </c:pt>
                <c:pt idx="272">
                  <c:v>-1.3333333333333253E-4</c:v>
                </c:pt>
                <c:pt idx="273">
                  <c:v>-1.3333333333333253E-4</c:v>
                </c:pt>
                <c:pt idx="274">
                  <c:v>5.3333333333333358E-4</c:v>
                </c:pt>
                <c:pt idx="275">
                  <c:v>-2.9999999999999905E-4</c:v>
                </c:pt>
                <c:pt idx="276">
                  <c:v>2.0000000000000052E-4</c:v>
                </c:pt>
                <c:pt idx="277">
                  <c:v>-1.3333333333333253E-4</c:v>
                </c:pt>
                <c:pt idx="278">
                  <c:v>-4.6666666666666645E-4</c:v>
                </c:pt>
                <c:pt idx="279">
                  <c:v>3.3333333333333999E-5</c:v>
                </c:pt>
                <c:pt idx="280">
                  <c:v>-2.9999999999999992E-4</c:v>
                </c:pt>
                <c:pt idx="281">
                  <c:v>-7.9999999999999863E-4</c:v>
                </c:pt>
                <c:pt idx="282">
                  <c:v>-1.3333333333333339E-4</c:v>
                </c:pt>
                <c:pt idx="283">
                  <c:v>3.3333333333333999E-5</c:v>
                </c:pt>
                <c:pt idx="284">
                  <c:v>-6.3333333333333297E-4</c:v>
                </c:pt>
                <c:pt idx="285">
                  <c:v>-2.9999999999999992E-4</c:v>
                </c:pt>
                <c:pt idx="286">
                  <c:v>-4.6666666666666558E-4</c:v>
                </c:pt>
                <c:pt idx="287">
                  <c:v>-1.3333333333333339E-4</c:v>
                </c:pt>
                <c:pt idx="288">
                  <c:v>3.6666666666666705E-4</c:v>
                </c:pt>
                <c:pt idx="289">
                  <c:v>-4.6666666666666558E-4</c:v>
                </c:pt>
                <c:pt idx="290">
                  <c:v>-2.9999999999999992E-4</c:v>
                </c:pt>
                <c:pt idx="291">
                  <c:v>1.033333333333334E-3</c:v>
                </c:pt>
                <c:pt idx="292">
                  <c:v>-6.3333333333333297E-4</c:v>
                </c:pt>
                <c:pt idx="293">
                  <c:v>-1.2999999999999999E-3</c:v>
                </c:pt>
                <c:pt idx="294">
                  <c:v>-1.2999999999999999E-3</c:v>
                </c:pt>
                <c:pt idx="295">
                  <c:v>-6.3333333333333297E-4</c:v>
                </c:pt>
                <c:pt idx="296">
                  <c:v>-7.999999999999995E-4</c:v>
                </c:pt>
                <c:pt idx="297">
                  <c:v>5.3333333333333358E-4</c:v>
                </c:pt>
                <c:pt idx="298">
                  <c:v>2.0000000000000052E-4</c:v>
                </c:pt>
                <c:pt idx="299">
                  <c:v>-2.9999999999999905E-4</c:v>
                </c:pt>
                <c:pt idx="300">
                  <c:v>7.0000000000000097E-4</c:v>
                </c:pt>
                <c:pt idx="301">
                  <c:v>1.2000000000000014E-3</c:v>
                </c:pt>
                <c:pt idx="302">
                  <c:v>1.2000000000000014E-3</c:v>
                </c:pt>
                <c:pt idx="303">
                  <c:v>2.0000000000000139E-4</c:v>
                </c:pt>
                <c:pt idx="304">
                  <c:v>5.3333333333333358E-4</c:v>
                </c:pt>
                <c:pt idx="305">
                  <c:v>5.3333333333333358E-4</c:v>
                </c:pt>
                <c:pt idx="306">
                  <c:v>3.6666666666666792E-4</c:v>
                </c:pt>
                <c:pt idx="307">
                  <c:v>2.0000000000000052E-4</c:v>
                </c:pt>
                <c:pt idx="308">
                  <c:v>1.2000000000000014E-3</c:v>
                </c:pt>
                <c:pt idx="309">
                  <c:v>1.033333333333334E-3</c:v>
                </c:pt>
                <c:pt idx="310">
                  <c:v>7.0000000000000097E-4</c:v>
                </c:pt>
                <c:pt idx="311">
                  <c:v>1.0333333333333332E-3</c:v>
                </c:pt>
                <c:pt idx="312">
                  <c:v>1.8666666666666684E-3</c:v>
                </c:pt>
                <c:pt idx="313">
                  <c:v>1.2000000000000014E-3</c:v>
                </c:pt>
                <c:pt idx="314">
                  <c:v>1.5333333333333345E-3</c:v>
                </c:pt>
                <c:pt idx="315">
                  <c:v>2.3666666666666662E-3</c:v>
                </c:pt>
                <c:pt idx="316">
                  <c:v>2.033333333333334E-3</c:v>
                </c:pt>
                <c:pt idx="317">
                  <c:v>1.8666666666666684E-3</c:v>
                </c:pt>
                <c:pt idx="318">
                  <c:v>7.0000000000000097E-4</c:v>
                </c:pt>
                <c:pt idx="319">
                  <c:v>3.3333333333333132E-5</c:v>
                </c:pt>
                <c:pt idx="320">
                  <c:v>3.6666666666666792E-4</c:v>
                </c:pt>
                <c:pt idx="321">
                  <c:v>1.2000000000000014E-3</c:v>
                </c:pt>
                <c:pt idx="322">
                  <c:v>3.6666666666666792E-4</c:v>
                </c:pt>
                <c:pt idx="323">
                  <c:v>5.3333333333333358E-4</c:v>
                </c:pt>
                <c:pt idx="324">
                  <c:v>5.3333333333333358E-4</c:v>
                </c:pt>
                <c:pt idx="325">
                  <c:v>7.0000000000000097E-4</c:v>
                </c:pt>
                <c:pt idx="326">
                  <c:v>1.3666666666666679E-3</c:v>
                </c:pt>
                <c:pt idx="327">
                  <c:v>1.7000000000000001E-3</c:v>
                </c:pt>
                <c:pt idx="328">
                  <c:v>3.6666666666666705E-4</c:v>
                </c:pt>
                <c:pt idx="329">
                  <c:v>5.3333333333333358E-4</c:v>
                </c:pt>
                <c:pt idx="330">
                  <c:v>3.6666666666666792E-4</c:v>
                </c:pt>
                <c:pt idx="331">
                  <c:v>3.6666666666666705E-4</c:v>
                </c:pt>
                <c:pt idx="332">
                  <c:v>7.0000000000000097E-4</c:v>
                </c:pt>
                <c:pt idx="333">
                  <c:v>-1.3333333333333253E-4</c:v>
                </c:pt>
                <c:pt idx="334">
                  <c:v>-9.6666666666666646E-4</c:v>
                </c:pt>
                <c:pt idx="335">
                  <c:v>-2.9999999999999905E-4</c:v>
                </c:pt>
                <c:pt idx="336">
                  <c:v>2.0000000000000052E-4</c:v>
                </c:pt>
                <c:pt idx="337">
                  <c:v>-1.1333333333333325E-3</c:v>
                </c:pt>
                <c:pt idx="338">
                  <c:v>7.0000000000000097E-4</c:v>
                </c:pt>
                <c:pt idx="339">
                  <c:v>-2.133333333333333E-3</c:v>
                </c:pt>
                <c:pt idx="340">
                  <c:v>-1.2999999999999986E-3</c:v>
                </c:pt>
                <c:pt idx="341">
                  <c:v>-6.3333333333333124E-4</c:v>
                </c:pt>
                <c:pt idx="342">
                  <c:v>-6.3333333333333297E-4</c:v>
                </c:pt>
                <c:pt idx="343">
                  <c:v>-2.9999999999999905E-4</c:v>
                </c:pt>
                <c:pt idx="344">
                  <c:v>1.8666666666666684E-3</c:v>
                </c:pt>
                <c:pt idx="345">
                  <c:v>1.5333333333333345E-3</c:v>
                </c:pt>
                <c:pt idx="346">
                  <c:v>2.3666666666666662E-3</c:v>
                </c:pt>
                <c:pt idx="347">
                  <c:v>2.6999999999999993E-3</c:v>
                </c:pt>
                <c:pt idx="348">
                  <c:v>2.3666666666666662E-3</c:v>
                </c:pt>
                <c:pt idx="349">
                  <c:v>2.2000000000000006E-3</c:v>
                </c:pt>
                <c:pt idx="350">
                  <c:v>2.5333333333333336E-3</c:v>
                </c:pt>
                <c:pt idx="351">
                  <c:v>2.7000000000000001E-3</c:v>
                </c:pt>
                <c:pt idx="352">
                  <c:v>1.2000000000000014E-3</c:v>
                </c:pt>
                <c:pt idx="353">
                  <c:v>8.6666666666666489E-4</c:v>
                </c:pt>
                <c:pt idx="354">
                  <c:v>1.7000000000000019E-3</c:v>
                </c:pt>
                <c:pt idx="355">
                  <c:v>1.2000000000000014E-3</c:v>
                </c:pt>
                <c:pt idx="356">
                  <c:v>1.1999999999999997E-3</c:v>
                </c:pt>
                <c:pt idx="357">
                  <c:v>2.2000000000000006E-3</c:v>
                </c:pt>
                <c:pt idx="358">
                  <c:v>3.8666666666666667E-3</c:v>
                </c:pt>
                <c:pt idx="359">
                  <c:v>3.3666666666666662E-3</c:v>
                </c:pt>
                <c:pt idx="360">
                  <c:v>3.366666666666668E-3</c:v>
                </c:pt>
                <c:pt idx="361">
                  <c:v>3.3666666666666662E-3</c:v>
                </c:pt>
                <c:pt idx="362">
                  <c:v>4.5333333333333345E-3</c:v>
                </c:pt>
                <c:pt idx="363">
                  <c:v>3.2000000000000006E-3</c:v>
                </c:pt>
                <c:pt idx="364">
                  <c:v>2.6999999999999993E-3</c:v>
                </c:pt>
                <c:pt idx="365">
                  <c:v>1.5333333333333336E-3</c:v>
                </c:pt>
                <c:pt idx="366">
                  <c:v>1.2000000000000014E-3</c:v>
                </c:pt>
                <c:pt idx="367">
                  <c:v>3.366666666666668E-3</c:v>
                </c:pt>
                <c:pt idx="368">
                  <c:v>2.2000000000000006E-3</c:v>
                </c:pt>
                <c:pt idx="369">
                  <c:v>2.6999999999999993E-3</c:v>
                </c:pt>
                <c:pt idx="370">
                  <c:v>2.8666666666666667E-3</c:v>
                </c:pt>
                <c:pt idx="371">
                  <c:v>2.7000000000000001E-3</c:v>
                </c:pt>
                <c:pt idx="372">
                  <c:v>2.033333333333334E-3</c:v>
                </c:pt>
                <c:pt idx="373">
                  <c:v>3.1999999999999989E-3</c:v>
                </c:pt>
                <c:pt idx="374">
                  <c:v>4.0333333333333358E-3</c:v>
                </c:pt>
                <c:pt idx="375">
                  <c:v>2.8666666666666658E-3</c:v>
                </c:pt>
                <c:pt idx="376">
                  <c:v>2.8666666666666658E-3</c:v>
                </c:pt>
                <c:pt idx="377">
                  <c:v>3.3666666666666662E-3</c:v>
                </c:pt>
                <c:pt idx="378">
                  <c:v>3.2000000000000006E-3</c:v>
                </c:pt>
                <c:pt idx="379">
                  <c:v>8.6666666666666749E-4</c:v>
                </c:pt>
                <c:pt idx="380">
                  <c:v>3.6999999999999993E-3</c:v>
                </c:pt>
                <c:pt idx="381">
                  <c:v>3.6999999999999993E-3</c:v>
                </c:pt>
                <c:pt idx="382">
                  <c:v>1.8666666666666684E-3</c:v>
                </c:pt>
                <c:pt idx="383">
                  <c:v>1.3666666666666688E-3</c:v>
                </c:pt>
                <c:pt idx="384">
                  <c:v>1.7000000000000019E-3</c:v>
                </c:pt>
                <c:pt idx="385">
                  <c:v>-1.3333333333333253E-4</c:v>
                </c:pt>
                <c:pt idx="386">
                  <c:v>1.033333333333334E-3</c:v>
                </c:pt>
                <c:pt idx="387">
                  <c:v>2.8666666666666684E-3</c:v>
                </c:pt>
                <c:pt idx="388">
                  <c:v>3.700000000000001E-3</c:v>
                </c:pt>
                <c:pt idx="389">
                  <c:v>1.033333333333334E-3</c:v>
                </c:pt>
                <c:pt idx="390">
                  <c:v>1.8666666666666658E-3</c:v>
                </c:pt>
                <c:pt idx="391">
                  <c:v>3.6666666666666705E-4</c:v>
                </c:pt>
                <c:pt idx="392">
                  <c:v>2.1999999999999997E-3</c:v>
                </c:pt>
                <c:pt idx="393">
                  <c:v>1.2000000000000014E-3</c:v>
                </c:pt>
                <c:pt idx="394">
                  <c:v>3.3333333333333999E-5</c:v>
                </c:pt>
                <c:pt idx="395">
                  <c:v>2.0000000000000052E-4</c:v>
                </c:pt>
                <c:pt idx="396">
                  <c:v>2.3666666666666662E-3</c:v>
                </c:pt>
                <c:pt idx="397">
                  <c:v>3.5333333333333336E-3</c:v>
                </c:pt>
                <c:pt idx="398">
                  <c:v>3.0333333333333349E-3</c:v>
                </c:pt>
                <c:pt idx="399">
                  <c:v>2.0000000000000139E-4</c:v>
                </c:pt>
                <c:pt idx="400">
                  <c:v>2.0000000000000052E-4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1C6-4FAA-9D6A-BF8E49F40EF4}"/>
            </c:ext>
          </c:extLst>
        </c:ser>
        <c:ser>
          <c:idx val="2"/>
          <c:order val="2"/>
          <c:tx>
            <c:strRef>
              <c:f>'Baseline Corrections'!$M$3</c:f>
              <c:strCache>
                <c:ptCount val="1"/>
                <c:pt idx="0">
                  <c:v>Difference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Corrections'!$M$4:$M$404</c:f>
              <c:numCache>
                <c:formatCode>General</c:formatCode>
                <c:ptCount val="401"/>
                <c:pt idx="0">
                  <c:v>5.9999999999999984E-4</c:v>
                </c:pt>
                <c:pt idx="1">
                  <c:v>-4.9000000000000007E-3</c:v>
                </c:pt>
                <c:pt idx="2">
                  <c:v>-2.9000000000000033E-3</c:v>
                </c:pt>
                <c:pt idx="3">
                  <c:v>2.5999999999999981E-3</c:v>
                </c:pt>
                <c:pt idx="4">
                  <c:v>2.2666666666666634E-3</c:v>
                </c:pt>
                <c:pt idx="5">
                  <c:v>-9.0000000000000496E-4</c:v>
                </c:pt>
                <c:pt idx="6">
                  <c:v>2.6666666666666158E-4</c:v>
                </c:pt>
                <c:pt idx="7">
                  <c:v>-5.6666666666666671E-4</c:v>
                </c:pt>
                <c:pt idx="8">
                  <c:v>-2.9000000000000007E-3</c:v>
                </c:pt>
                <c:pt idx="9">
                  <c:v>-1.0666666666666741E-3</c:v>
                </c:pt>
                <c:pt idx="10">
                  <c:v>2.6000000000000007E-3</c:v>
                </c:pt>
                <c:pt idx="11">
                  <c:v>1.4333333333333385E-3</c:v>
                </c:pt>
                <c:pt idx="12">
                  <c:v>2.5999999999999947E-3</c:v>
                </c:pt>
                <c:pt idx="13">
                  <c:v>5.266666666666666E-3</c:v>
                </c:pt>
                <c:pt idx="14">
                  <c:v>2.4333333333333325E-3</c:v>
                </c:pt>
                <c:pt idx="15">
                  <c:v>1.0999999999999933E-3</c:v>
                </c:pt>
                <c:pt idx="16">
                  <c:v>1.7666666666666664E-3</c:v>
                </c:pt>
                <c:pt idx="17">
                  <c:v>5.5999999999999973E-3</c:v>
                </c:pt>
                <c:pt idx="18">
                  <c:v>1.6000000000000007E-3</c:v>
                </c:pt>
                <c:pt idx="19">
                  <c:v>-5.6666666666666324E-4</c:v>
                </c:pt>
                <c:pt idx="20">
                  <c:v>1.2666666666666659E-3</c:v>
                </c:pt>
                <c:pt idx="21">
                  <c:v>-2.066666666666668E-3</c:v>
                </c:pt>
                <c:pt idx="22">
                  <c:v>-3.5666666666666694E-3</c:v>
                </c:pt>
                <c:pt idx="23">
                  <c:v>9.9999999999999395E-5</c:v>
                </c:pt>
                <c:pt idx="24">
                  <c:v>-1.7333333333333367E-3</c:v>
                </c:pt>
                <c:pt idx="25">
                  <c:v>-5.6666666666666671E-4</c:v>
                </c:pt>
                <c:pt idx="26">
                  <c:v>7.6666666666666897E-4</c:v>
                </c:pt>
                <c:pt idx="27">
                  <c:v>9.3333333333333809E-4</c:v>
                </c:pt>
                <c:pt idx="28">
                  <c:v>-2.7333333333333307E-3</c:v>
                </c:pt>
                <c:pt idx="29">
                  <c:v>-3.2333333333333346E-3</c:v>
                </c:pt>
                <c:pt idx="30">
                  <c:v>-2.7333333333333341E-3</c:v>
                </c:pt>
                <c:pt idx="31">
                  <c:v>-1.5666666666666676E-3</c:v>
                </c:pt>
                <c:pt idx="32">
                  <c:v>-2.066666666666668E-3</c:v>
                </c:pt>
                <c:pt idx="33">
                  <c:v>-3.4000000000000037E-3</c:v>
                </c:pt>
                <c:pt idx="34">
                  <c:v>-3.5666666666666694E-3</c:v>
                </c:pt>
                <c:pt idx="35">
                  <c:v>-3.5666666666666728E-3</c:v>
                </c:pt>
                <c:pt idx="36">
                  <c:v>-4.0666666666666698E-3</c:v>
                </c:pt>
                <c:pt idx="37">
                  <c:v>-3.0666666666666655E-3</c:v>
                </c:pt>
                <c:pt idx="38">
                  <c:v>-2.9000000000000033E-3</c:v>
                </c:pt>
                <c:pt idx="39">
                  <c:v>-1.2333333333333293E-3</c:v>
                </c:pt>
                <c:pt idx="40">
                  <c:v>-5.6666666666666671E-4</c:v>
                </c:pt>
                <c:pt idx="41">
                  <c:v>-5.6666666666666671E-4</c:v>
                </c:pt>
                <c:pt idx="42">
                  <c:v>-8.9999999999999455E-4</c:v>
                </c:pt>
                <c:pt idx="43">
                  <c:v>-1.8999999999999989E-3</c:v>
                </c:pt>
                <c:pt idx="44">
                  <c:v>-3.7333333333333324E-3</c:v>
                </c:pt>
                <c:pt idx="45">
                  <c:v>-4.2333333333333381E-3</c:v>
                </c:pt>
                <c:pt idx="46">
                  <c:v>-2.2333333333333337E-3</c:v>
                </c:pt>
                <c:pt idx="47">
                  <c:v>-1.8999999999999989E-3</c:v>
                </c:pt>
                <c:pt idx="48">
                  <c:v>-2.066666666666668E-3</c:v>
                </c:pt>
                <c:pt idx="49">
                  <c:v>-1.7333333333333367E-3</c:v>
                </c:pt>
                <c:pt idx="50">
                  <c:v>-1.5666666666666641E-3</c:v>
                </c:pt>
                <c:pt idx="51">
                  <c:v>-4.5666666666666677E-3</c:v>
                </c:pt>
                <c:pt idx="52">
                  <c:v>-7.3333333333333584E-4</c:v>
                </c:pt>
                <c:pt idx="53">
                  <c:v>-1.2333333333333328E-3</c:v>
                </c:pt>
                <c:pt idx="54">
                  <c:v>-3.0666666666666655E-3</c:v>
                </c:pt>
                <c:pt idx="55">
                  <c:v>-3.3999999999999968E-3</c:v>
                </c:pt>
                <c:pt idx="56">
                  <c:v>-3.4000000000000037E-3</c:v>
                </c:pt>
                <c:pt idx="57">
                  <c:v>1.7666666666666664E-3</c:v>
                </c:pt>
                <c:pt idx="58">
                  <c:v>-5.6666666666666671E-4</c:v>
                </c:pt>
                <c:pt idx="59">
                  <c:v>-1.9000000000000024E-3</c:v>
                </c:pt>
                <c:pt idx="60">
                  <c:v>-2.7333333333333341E-3</c:v>
                </c:pt>
                <c:pt idx="61">
                  <c:v>-3.7333333333333316E-3</c:v>
                </c:pt>
                <c:pt idx="62">
                  <c:v>-1.5666666666666711E-3</c:v>
                </c:pt>
                <c:pt idx="63">
                  <c:v>-2.3333333333333539E-4</c:v>
                </c:pt>
                <c:pt idx="64">
                  <c:v>-1.0666666666666672E-3</c:v>
                </c:pt>
                <c:pt idx="65">
                  <c:v>-2.066666666666668E-3</c:v>
                </c:pt>
                <c:pt idx="66">
                  <c:v>-1.5666666666666676E-3</c:v>
                </c:pt>
                <c:pt idx="67">
                  <c:v>-1.0666666666666672E-3</c:v>
                </c:pt>
                <c:pt idx="68">
                  <c:v>-2.3999999999999985E-3</c:v>
                </c:pt>
                <c:pt idx="69">
                  <c:v>-1.8999999999999998E-3</c:v>
                </c:pt>
                <c:pt idx="70">
                  <c:v>-1.4000000000000054E-3</c:v>
                </c:pt>
                <c:pt idx="71">
                  <c:v>-9.0000000000000149E-4</c:v>
                </c:pt>
                <c:pt idx="72">
                  <c:v>9.9999999999999395E-5</c:v>
                </c:pt>
                <c:pt idx="73">
                  <c:v>-4.0000000000000192E-4</c:v>
                </c:pt>
                <c:pt idx="74">
                  <c:v>-5.6666666666666931E-4</c:v>
                </c:pt>
                <c:pt idx="75">
                  <c:v>9.9999999999995925E-5</c:v>
                </c:pt>
                <c:pt idx="76">
                  <c:v>7.666666666666655E-4</c:v>
                </c:pt>
                <c:pt idx="77">
                  <c:v>-4.0000000000000192E-4</c:v>
                </c:pt>
                <c:pt idx="78">
                  <c:v>-1.2333333333333345E-3</c:v>
                </c:pt>
                <c:pt idx="79">
                  <c:v>-9.0000000000000063E-4</c:v>
                </c:pt>
                <c:pt idx="80">
                  <c:v>-4.0000000000000105E-4</c:v>
                </c:pt>
                <c:pt idx="81">
                  <c:v>5.9999999999999637E-4</c:v>
                </c:pt>
                <c:pt idx="82">
                  <c:v>5.9999999999999984E-4</c:v>
                </c:pt>
                <c:pt idx="83">
                  <c:v>-3.9999999999999931E-4</c:v>
                </c:pt>
                <c:pt idx="84">
                  <c:v>1.4333333333333342E-3</c:v>
                </c:pt>
                <c:pt idx="85">
                  <c:v>1.7666666666666638E-3</c:v>
                </c:pt>
                <c:pt idx="86">
                  <c:v>1.1000000000000012E-3</c:v>
                </c:pt>
                <c:pt idx="87">
                  <c:v>1.2666666666666651E-3</c:v>
                </c:pt>
                <c:pt idx="88">
                  <c:v>4.3333333333333418E-4</c:v>
                </c:pt>
                <c:pt idx="89">
                  <c:v>3.0999999999999995E-3</c:v>
                </c:pt>
                <c:pt idx="90">
                  <c:v>1.4333333333333351E-3</c:v>
                </c:pt>
                <c:pt idx="91">
                  <c:v>3.1000000000000012E-3</c:v>
                </c:pt>
                <c:pt idx="92">
                  <c:v>2.599999999999999E-3</c:v>
                </c:pt>
                <c:pt idx="93">
                  <c:v>2.1000000000000003E-3</c:v>
                </c:pt>
                <c:pt idx="94">
                  <c:v>1.0999999999999959E-3</c:v>
                </c:pt>
                <c:pt idx="95">
                  <c:v>1.433333333333329E-3</c:v>
                </c:pt>
                <c:pt idx="96">
                  <c:v>2.0999999999999994E-3</c:v>
                </c:pt>
                <c:pt idx="97">
                  <c:v>2.4333333333333325E-3</c:v>
                </c:pt>
                <c:pt idx="98">
                  <c:v>2.0999999999999977E-3</c:v>
                </c:pt>
                <c:pt idx="99">
                  <c:v>1.933333333333332E-3</c:v>
                </c:pt>
                <c:pt idx="100">
                  <c:v>2.5999999999999999E-3</c:v>
                </c:pt>
                <c:pt idx="101">
                  <c:v>3.5999999999999982E-3</c:v>
                </c:pt>
                <c:pt idx="102">
                  <c:v>4.4333333333333317E-3</c:v>
                </c:pt>
                <c:pt idx="103">
                  <c:v>2.7666666666666655E-3</c:v>
                </c:pt>
                <c:pt idx="104">
                  <c:v>1.4333333333333333E-3</c:v>
                </c:pt>
                <c:pt idx="105">
                  <c:v>1.599999999999999E-3</c:v>
                </c:pt>
                <c:pt idx="106">
                  <c:v>2.0999999999999994E-3</c:v>
                </c:pt>
                <c:pt idx="107">
                  <c:v>2.7666666666666655E-3</c:v>
                </c:pt>
                <c:pt idx="108">
                  <c:v>3.4333333333333316E-3</c:v>
                </c:pt>
                <c:pt idx="109">
                  <c:v>3.6000000000000008E-3</c:v>
                </c:pt>
                <c:pt idx="110">
                  <c:v>2.0999999999999994E-3</c:v>
                </c:pt>
                <c:pt idx="111">
                  <c:v>2.2666666666666651E-3</c:v>
                </c:pt>
                <c:pt idx="112">
                  <c:v>1.7666666666666664E-3</c:v>
                </c:pt>
                <c:pt idx="113">
                  <c:v>2.5999999999999999E-3</c:v>
                </c:pt>
                <c:pt idx="114">
                  <c:v>2.9333333333333329E-3</c:v>
                </c:pt>
                <c:pt idx="115">
                  <c:v>3.4333333333333334E-3</c:v>
                </c:pt>
                <c:pt idx="116">
                  <c:v>2.5999999999999999E-3</c:v>
                </c:pt>
                <c:pt idx="117">
                  <c:v>2.5999999999999999E-3</c:v>
                </c:pt>
                <c:pt idx="118">
                  <c:v>3.4333333333333351E-3</c:v>
                </c:pt>
                <c:pt idx="119">
                  <c:v>3.4333333333333334E-3</c:v>
                </c:pt>
                <c:pt idx="120">
                  <c:v>3.599999999999999E-3</c:v>
                </c:pt>
                <c:pt idx="121">
                  <c:v>3.4333333333333334E-3</c:v>
                </c:pt>
                <c:pt idx="122">
                  <c:v>3.4333333333333351E-3</c:v>
                </c:pt>
                <c:pt idx="123">
                  <c:v>3.9333333333333338E-3</c:v>
                </c:pt>
                <c:pt idx="124">
                  <c:v>3.5999999999999999E-3</c:v>
                </c:pt>
                <c:pt idx="125">
                  <c:v>2.2666666666666668E-3</c:v>
                </c:pt>
                <c:pt idx="126">
                  <c:v>3.7666666666666647E-3</c:v>
                </c:pt>
                <c:pt idx="127">
                  <c:v>3.5999999999999999E-3</c:v>
                </c:pt>
                <c:pt idx="128">
                  <c:v>3.7666666666666656E-3</c:v>
                </c:pt>
                <c:pt idx="129">
                  <c:v>3.599999999999999E-3</c:v>
                </c:pt>
                <c:pt idx="130">
                  <c:v>4.0999999999999995E-3</c:v>
                </c:pt>
                <c:pt idx="131">
                  <c:v>4.2666666666666669E-3</c:v>
                </c:pt>
                <c:pt idx="132">
                  <c:v>4.2666666666666643E-3</c:v>
                </c:pt>
                <c:pt idx="133">
                  <c:v>4.4333333333333334E-3</c:v>
                </c:pt>
                <c:pt idx="134">
                  <c:v>4.2666666666666669E-3</c:v>
                </c:pt>
                <c:pt idx="135">
                  <c:v>3.4333333333333316E-3</c:v>
                </c:pt>
                <c:pt idx="136">
                  <c:v>4.2666666666666677E-3</c:v>
                </c:pt>
                <c:pt idx="137">
                  <c:v>3.933333333333333E-3</c:v>
                </c:pt>
                <c:pt idx="138">
                  <c:v>4.4333333333333317E-3</c:v>
                </c:pt>
                <c:pt idx="139">
                  <c:v>4.2666666666666651E-3</c:v>
                </c:pt>
                <c:pt idx="140">
                  <c:v>3.933333333333333E-3</c:v>
                </c:pt>
                <c:pt idx="141">
                  <c:v>3.7666666666666638E-3</c:v>
                </c:pt>
                <c:pt idx="142">
                  <c:v>4.0999999999999995E-3</c:v>
                </c:pt>
                <c:pt idx="143">
                  <c:v>4.266666666666666E-3</c:v>
                </c:pt>
                <c:pt idx="144">
                  <c:v>4.4333333333333317E-3</c:v>
                </c:pt>
                <c:pt idx="145">
                  <c:v>4.7666666666666656E-3</c:v>
                </c:pt>
                <c:pt idx="146">
                  <c:v>4.266666666666666E-3</c:v>
                </c:pt>
                <c:pt idx="147">
                  <c:v>4.5999999999999991E-3</c:v>
                </c:pt>
                <c:pt idx="148">
                  <c:v>3.933333333333333E-3</c:v>
                </c:pt>
                <c:pt idx="149">
                  <c:v>4.0999999999999995E-3</c:v>
                </c:pt>
                <c:pt idx="150">
                  <c:v>3.7666666666666638E-3</c:v>
                </c:pt>
                <c:pt idx="151">
                  <c:v>3.4333333333333308E-3</c:v>
                </c:pt>
                <c:pt idx="152">
                  <c:v>5.0999999999999978E-3</c:v>
                </c:pt>
                <c:pt idx="153">
                  <c:v>4.0999999999999995E-3</c:v>
                </c:pt>
                <c:pt idx="154">
                  <c:v>4.5999999999999973E-3</c:v>
                </c:pt>
                <c:pt idx="155">
                  <c:v>4.0999999999999995E-3</c:v>
                </c:pt>
                <c:pt idx="156">
                  <c:v>3.266666666666666E-3</c:v>
                </c:pt>
                <c:pt idx="157">
                  <c:v>4.2666666666666643E-3</c:v>
                </c:pt>
                <c:pt idx="158">
                  <c:v>2.9333333333333321E-3</c:v>
                </c:pt>
                <c:pt idx="159">
                  <c:v>3.7666666666666647E-3</c:v>
                </c:pt>
                <c:pt idx="160">
                  <c:v>3.4333333333333299E-3</c:v>
                </c:pt>
                <c:pt idx="161">
                  <c:v>3.4333333333333325E-3</c:v>
                </c:pt>
                <c:pt idx="162">
                  <c:v>3.266666666666666E-3</c:v>
                </c:pt>
                <c:pt idx="163">
                  <c:v>3.2666666666666669E-3</c:v>
                </c:pt>
                <c:pt idx="164">
                  <c:v>3.1000000000000003E-3</c:v>
                </c:pt>
                <c:pt idx="165">
                  <c:v>4.0999999999999995E-3</c:v>
                </c:pt>
                <c:pt idx="166">
                  <c:v>3.6000000000000008E-3</c:v>
                </c:pt>
                <c:pt idx="167">
                  <c:v>3.7666666666666664E-3</c:v>
                </c:pt>
                <c:pt idx="168">
                  <c:v>3.7666666666666664E-3</c:v>
                </c:pt>
                <c:pt idx="169">
                  <c:v>3.2666666666666669E-3</c:v>
                </c:pt>
                <c:pt idx="170">
                  <c:v>3.0999999999999995E-3</c:v>
                </c:pt>
                <c:pt idx="171">
                  <c:v>3.5999999999999973E-3</c:v>
                </c:pt>
                <c:pt idx="172">
                  <c:v>3.5999999999999999E-3</c:v>
                </c:pt>
                <c:pt idx="173">
                  <c:v>2.9333333333333338E-3</c:v>
                </c:pt>
                <c:pt idx="174">
                  <c:v>3.4333333333333351E-3</c:v>
                </c:pt>
                <c:pt idx="175">
                  <c:v>3.1000000000000012E-3</c:v>
                </c:pt>
                <c:pt idx="176">
                  <c:v>3.7666666666666656E-3</c:v>
                </c:pt>
                <c:pt idx="177">
                  <c:v>3.4333333333333342E-3</c:v>
                </c:pt>
                <c:pt idx="178">
                  <c:v>2.9333333333333329E-3</c:v>
                </c:pt>
                <c:pt idx="179">
                  <c:v>2.9333333333333338E-3</c:v>
                </c:pt>
                <c:pt idx="180">
                  <c:v>2.599999999999999E-3</c:v>
                </c:pt>
                <c:pt idx="181">
                  <c:v>2.4333333333333316E-3</c:v>
                </c:pt>
                <c:pt idx="182">
                  <c:v>2.4333333333333342E-3</c:v>
                </c:pt>
                <c:pt idx="183">
                  <c:v>2.4333333333333316E-3</c:v>
                </c:pt>
                <c:pt idx="184">
                  <c:v>2.9333333333333321E-3</c:v>
                </c:pt>
                <c:pt idx="185">
                  <c:v>2.9333333333333347E-3</c:v>
                </c:pt>
                <c:pt idx="186">
                  <c:v>2.9333333333333338E-3</c:v>
                </c:pt>
                <c:pt idx="187">
                  <c:v>1.9333333333333312E-3</c:v>
                </c:pt>
                <c:pt idx="188">
                  <c:v>2.599999999999999E-3</c:v>
                </c:pt>
                <c:pt idx="189">
                  <c:v>2.7666666666666664E-3</c:v>
                </c:pt>
                <c:pt idx="190">
                  <c:v>3.2666666666666669E-3</c:v>
                </c:pt>
                <c:pt idx="191">
                  <c:v>2.9333333333333338E-3</c:v>
                </c:pt>
                <c:pt idx="192">
                  <c:v>2.9333333333333321E-3</c:v>
                </c:pt>
                <c:pt idx="193">
                  <c:v>1.933333333333332E-3</c:v>
                </c:pt>
                <c:pt idx="194">
                  <c:v>1.933333333333332E-3</c:v>
                </c:pt>
                <c:pt idx="195">
                  <c:v>1.7666666666666655E-3</c:v>
                </c:pt>
                <c:pt idx="196">
                  <c:v>1.7666666666666664E-3</c:v>
                </c:pt>
                <c:pt idx="197">
                  <c:v>1.2666666666666668E-3</c:v>
                </c:pt>
                <c:pt idx="198">
                  <c:v>1.2666666666666668E-3</c:v>
                </c:pt>
                <c:pt idx="199">
                  <c:v>1.5999999999999999E-3</c:v>
                </c:pt>
                <c:pt idx="200">
                  <c:v>2.0999999999999994E-3</c:v>
                </c:pt>
                <c:pt idx="201">
                  <c:v>2.0999999999999994E-3</c:v>
                </c:pt>
                <c:pt idx="202">
                  <c:v>1.4333333333333316E-3</c:v>
                </c:pt>
                <c:pt idx="203">
                  <c:v>7.6666666666666636E-4</c:v>
                </c:pt>
                <c:pt idx="204">
                  <c:v>9.3333333333333289E-4</c:v>
                </c:pt>
                <c:pt idx="205">
                  <c:v>1.5999999999999999E-3</c:v>
                </c:pt>
                <c:pt idx="206">
                  <c:v>1.5999999999999999E-3</c:v>
                </c:pt>
                <c:pt idx="207">
                  <c:v>1.933333333333332E-3</c:v>
                </c:pt>
                <c:pt idx="208">
                  <c:v>2.2666666666666664E-3</c:v>
                </c:pt>
                <c:pt idx="209">
                  <c:v>2.5999999999999999E-3</c:v>
                </c:pt>
                <c:pt idx="210">
                  <c:v>1.5999999999999999E-3</c:v>
                </c:pt>
                <c:pt idx="211">
                  <c:v>1.7666666666666664E-3</c:v>
                </c:pt>
                <c:pt idx="212">
                  <c:v>2.099999999999999E-3</c:v>
                </c:pt>
                <c:pt idx="213">
                  <c:v>2.5999999999999999E-3</c:v>
                </c:pt>
                <c:pt idx="214">
                  <c:v>1.933333333333332E-3</c:v>
                </c:pt>
                <c:pt idx="215">
                  <c:v>1.9333333333333329E-3</c:v>
                </c:pt>
                <c:pt idx="216">
                  <c:v>9.3333333333333246E-4</c:v>
                </c:pt>
                <c:pt idx="217">
                  <c:v>1.4333333333333316E-3</c:v>
                </c:pt>
                <c:pt idx="218">
                  <c:v>1.1000000000000003E-3</c:v>
                </c:pt>
                <c:pt idx="219">
                  <c:v>6.0000000000000027E-4</c:v>
                </c:pt>
                <c:pt idx="220">
                  <c:v>1.4333333333333329E-3</c:v>
                </c:pt>
                <c:pt idx="221">
                  <c:v>7.6666666666666636E-4</c:v>
                </c:pt>
                <c:pt idx="222">
                  <c:v>4.3333333333333245E-4</c:v>
                </c:pt>
                <c:pt idx="223">
                  <c:v>-4.0000000000000062E-4</c:v>
                </c:pt>
                <c:pt idx="224">
                  <c:v>1.2666666666666655E-3</c:v>
                </c:pt>
                <c:pt idx="225">
                  <c:v>1.0999999999999998E-3</c:v>
                </c:pt>
                <c:pt idx="226">
                  <c:v>9.3333333333333289E-4</c:v>
                </c:pt>
                <c:pt idx="227">
                  <c:v>1.0999999999999998E-3</c:v>
                </c:pt>
                <c:pt idx="228">
                  <c:v>7.6666666666666593E-4</c:v>
                </c:pt>
                <c:pt idx="229">
                  <c:v>-2.3333333333333322E-4</c:v>
                </c:pt>
                <c:pt idx="230">
                  <c:v>2.6666666666666635E-4</c:v>
                </c:pt>
                <c:pt idx="231">
                  <c:v>9.3333333333333246E-4</c:v>
                </c:pt>
                <c:pt idx="232">
                  <c:v>1.0999999999999998E-3</c:v>
                </c:pt>
                <c:pt idx="233">
                  <c:v>2.6666666666666635E-4</c:v>
                </c:pt>
                <c:pt idx="234">
                  <c:v>-3.9999999999999975E-4</c:v>
                </c:pt>
                <c:pt idx="235">
                  <c:v>5.9999999999999941E-4</c:v>
                </c:pt>
                <c:pt idx="236">
                  <c:v>1.0999999999999994E-3</c:v>
                </c:pt>
                <c:pt idx="237">
                  <c:v>1.4333333333333333E-3</c:v>
                </c:pt>
                <c:pt idx="238">
                  <c:v>1.5999999999999994E-3</c:v>
                </c:pt>
                <c:pt idx="239">
                  <c:v>1.0999999999999981E-3</c:v>
                </c:pt>
                <c:pt idx="240">
                  <c:v>-6.6666666666667131E-5</c:v>
                </c:pt>
                <c:pt idx="241">
                  <c:v>-5.6666666666666888E-4</c:v>
                </c:pt>
                <c:pt idx="242">
                  <c:v>2.6666666666666549E-4</c:v>
                </c:pt>
                <c:pt idx="243">
                  <c:v>1.766666666666666E-3</c:v>
                </c:pt>
                <c:pt idx="244">
                  <c:v>7.6666666666666593E-4</c:v>
                </c:pt>
                <c:pt idx="245">
                  <c:v>7.6666666666666636E-4</c:v>
                </c:pt>
                <c:pt idx="246">
                  <c:v>1.4333333333333325E-3</c:v>
                </c:pt>
                <c:pt idx="247">
                  <c:v>1.933333333333332E-3</c:v>
                </c:pt>
                <c:pt idx="248">
                  <c:v>1.4333333333333325E-3</c:v>
                </c:pt>
                <c:pt idx="249">
                  <c:v>-4.0000000000000062E-4</c:v>
                </c:pt>
                <c:pt idx="250">
                  <c:v>5.9999999999999897E-4</c:v>
                </c:pt>
                <c:pt idx="251">
                  <c:v>9.3333333333333202E-4</c:v>
                </c:pt>
                <c:pt idx="252">
                  <c:v>9.3333333333333246E-4</c:v>
                </c:pt>
                <c:pt idx="253">
                  <c:v>1.2666666666666659E-3</c:v>
                </c:pt>
                <c:pt idx="254">
                  <c:v>-2.3333333333333452E-4</c:v>
                </c:pt>
                <c:pt idx="255">
                  <c:v>-5.6666666666666627E-4</c:v>
                </c:pt>
                <c:pt idx="256">
                  <c:v>-7.3333333333333367E-4</c:v>
                </c:pt>
                <c:pt idx="257">
                  <c:v>9.9999999999999395E-5</c:v>
                </c:pt>
                <c:pt idx="258">
                  <c:v>1.6000000000000012E-3</c:v>
                </c:pt>
                <c:pt idx="259">
                  <c:v>1.0999999999999998E-3</c:v>
                </c:pt>
                <c:pt idx="260">
                  <c:v>-6.6666666666667564E-5</c:v>
                </c:pt>
                <c:pt idx="261">
                  <c:v>1.0000000000000026E-4</c:v>
                </c:pt>
                <c:pt idx="262">
                  <c:v>-3.9999999999999975E-4</c:v>
                </c:pt>
                <c:pt idx="263">
                  <c:v>1.099999999999999E-3</c:v>
                </c:pt>
                <c:pt idx="264">
                  <c:v>9.9999999999999829E-5</c:v>
                </c:pt>
                <c:pt idx="265">
                  <c:v>2.6666666666666635E-4</c:v>
                </c:pt>
                <c:pt idx="266">
                  <c:v>-1.0666666666666669E-3</c:v>
                </c:pt>
                <c:pt idx="267">
                  <c:v>2.6666666666666635E-4</c:v>
                </c:pt>
                <c:pt idx="268">
                  <c:v>9.9999999999998961E-5</c:v>
                </c:pt>
                <c:pt idx="269">
                  <c:v>-6.6666666666667998E-5</c:v>
                </c:pt>
                <c:pt idx="270">
                  <c:v>2.6666666666666635E-4</c:v>
                </c:pt>
                <c:pt idx="271">
                  <c:v>-3.9999999999999975E-4</c:v>
                </c:pt>
                <c:pt idx="272">
                  <c:v>9.9999999999998961E-5</c:v>
                </c:pt>
                <c:pt idx="273">
                  <c:v>-2.3333333333333409E-4</c:v>
                </c:pt>
                <c:pt idx="274">
                  <c:v>-5.6666666666666714E-4</c:v>
                </c:pt>
                <c:pt idx="275">
                  <c:v>7.6666666666666506E-4</c:v>
                </c:pt>
                <c:pt idx="276">
                  <c:v>-6.6666666666667564E-5</c:v>
                </c:pt>
                <c:pt idx="277">
                  <c:v>4.3333333333333288E-4</c:v>
                </c:pt>
                <c:pt idx="278">
                  <c:v>2.6666666666666679E-4</c:v>
                </c:pt>
                <c:pt idx="279">
                  <c:v>-2.3333333333333496E-4</c:v>
                </c:pt>
                <c:pt idx="280">
                  <c:v>4.3333333333333288E-4</c:v>
                </c:pt>
                <c:pt idx="281">
                  <c:v>9.9999999999998961E-5</c:v>
                </c:pt>
                <c:pt idx="282">
                  <c:v>1.0999999999999998E-3</c:v>
                </c:pt>
                <c:pt idx="283">
                  <c:v>1.099999999999999E-3</c:v>
                </c:pt>
                <c:pt idx="284">
                  <c:v>1.2666666666666655E-3</c:v>
                </c:pt>
                <c:pt idx="285">
                  <c:v>7.6666666666666636E-4</c:v>
                </c:pt>
                <c:pt idx="286">
                  <c:v>7.6666666666666593E-4</c:v>
                </c:pt>
                <c:pt idx="287">
                  <c:v>4.3333333333333375E-4</c:v>
                </c:pt>
                <c:pt idx="288">
                  <c:v>-6.6666666666667998E-5</c:v>
                </c:pt>
                <c:pt idx="289">
                  <c:v>2.6666666666666549E-4</c:v>
                </c:pt>
                <c:pt idx="290">
                  <c:v>5.9999999999999897E-4</c:v>
                </c:pt>
                <c:pt idx="291">
                  <c:v>-2.3333333333333452E-4</c:v>
                </c:pt>
                <c:pt idx="292">
                  <c:v>-4.0000000000000018E-4</c:v>
                </c:pt>
                <c:pt idx="293">
                  <c:v>1.0000000000000005E-4</c:v>
                </c:pt>
                <c:pt idx="294">
                  <c:v>1.0000000000000026E-4</c:v>
                </c:pt>
                <c:pt idx="295">
                  <c:v>7.6666666666666636E-4</c:v>
                </c:pt>
                <c:pt idx="296">
                  <c:v>9.3333333333333246E-4</c:v>
                </c:pt>
                <c:pt idx="297">
                  <c:v>9.9999999999998961E-5</c:v>
                </c:pt>
                <c:pt idx="298">
                  <c:v>5.9999999999999897E-4</c:v>
                </c:pt>
                <c:pt idx="299">
                  <c:v>2.6666666666666549E-4</c:v>
                </c:pt>
                <c:pt idx="300">
                  <c:v>4.3333333333333201E-4</c:v>
                </c:pt>
                <c:pt idx="301">
                  <c:v>-2.3333333333333409E-4</c:v>
                </c:pt>
                <c:pt idx="302">
                  <c:v>2.6666666666666505E-4</c:v>
                </c:pt>
                <c:pt idx="303">
                  <c:v>5.9999999999999854E-4</c:v>
                </c:pt>
                <c:pt idx="304">
                  <c:v>4.3333333333333288E-4</c:v>
                </c:pt>
                <c:pt idx="305">
                  <c:v>9.9999999999999829E-5</c:v>
                </c:pt>
                <c:pt idx="306">
                  <c:v>-4.0000000000000148E-4</c:v>
                </c:pt>
                <c:pt idx="307">
                  <c:v>9.9999999999998961E-5</c:v>
                </c:pt>
                <c:pt idx="308">
                  <c:v>-1.4000000000000015E-3</c:v>
                </c:pt>
                <c:pt idx="309">
                  <c:v>-1.066666666666668E-3</c:v>
                </c:pt>
                <c:pt idx="310">
                  <c:v>-9.0000000000000106E-4</c:v>
                </c:pt>
                <c:pt idx="311">
                  <c:v>-2.3333333333333236E-4</c:v>
                </c:pt>
                <c:pt idx="312">
                  <c:v>-9.0000000000000193E-4</c:v>
                </c:pt>
                <c:pt idx="313">
                  <c:v>-1.233333333333335E-3</c:v>
                </c:pt>
                <c:pt idx="314">
                  <c:v>-5.6666666666666801E-4</c:v>
                </c:pt>
                <c:pt idx="315">
                  <c:v>-4.0000000000000018E-4</c:v>
                </c:pt>
                <c:pt idx="316">
                  <c:v>-9.0000000000000149E-4</c:v>
                </c:pt>
                <c:pt idx="317">
                  <c:v>-2.0666666666666685E-3</c:v>
                </c:pt>
                <c:pt idx="318">
                  <c:v>-1.7333333333333341E-3</c:v>
                </c:pt>
                <c:pt idx="319">
                  <c:v>-1.0666666666666669E-3</c:v>
                </c:pt>
                <c:pt idx="320">
                  <c:v>9.3333333333333202E-4</c:v>
                </c:pt>
                <c:pt idx="321">
                  <c:v>9.9999999999999395E-5</c:v>
                </c:pt>
                <c:pt idx="322">
                  <c:v>-7.333333333333354E-4</c:v>
                </c:pt>
                <c:pt idx="323">
                  <c:v>4.3333333333333288E-4</c:v>
                </c:pt>
                <c:pt idx="324">
                  <c:v>-7.3333333333333323E-4</c:v>
                </c:pt>
                <c:pt idx="325">
                  <c:v>-5.6666666666666757E-4</c:v>
                </c:pt>
                <c:pt idx="326">
                  <c:v>-1.0666666666666676E-3</c:v>
                </c:pt>
                <c:pt idx="327">
                  <c:v>-7.3333333333333323E-4</c:v>
                </c:pt>
                <c:pt idx="328">
                  <c:v>9.9999999999999395E-5</c:v>
                </c:pt>
                <c:pt idx="329">
                  <c:v>-1.0666666666666676E-3</c:v>
                </c:pt>
                <c:pt idx="330">
                  <c:v>9.9999999999998094E-5</c:v>
                </c:pt>
                <c:pt idx="331">
                  <c:v>5.9999999999999941E-4</c:v>
                </c:pt>
                <c:pt idx="332">
                  <c:v>9.3333333333333202E-4</c:v>
                </c:pt>
                <c:pt idx="333">
                  <c:v>4.3333333333333201E-4</c:v>
                </c:pt>
                <c:pt idx="334">
                  <c:v>2.6666666666666679E-4</c:v>
                </c:pt>
                <c:pt idx="335">
                  <c:v>2.6666666666666549E-4</c:v>
                </c:pt>
                <c:pt idx="336">
                  <c:v>-1.2333333333333345E-3</c:v>
                </c:pt>
                <c:pt idx="337">
                  <c:v>-2.3333333333333452E-4</c:v>
                </c:pt>
                <c:pt idx="338">
                  <c:v>-1.5666666666666678E-3</c:v>
                </c:pt>
                <c:pt idx="339">
                  <c:v>4.3333333333333331E-4</c:v>
                </c:pt>
                <c:pt idx="340">
                  <c:v>5.999999999999981E-4</c:v>
                </c:pt>
                <c:pt idx="341">
                  <c:v>-7.3333333333333584E-4</c:v>
                </c:pt>
                <c:pt idx="342">
                  <c:v>-3.9999999999999996E-4</c:v>
                </c:pt>
                <c:pt idx="343">
                  <c:v>-5.6666666666666823E-4</c:v>
                </c:pt>
                <c:pt idx="344">
                  <c:v>-9.0000000000000149E-4</c:v>
                </c:pt>
                <c:pt idx="345">
                  <c:v>-1.0666666666666676E-3</c:v>
                </c:pt>
                <c:pt idx="346">
                  <c:v>-1.8999999999999993E-3</c:v>
                </c:pt>
                <c:pt idx="347">
                  <c:v>-2.0666666666666654E-3</c:v>
                </c:pt>
                <c:pt idx="348">
                  <c:v>-2.0666666666666667E-3</c:v>
                </c:pt>
                <c:pt idx="349">
                  <c:v>-6.6666666666667131E-5</c:v>
                </c:pt>
                <c:pt idx="350">
                  <c:v>-1.4000000000000011E-3</c:v>
                </c:pt>
                <c:pt idx="351">
                  <c:v>-2.2333333333333333E-3</c:v>
                </c:pt>
                <c:pt idx="352">
                  <c:v>-1.4000000000000015E-3</c:v>
                </c:pt>
                <c:pt idx="353">
                  <c:v>-5.6666666666666454E-4</c:v>
                </c:pt>
                <c:pt idx="354">
                  <c:v>-2.7333333333333359E-3</c:v>
                </c:pt>
                <c:pt idx="355">
                  <c:v>-1.0666666666666685E-3</c:v>
                </c:pt>
                <c:pt idx="356">
                  <c:v>-5.6666666666666627E-4</c:v>
                </c:pt>
                <c:pt idx="357">
                  <c:v>-2.2333333333333341E-3</c:v>
                </c:pt>
                <c:pt idx="358">
                  <c:v>-2.7333333333333337E-3</c:v>
                </c:pt>
                <c:pt idx="359">
                  <c:v>-2.3999999999999994E-3</c:v>
                </c:pt>
                <c:pt idx="360">
                  <c:v>-7.3333333333333584E-4</c:v>
                </c:pt>
                <c:pt idx="361">
                  <c:v>-2.3999999999999994E-3</c:v>
                </c:pt>
                <c:pt idx="362">
                  <c:v>-1.7333333333333341E-3</c:v>
                </c:pt>
                <c:pt idx="363">
                  <c:v>-4.0000000000000192E-4</c:v>
                </c:pt>
                <c:pt idx="364">
                  <c:v>-1.0666666666666663E-3</c:v>
                </c:pt>
                <c:pt idx="365">
                  <c:v>-5.6666666666666714E-4</c:v>
                </c:pt>
                <c:pt idx="366">
                  <c:v>1.0999999999999985E-3</c:v>
                </c:pt>
                <c:pt idx="367">
                  <c:v>1.4333333333333316E-3</c:v>
                </c:pt>
                <c:pt idx="368">
                  <c:v>9.9999999999999395E-5</c:v>
                </c:pt>
                <c:pt idx="369">
                  <c:v>-2.0666666666666654E-3</c:v>
                </c:pt>
                <c:pt idx="370">
                  <c:v>-3.2333333333333342E-3</c:v>
                </c:pt>
                <c:pt idx="371">
                  <c:v>-2.5666666666666667E-3</c:v>
                </c:pt>
                <c:pt idx="372">
                  <c:v>-2.0666666666666676E-3</c:v>
                </c:pt>
                <c:pt idx="373">
                  <c:v>-2.3999999999999994E-3</c:v>
                </c:pt>
                <c:pt idx="374">
                  <c:v>-1.5666666666666693E-3</c:v>
                </c:pt>
                <c:pt idx="375">
                  <c:v>-1.5666666666666667E-3</c:v>
                </c:pt>
                <c:pt idx="376">
                  <c:v>-8.9999999999999889E-4</c:v>
                </c:pt>
                <c:pt idx="377">
                  <c:v>-1.5666666666666667E-3</c:v>
                </c:pt>
                <c:pt idx="378">
                  <c:v>2.6666666666666679E-4</c:v>
                </c:pt>
                <c:pt idx="379">
                  <c:v>7.666666666666655E-4</c:v>
                </c:pt>
                <c:pt idx="380">
                  <c:v>-1.7333333333333324E-3</c:v>
                </c:pt>
                <c:pt idx="381">
                  <c:v>-7.3333333333333237E-4</c:v>
                </c:pt>
                <c:pt idx="382">
                  <c:v>-5.6666666666666931E-4</c:v>
                </c:pt>
                <c:pt idx="383">
                  <c:v>2.6666666666666505E-4</c:v>
                </c:pt>
                <c:pt idx="384">
                  <c:v>5.999999999999981E-4</c:v>
                </c:pt>
                <c:pt idx="385">
                  <c:v>-7.333333333333341E-4</c:v>
                </c:pt>
                <c:pt idx="386">
                  <c:v>-2.3333333333333452E-4</c:v>
                </c:pt>
                <c:pt idx="387">
                  <c:v>-2.0666666666666685E-3</c:v>
                </c:pt>
                <c:pt idx="388">
                  <c:v>-2.066666666666668E-3</c:v>
                </c:pt>
                <c:pt idx="389">
                  <c:v>5.9999999999999984E-4</c:v>
                </c:pt>
                <c:pt idx="390">
                  <c:v>-1.5666666666666667E-3</c:v>
                </c:pt>
                <c:pt idx="391">
                  <c:v>-1.7333333333333341E-3</c:v>
                </c:pt>
                <c:pt idx="392">
                  <c:v>-1.2333333333333328E-3</c:v>
                </c:pt>
                <c:pt idx="393">
                  <c:v>2.0999999999999977E-3</c:v>
                </c:pt>
                <c:pt idx="394">
                  <c:v>2.4333333333333325E-3</c:v>
                </c:pt>
                <c:pt idx="395">
                  <c:v>3.599999999999999E-3</c:v>
                </c:pt>
                <c:pt idx="396">
                  <c:v>1.2666666666666677E-3</c:v>
                </c:pt>
                <c:pt idx="397">
                  <c:v>-5.6666666666666671E-4</c:v>
                </c:pt>
                <c:pt idx="398">
                  <c:v>-1.0666666666666698E-3</c:v>
                </c:pt>
                <c:pt idx="399">
                  <c:v>-4.0000000000000148E-4</c:v>
                </c:pt>
                <c:pt idx="400">
                  <c:v>2.4333333333333325E-3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1C6-4FAA-9D6A-BF8E49F40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0222143"/>
        <c:axId val="1310219743"/>
      </c:scatterChart>
      <c:valAx>
        <c:axId val="1310222143"/>
        <c:scaling>
          <c:orientation val="minMax"/>
          <c:max val="750"/>
          <c:min val="35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19743"/>
        <c:crosses val="autoZero"/>
        <c:crossBetween val="midCat"/>
      </c:valAx>
      <c:valAx>
        <c:axId val="1310219743"/>
        <c:scaling>
          <c:orientation val="minMax"/>
          <c:min val="-5.000000000000001E-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22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5456009175324"/>
          <c:y val="3.8745578848324198E-2"/>
          <c:w val="0.85620358379572303"/>
          <c:h val="0.92490571250589704"/>
        </c:manualLayout>
      </c:layout>
      <c:scatterChart>
        <c:scatterStyle val="lineMarker"/>
        <c:varyColors val="0"/>
        <c:ser>
          <c:idx val="0"/>
          <c:order val="0"/>
          <c:tx>
            <c:strRef>
              <c:f>'Baseline Corrections'!$Q$3</c:f>
              <c:strCache>
                <c:ptCount val="1"/>
                <c:pt idx="0">
                  <c:v>Sample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Corrections'!$Q$4:$Q$404</c:f>
              <c:numCache>
                <c:formatCode>General</c:formatCode>
                <c:ptCount val="401"/>
                <c:pt idx="0">
                  <c:v>3.3944444444444437E-2</c:v>
                </c:pt>
                <c:pt idx="1">
                  <c:v>3.0944444444444441E-2</c:v>
                </c:pt>
                <c:pt idx="2">
                  <c:v>3.15E-2</c:v>
                </c:pt>
                <c:pt idx="3">
                  <c:v>3.2722222222222222E-2</c:v>
                </c:pt>
                <c:pt idx="4">
                  <c:v>3.3166666666666664E-2</c:v>
                </c:pt>
                <c:pt idx="5">
                  <c:v>3.2388888888888884E-2</c:v>
                </c:pt>
                <c:pt idx="6">
                  <c:v>2.8722222222222222E-2</c:v>
                </c:pt>
                <c:pt idx="7">
                  <c:v>3.0722222222222224E-2</c:v>
                </c:pt>
                <c:pt idx="8">
                  <c:v>2.6055555555555554E-2</c:v>
                </c:pt>
                <c:pt idx="9">
                  <c:v>2.8833333333333329E-2</c:v>
                </c:pt>
                <c:pt idx="10">
                  <c:v>2.9611111111111105E-2</c:v>
                </c:pt>
                <c:pt idx="11">
                  <c:v>2.9388888888888891E-2</c:v>
                </c:pt>
                <c:pt idx="12">
                  <c:v>2.9388888888888885E-2</c:v>
                </c:pt>
                <c:pt idx="13">
                  <c:v>2.8611111111111111E-2</c:v>
                </c:pt>
                <c:pt idx="14">
                  <c:v>2.9722222222222219E-2</c:v>
                </c:pt>
                <c:pt idx="15">
                  <c:v>3.0388888888888885E-2</c:v>
                </c:pt>
                <c:pt idx="16">
                  <c:v>2.9277777777777774E-2</c:v>
                </c:pt>
                <c:pt idx="17">
                  <c:v>2.7944444444444445E-2</c:v>
                </c:pt>
                <c:pt idx="18">
                  <c:v>2.7611111111111111E-2</c:v>
                </c:pt>
                <c:pt idx="19">
                  <c:v>3.0388888888888885E-2</c:v>
                </c:pt>
                <c:pt idx="20">
                  <c:v>2.6833333333333334E-2</c:v>
                </c:pt>
                <c:pt idx="21">
                  <c:v>2.7055555555555558E-2</c:v>
                </c:pt>
                <c:pt idx="22">
                  <c:v>2.8611111111111105E-2</c:v>
                </c:pt>
                <c:pt idx="23">
                  <c:v>2.9499999999999995E-2</c:v>
                </c:pt>
                <c:pt idx="24">
                  <c:v>2.8611111111111105E-2</c:v>
                </c:pt>
                <c:pt idx="25">
                  <c:v>2.5277777777777774E-2</c:v>
                </c:pt>
                <c:pt idx="26">
                  <c:v>2.338888888888889E-2</c:v>
                </c:pt>
                <c:pt idx="27">
                  <c:v>2.5611111111111112E-2</c:v>
                </c:pt>
                <c:pt idx="28">
                  <c:v>2.4944444444444446E-2</c:v>
                </c:pt>
                <c:pt idx="29">
                  <c:v>2.4833333333333336E-2</c:v>
                </c:pt>
                <c:pt idx="30">
                  <c:v>2.7166666666666665E-2</c:v>
                </c:pt>
                <c:pt idx="31">
                  <c:v>2.6944444444444448E-2</c:v>
                </c:pt>
                <c:pt idx="32">
                  <c:v>2.4500000000000001E-2</c:v>
                </c:pt>
                <c:pt idx="33">
                  <c:v>2.1833333333333333E-2</c:v>
                </c:pt>
                <c:pt idx="34">
                  <c:v>2.3722222222222224E-2</c:v>
                </c:pt>
                <c:pt idx="35">
                  <c:v>2.3166666666666669E-2</c:v>
                </c:pt>
                <c:pt idx="36">
                  <c:v>2.283333333333333E-2</c:v>
                </c:pt>
                <c:pt idx="37">
                  <c:v>2.494444444444445E-2</c:v>
                </c:pt>
                <c:pt idx="38">
                  <c:v>2.2722222222222224E-2</c:v>
                </c:pt>
                <c:pt idx="39">
                  <c:v>2.2722222222222224E-2</c:v>
                </c:pt>
                <c:pt idx="40">
                  <c:v>2.1277777777777777E-2</c:v>
                </c:pt>
                <c:pt idx="41">
                  <c:v>2.3277777777777779E-2</c:v>
                </c:pt>
                <c:pt idx="42">
                  <c:v>2.3944444444444445E-2</c:v>
                </c:pt>
                <c:pt idx="43">
                  <c:v>2.1833333333333333E-2</c:v>
                </c:pt>
                <c:pt idx="44">
                  <c:v>2.3166666666666669E-2</c:v>
                </c:pt>
                <c:pt idx="45">
                  <c:v>2.416666666666667E-2</c:v>
                </c:pt>
                <c:pt idx="46">
                  <c:v>2.4055555555555556E-2</c:v>
                </c:pt>
                <c:pt idx="47">
                  <c:v>2.1944444444444447E-2</c:v>
                </c:pt>
                <c:pt idx="48">
                  <c:v>2.3055555555555558E-2</c:v>
                </c:pt>
                <c:pt idx="49">
                  <c:v>2.35E-2</c:v>
                </c:pt>
                <c:pt idx="50">
                  <c:v>2.2166666666666664E-2</c:v>
                </c:pt>
                <c:pt idx="51">
                  <c:v>2.2388888888888889E-2</c:v>
                </c:pt>
                <c:pt idx="52">
                  <c:v>2.1944444444444447E-2</c:v>
                </c:pt>
                <c:pt idx="53">
                  <c:v>2.2611111111111113E-2</c:v>
                </c:pt>
                <c:pt idx="54">
                  <c:v>1.9833333333333331E-2</c:v>
                </c:pt>
                <c:pt idx="55">
                  <c:v>1.9166666666666669E-2</c:v>
                </c:pt>
                <c:pt idx="56">
                  <c:v>2.1055555555555557E-2</c:v>
                </c:pt>
                <c:pt idx="57">
                  <c:v>2.0833333333333332E-2</c:v>
                </c:pt>
                <c:pt idx="58">
                  <c:v>2.0166666666666666E-2</c:v>
                </c:pt>
                <c:pt idx="59">
                  <c:v>2.0722222222222222E-2</c:v>
                </c:pt>
                <c:pt idx="60">
                  <c:v>2.0611111111111111E-2</c:v>
                </c:pt>
                <c:pt idx="61">
                  <c:v>2.0055555555555556E-2</c:v>
                </c:pt>
                <c:pt idx="62">
                  <c:v>2.0277777777777777E-2</c:v>
                </c:pt>
                <c:pt idx="63">
                  <c:v>2.0277777777777777E-2</c:v>
                </c:pt>
                <c:pt idx="64">
                  <c:v>1.9166666666666665E-2</c:v>
                </c:pt>
                <c:pt idx="65">
                  <c:v>1.8055555555555557E-2</c:v>
                </c:pt>
                <c:pt idx="66">
                  <c:v>1.9944444444444445E-2</c:v>
                </c:pt>
                <c:pt idx="67">
                  <c:v>1.9722222222222221E-2</c:v>
                </c:pt>
                <c:pt idx="68">
                  <c:v>1.8944444444444444E-2</c:v>
                </c:pt>
                <c:pt idx="69">
                  <c:v>1.8611111111111113E-2</c:v>
                </c:pt>
                <c:pt idx="70">
                  <c:v>1.8277777777777778E-2</c:v>
                </c:pt>
                <c:pt idx="71">
                  <c:v>1.6944444444444443E-2</c:v>
                </c:pt>
                <c:pt idx="72">
                  <c:v>1.7055555555555556E-2</c:v>
                </c:pt>
                <c:pt idx="73">
                  <c:v>1.872222222222222E-2</c:v>
                </c:pt>
                <c:pt idx="74">
                  <c:v>1.9388888888888886E-2</c:v>
                </c:pt>
                <c:pt idx="75">
                  <c:v>1.8611111111111113E-2</c:v>
                </c:pt>
                <c:pt idx="76">
                  <c:v>1.9055555555555555E-2</c:v>
                </c:pt>
                <c:pt idx="77">
                  <c:v>1.7500000000000002E-2</c:v>
                </c:pt>
                <c:pt idx="78">
                  <c:v>1.7166666666666667E-2</c:v>
                </c:pt>
                <c:pt idx="79">
                  <c:v>1.8166666666666668E-2</c:v>
                </c:pt>
                <c:pt idx="80">
                  <c:v>1.7166666666666667E-2</c:v>
                </c:pt>
                <c:pt idx="81">
                  <c:v>1.7166666666666667E-2</c:v>
                </c:pt>
                <c:pt idx="82">
                  <c:v>1.5944444444444445E-2</c:v>
                </c:pt>
                <c:pt idx="83">
                  <c:v>1.5722222222222221E-2</c:v>
                </c:pt>
                <c:pt idx="84">
                  <c:v>1.5944444444444442E-2</c:v>
                </c:pt>
                <c:pt idx="85">
                  <c:v>1.5944444444444442E-2</c:v>
                </c:pt>
                <c:pt idx="86">
                  <c:v>1.6166666666666666E-2</c:v>
                </c:pt>
                <c:pt idx="87">
                  <c:v>1.6166666666666666E-2</c:v>
                </c:pt>
                <c:pt idx="88">
                  <c:v>1.6500000000000001E-2</c:v>
                </c:pt>
                <c:pt idx="89">
                  <c:v>1.6500000000000001E-2</c:v>
                </c:pt>
                <c:pt idx="90">
                  <c:v>1.638888888888889E-2</c:v>
                </c:pt>
                <c:pt idx="91">
                  <c:v>1.6277777777777776E-2</c:v>
                </c:pt>
                <c:pt idx="92">
                  <c:v>1.6833333333333332E-2</c:v>
                </c:pt>
                <c:pt idx="93">
                  <c:v>1.7166666666666667E-2</c:v>
                </c:pt>
                <c:pt idx="94">
                  <c:v>1.7277777777777777E-2</c:v>
                </c:pt>
                <c:pt idx="95">
                  <c:v>1.7833333333333333E-2</c:v>
                </c:pt>
                <c:pt idx="96">
                  <c:v>1.5833333333333335E-2</c:v>
                </c:pt>
                <c:pt idx="97">
                  <c:v>1.6500000000000001E-2</c:v>
                </c:pt>
                <c:pt idx="98">
                  <c:v>1.7166666666666667E-2</c:v>
                </c:pt>
                <c:pt idx="99">
                  <c:v>1.5944444444444445E-2</c:v>
                </c:pt>
                <c:pt idx="100">
                  <c:v>1.5166666666666669E-2</c:v>
                </c:pt>
                <c:pt idx="101">
                  <c:v>1.6833333333333332E-2</c:v>
                </c:pt>
                <c:pt idx="102">
                  <c:v>1.6722222222222222E-2</c:v>
                </c:pt>
                <c:pt idx="103">
                  <c:v>1.6055555555555559E-2</c:v>
                </c:pt>
                <c:pt idx="104">
                  <c:v>1.6611111111111115E-2</c:v>
                </c:pt>
                <c:pt idx="105">
                  <c:v>1.6166666666666669E-2</c:v>
                </c:pt>
                <c:pt idx="106">
                  <c:v>1.6500000000000001E-2</c:v>
                </c:pt>
                <c:pt idx="107">
                  <c:v>1.6500000000000001E-2</c:v>
                </c:pt>
                <c:pt idx="108">
                  <c:v>1.627777777777778E-2</c:v>
                </c:pt>
                <c:pt idx="109">
                  <c:v>1.638888888888889E-2</c:v>
                </c:pt>
                <c:pt idx="110">
                  <c:v>1.6611111111111115E-2</c:v>
                </c:pt>
                <c:pt idx="111">
                  <c:v>1.5611111111111114E-2</c:v>
                </c:pt>
                <c:pt idx="112">
                  <c:v>1.6166666666666666E-2</c:v>
                </c:pt>
                <c:pt idx="113">
                  <c:v>1.6388888888888887E-2</c:v>
                </c:pt>
                <c:pt idx="114">
                  <c:v>1.6166666666666666E-2</c:v>
                </c:pt>
                <c:pt idx="115">
                  <c:v>1.6055555555555559E-2</c:v>
                </c:pt>
                <c:pt idx="116">
                  <c:v>1.638888888888889E-2</c:v>
                </c:pt>
                <c:pt idx="117">
                  <c:v>1.6722222222222222E-2</c:v>
                </c:pt>
                <c:pt idx="118">
                  <c:v>1.6277777777777776E-2</c:v>
                </c:pt>
                <c:pt idx="119">
                  <c:v>1.6277777777777776E-2</c:v>
                </c:pt>
                <c:pt idx="120">
                  <c:v>1.6055555555555556E-2</c:v>
                </c:pt>
                <c:pt idx="121">
                  <c:v>1.6388888888888887E-2</c:v>
                </c:pt>
                <c:pt idx="122">
                  <c:v>1.6055555555555556E-2</c:v>
                </c:pt>
                <c:pt idx="123">
                  <c:v>1.6055555555555559E-2</c:v>
                </c:pt>
                <c:pt idx="124">
                  <c:v>1.5722222222222221E-2</c:v>
                </c:pt>
                <c:pt idx="125">
                  <c:v>1.561111111111111E-2</c:v>
                </c:pt>
                <c:pt idx="126">
                  <c:v>1.5277777777777776E-2</c:v>
                </c:pt>
                <c:pt idx="127">
                  <c:v>1.6055555555555556E-2</c:v>
                </c:pt>
                <c:pt idx="128">
                  <c:v>1.6722222222222222E-2</c:v>
                </c:pt>
                <c:pt idx="129">
                  <c:v>1.6500000000000001E-2</c:v>
                </c:pt>
                <c:pt idx="130">
                  <c:v>1.5833333333333331E-2</c:v>
                </c:pt>
                <c:pt idx="131">
                  <c:v>1.6277777777777776E-2</c:v>
                </c:pt>
                <c:pt idx="132">
                  <c:v>1.5833333333333331E-2</c:v>
                </c:pt>
                <c:pt idx="133">
                  <c:v>1.6055555555555556E-2</c:v>
                </c:pt>
                <c:pt idx="134">
                  <c:v>1.561111111111111E-2</c:v>
                </c:pt>
                <c:pt idx="135">
                  <c:v>1.561111111111111E-2</c:v>
                </c:pt>
                <c:pt idx="136">
                  <c:v>1.5388888888888886E-2</c:v>
                </c:pt>
                <c:pt idx="137">
                  <c:v>1.5388888888888886E-2</c:v>
                </c:pt>
                <c:pt idx="138">
                  <c:v>1.5277777777777776E-2</c:v>
                </c:pt>
                <c:pt idx="139">
                  <c:v>1.561111111111111E-2</c:v>
                </c:pt>
                <c:pt idx="140">
                  <c:v>1.5055555555555553E-2</c:v>
                </c:pt>
                <c:pt idx="141">
                  <c:v>1.4944444444444442E-2</c:v>
                </c:pt>
                <c:pt idx="142">
                  <c:v>1.561111111111111E-2</c:v>
                </c:pt>
                <c:pt idx="143">
                  <c:v>1.5166666666666665E-2</c:v>
                </c:pt>
                <c:pt idx="144">
                  <c:v>1.5055555555555553E-2</c:v>
                </c:pt>
                <c:pt idx="145">
                  <c:v>1.5277777777777776E-2</c:v>
                </c:pt>
                <c:pt idx="146">
                  <c:v>1.483333333333333E-2</c:v>
                </c:pt>
                <c:pt idx="147">
                  <c:v>1.4611111111111111E-2</c:v>
                </c:pt>
                <c:pt idx="148">
                  <c:v>1.4499999999999997E-2</c:v>
                </c:pt>
                <c:pt idx="149">
                  <c:v>1.472222222222222E-2</c:v>
                </c:pt>
                <c:pt idx="150">
                  <c:v>1.4611111111111109E-2</c:v>
                </c:pt>
                <c:pt idx="151">
                  <c:v>1.4499999999999997E-2</c:v>
                </c:pt>
                <c:pt idx="152">
                  <c:v>1.4277777777777778E-2</c:v>
                </c:pt>
                <c:pt idx="153">
                  <c:v>1.4055555555555556E-2</c:v>
                </c:pt>
                <c:pt idx="154">
                  <c:v>1.4277777777777775E-2</c:v>
                </c:pt>
                <c:pt idx="155">
                  <c:v>1.4166666666666668E-2</c:v>
                </c:pt>
                <c:pt idx="156">
                  <c:v>1.35E-2</c:v>
                </c:pt>
                <c:pt idx="157">
                  <c:v>1.3833333333333333E-2</c:v>
                </c:pt>
                <c:pt idx="158">
                  <c:v>1.4166666666666668E-2</c:v>
                </c:pt>
                <c:pt idx="159">
                  <c:v>1.3722222222222219E-2</c:v>
                </c:pt>
                <c:pt idx="160">
                  <c:v>1.35E-2</c:v>
                </c:pt>
                <c:pt idx="161">
                  <c:v>1.3833333333333333E-2</c:v>
                </c:pt>
                <c:pt idx="162">
                  <c:v>1.361111111111111E-2</c:v>
                </c:pt>
                <c:pt idx="163">
                  <c:v>1.361111111111111E-2</c:v>
                </c:pt>
                <c:pt idx="164">
                  <c:v>1.2611111111111109E-2</c:v>
                </c:pt>
                <c:pt idx="165">
                  <c:v>1.2500000000000001E-2</c:v>
                </c:pt>
                <c:pt idx="166">
                  <c:v>1.2611111111111109E-2</c:v>
                </c:pt>
                <c:pt idx="167">
                  <c:v>1.3277777777777777E-2</c:v>
                </c:pt>
                <c:pt idx="168">
                  <c:v>1.2833333333333332E-2</c:v>
                </c:pt>
                <c:pt idx="169">
                  <c:v>1.2055555555555554E-2</c:v>
                </c:pt>
                <c:pt idx="170">
                  <c:v>1.1944444444444443E-2</c:v>
                </c:pt>
                <c:pt idx="171">
                  <c:v>1.2166666666666668E-2</c:v>
                </c:pt>
                <c:pt idx="172">
                  <c:v>1.2499999999999999E-2</c:v>
                </c:pt>
                <c:pt idx="173">
                  <c:v>1.1944444444444443E-2</c:v>
                </c:pt>
                <c:pt idx="174">
                  <c:v>1.1611111111111109E-2</c:v>
                </c:pt>
                <c:pt idx="175">
                  <c:v>1.1388888888888889E-2</c:v>
                </c:pt>
                <c:pt idx="176">
                  <c:v>1.1722222222222224E-2</c:v>
                </c:pt>
                <c:pt idx="177">
                  <c:v>1.1277777777777779E-2</c:v>
                </c:pt>
                <c:pt idx="178">
                  <c:v>1.0500000000000001E-2</c:v>
                </c:pt>
                <c:pt idx="179">
                  <c:v>1.0611111111111111E-2</c:v>
                </c:pt>
                <c:pt idx="180">
                  <c:v>1.0833333333333334E-2</c:v>
                </c:pt>
                <c:pt idx="181">
                  <c:v>1.0500000000000001E-2</c:v>
                </c:pt>
                <c:pt idx="182">
                  <c:v>1.0611111111111111E-2</c:v>
                </c:pt>
                <c:pt idx="183">
                  <c:v>1.0166666666666666E-2</c:v>
                </c:pt>
                <c:pt idx="184">
                  <c:v>1.0611111111111111E-2</c:v>
                </c:pt>
                <c:pt idx="185">
                  <c:v>1.0166666666666666E-2</c:v>
                </c:pt>
                <c:pt idx="186">
                  <c:v>9.7222222222222224E-3</c:v>
                </c:pt>
                <c:pt idx="187">
                  <c:v>1.0388888888888888E-2</c:v>
                </c:pt>
                <c:pt idx="188">
                  <c:v>9.7222222222222224E-3</c:v>
                </c:pt>
                <c:pt idx="189">
                  <c:v>9.6111111111111119E-3</c:v>
                </c:pt>
                <c:pt idx="190">
                  <c:v>9.1666666666666667E-3</c:v>
                </c:pt>
                <c:pt idx="191">
                  <c:v>9.5000000000000015E-3</c:v>
                </c:pt>
                <c:pt idx="192">
                  <c:v>9.3888888888888876E-3</c:v>
                </c:pt>
                <c:pt idx="193">
                  <c:v>8.9444444444444441E-3</c:v>
                </c:pt>
                <c:pt idx="194">
                  <c:v>8.9444444444444441E-3</c:v>
                </c:pt>
                <c:pt idx="195">
                  <c:v>8.5000000000000006E-3</c:v>
                </c:pt>
                <c:pt idx="196">
                  <c:v>7.4999999999999997E-3</c:v>
                </c:pt>
                <c:pt idx="197">
                  <c:v>7.4999999999999997E-3</c:v>
                </c:pt>
                <c:pt idx="198">
                  <c:v>8.1666666666666658E-3</c:v>
                </c:pt>
                <c:pt idx="199">
                  <c:v>7.7222222222222206E-3</c:v>
                </c:pt>
                <c:pt idx="200">
                  <c:v>7.2777777777777788E-3</c:v>
                </c:pt>
                <c:pt idx="201">
                  <c:v>6.6111111111111093E-3</c:v>
                </c:pt>
                <c:pt idx="202">
                  <c:v>7.0555555555555562E-3</c:v>
                </c:pt>
                <c:pt idx="203">
                  <c:v>6.7222222222222232E-3</c:v>
                </c:pt>
                <c:pt idx="204">
                  <c:v>6.277777777777778E-3</c:v>
                </c:pt>
                <c:pt idx="205">
                  <c:v>5.4999999999999997E-3</c:v>
                </c:pt>
                <c:pt idx="206">
                  <c:v>5.8333333333333327E-3</c:v>
                </c:pt>
                <c:pt idx="207">
                  <c:v>5.7222222222222223E-3</c:v>
                </c:pt>
                <c:pt idx="208">
                  <c:v>5.6111111111111119E-3</c:v>
                </c:pt>
                <c:pt idx="209">
                  <c:v>5.8333333333333327E-3</c:v>
                </c:pt>
                <c:pt idx="210">
                  <c:v>5.8333333333333327E-3</c:v>
                </c:pt>
                <c:pt idx="211">
                  <c:v>6.611111111111111E-3</c:v>
                </c:pt>
                <c:pt idx="212">
                  <c:v>5.3888888888888892E-3</c:v>
                </c:pt>
                <c:pt idx="213">
                  <c:v>5.4999999999999997E-3</c:v>
                </c:pt>
                <c:pt idx="214">
                  <c:v>5.4999999999999997E-3</c:v>
                </c:pt>
                <c:pt idx="215">
                  <c:v>5.5000000000000014E-3</c:v>
                </c:pt>
                <c:pt idx="216">
                  <c:v>4.5000000000000005E-3</c:v>
                </c:pt>
                <c:pt idx="217">
                  <c:v>4.1666666666666657E-3</c:v>
                </c:pt>
                <c:pt idx="218">
                  <c:v>5.2777777777777771E-3</c:v>
                </c:pt>
                <c:pt idx="219">
                  <c:v>5.7222222222222223E-3</c:v>
                </c:pt>
                <c:pt idx="220">
                  <c:v>4.0555555555555553E-3</c:v>
                </c:pt>
                <c:pt idx="221">
                  <c:v>4.0555555555555553E-3</c:v>
                </c:pt>
                <c:pt idx="222">
                  <c:v>4.0555555555555553E-3</c:v>
                </c:pt>
                <c:pt idx="223">
                  <c:v>4.1666666666666657E-3</c:v>
                </c:pt>
                <c:pt idx="224">
                  <c:v>4.2777777777777779E-3</c:v>
                </c:pt>
                <c:pt idx="225">
                  <c:v>4.1666666666666675E-3</c:v>
                </c:pt>
                <c:pt idx="226">
                  <c:v>4.0555555555555553E-3</c:v>
                </c:pt>
                <c:pt idx="227">
                  <c:v>3.7222222222222227E-3</c:v>
                </c:pt>
                <c:pt idx="228">
                  <c:v>3.2777777777777779E-3</c:v>
                </c:pt>
                <c:pt idx="229">
                  <c:v>2.8333333333333331E-3</c:v>
                </c:pt>
                <c:pt idx="230">
                  <c:v>3.3888888888888892E-3</c:v>
                </c:pt>
                <c:pt idx="231">
                  <c:v>3.7222222222222218E-3</c:v>
                </c:pt>
                <c:pt idx="232">
                  <c:v>2.9444444444444444E-3</c:v>
                </c:pt>
                <c:pt idx="233">
                  <c:v>2.3888888888888892E-3</c:v>
                </c:pt>
                <c:pt idx="234">
                  <c:v>3.166666666666667E-3</c:v>
                </c:pt>
                <c:pt idx="235">
                  <c:v>2.9444444444444444E-3</c:v>
                </c:pt>
                <c:pt idx="236">
                  <c:v>3.166666666666667E-3</c:v>
                </c:pt>
                <c:pt idx="237">
                  <c:v>3.3888888888888892E-3</c:v>
                </c:pt>
                <c:pt idx="238">
                  <c:v>2.8333333333333331E-3</c:v>
                </c:pt>
                <c:pt idx="239">
                  <c:v>2.7222222222222222E-3</c:v>
                </c:pt>
                <c:pt idx="240">
                  <c:v>2.6111111111111114E-3</c:v>
                </c:pt>
                <c:pt idx="241">
                  <c:v>2.8333333333333331E-3</c:v>
                </c:pt>
                <c:pt idx="242">
                  <c:v>2.6111111111111109E-3</c:v>
                </c:pt>
                <c:pt idx="243">
                  <c:v>2.5000000000000001E-3</c:v>
                </c:pt>
                <c:pt idx="244">
                  <c:v>2.8333333333333331E-3</c:v>
                </c:pt>
                <c:pt idx="245">
                  <c:v>3.3888888888888883E-3</c:v>
                </c:pt>
                <c:pt idx="246">
                  <c:v>3.166666666666667E-3</c:v>
                </c:pt>
                <c:pt idx="247">
                  <c:v>3.2777777777777779E-3</c:v>
                </c:pt>
                <c:pt idx="248">
                  <c:v>3.5000000000000001E-3</c:v>
                </c:pt>
                <c:pt idx="249">
                  <c:v>2.944444444444444E-3</c:v>
                </c:pt>
                <c:pt idx="250">
                  <c:v>2.7222222222222222E-3</c:v>
                </c:pt>
                <c:pt idx="251">
                  <c:v>2.2777777777777779E-3</c:v>
                </c:pt>
                <c:pt idx="252">
                  <c:v>2.1666666666666666E-3</c:v>
                </c:pt>
                <c:pt idx="253">
                  <c:v>1.9444444444444444E-3</c:v>
                </c:pt>
                <c:pt idx="254">
                  <c:v>2.2777777777777779E-3</c:v>
                </c:pt>
                <c:pt idx="255">
                  <c:v>2.1666666666666666E-3</c:v>
                </c:pt>
                <c:pt idx="256">
                  <c:v>1.9444444444444444E-3</c:v>
                </c:pt>
                <c:pt idx="257">
                  <c:v>1.9444444444444444E-3</c:v>
                </c:pt>
                <c:pt idx="258">
                  <c:v>1.1666666666666665E-3</c:v>
                </c:pt>
                <c:pt idx="259">
                  <c:v>8.3333333333333328E-4</c:v>
                </c:pt>
                <c:pt idx="260">
                  <c:v>8.3333333333333328E-4</c:v>
                </c:pt>
                <c:pt idx="261">
                  <c:v>1.5E-3</c:v>
                </c:pt>
                <c:pt idx="262">
                  <c:v>9.4444444444444458E-4</c:v>
                </c:pt>
                <c:pt idx="263">
                  <c:v>1.1666666666666665E-3</c:v>
                </c:pt>
                <c:pt idx="264">
                  <c:v>9.4444444444444458E-4</c:v>
                </c:pt>
                <c:pt idx="265">
                  <c:v>1.0555555555555557E-3</c:v>
                </c:pt>
                <c:pt idx="266">
                  <c:v>5.0000000000000001E-4</c:v>
                </c:pt>
                <c:pt idx="267">
                  <c:v>1.2777777777777779E-3</c:v>
                </c:pt>
                <c:pt idx="268">
                  <c:v>2.1666666666666661E-3</c:v>
                </c:pt>
                <c:pt idx="269">
                  <c:v>2.2777777777777779E-3</c:v>
                </c:pt>
                <c:pt idx="270">
                  <c:v>1.2777777777777779E-3</c:v>
                </c:pt>
                <c:pt idx="271">
                  <c:v>1.1666666666666665E-3</c:v>
                </c:pt>
                <c:pt idx="272">
                  <c:v>1.9444444444444444E-3</c:v>
                </c:pt>
                <c:pt idx="273">
                  <c:v>1.7222222222222222E-3</c:v>
                </c:pt>
                <c:pt idx="274">
                  <c:v>1.1666666666666665E-3</c:v>
                </c:pt>
                <c:pt idx="275">
                  <c:v>1.5E-3</c:v>
                </c:pt>
                <c:pt idx="276">
                  <c:v>1.2777777777777779E-3</c:v>
                </c:pt>
                <c:pt idx="277">
                  <c:v>1.5E-3</c:v>
                </c:pt>
                <c:pt idx="278">
                  <c:v>1.6111111111111113E-3</c:v>
                </c:pt>
                <c:pt idx="279">
                  <c:v>1.2777777777777779E-3</c:v>
                </c:pt>
                <c:pt idx="280">
                  <c:v>1.2777777777777779E-3</c:v>
                </c:pt>
                <c:pt idx="281">
                  <c:v>1.8333333333333335E-3</c:v>
                </c:pt>
                <c:pt idx="282">
                  <c:v>6.111111111111111E-4</c:v>
                </c:pt>
                <c:pt idx="283">
                  <c:v>7.2222222222222219E-4</c:v>
                </c:pt>
                <c:pt idx="284">
                  <c:v>1.8333333333333331E-3</c:v>
                </c:pt>
                <c:pt idx="285">
                  <c:v>1.3888888888888889E-3</c:v>
                </c:pt>
                <c:pt idx="286">
                  <c:v>5.0000000000000001E-4</c:v>
                </c:pt>
                <c:pt idx="287">
                  <c:v>1.1666666666666665E-3</c:v>
                </c:pt>
                <c:pt idx="288">
                  <c:v>1.5E-3</c:v>
                </c:pt>
                <c:pt idx="289">
                  <c:v>1.7222222222222222E-3</c:v>
                </c:pt>
                <c:pt idx="290">
                  <c:v>1.6111111111111109E-3</c:v>
                </c:pt>
                <c:pt idx="291">
                  <c:v>1.7222222222222222E-3</c:v>
                </c:pt>
                <c:pt idx="292">
                  <c:v>1.6111111111111109E-3</c:v>
                </c:pt>
                <c:pt idx="293">
                  <c:v>1.1666666666666665E-3</c:v>
                </c:pt>
                <c:pt idx="294">
                  <c:v>1.3888888888888889E-3</c:v>
                </c:pt>
                <c:pt idx="295">
                  <c:v>2.3888888888888892E-3</c:v>
                </c:pt>
                <c:pt idx="296">
                  <c:v>1.8333333333333331E-3</c:v>
                </c:pt>
                <c:pt idx="297">
                  <c:v>8.3333333333333328E-4</c:v>
                </c:pt>
                <c:pt idx="298">
                  <c:v>1.7222222222222222E-3</c:v>
                </c:pt>
                <c:pt idx="299">
                  <c:v>7.2222222222222219E-4</c:v>
                </c:pt>
                <c:pt idx="300">
                  <c:v>6.1111111111111088E-4</c:v>
                </c:pt>
                <c:pt idx="301">
                  <c:v>6.111111111111111E-4</c:v>
                </c:pt>
                <c:pt idx="302">
                  <c:v>1.9444444444444444E-3</c:v>
                </c:pt>
                <c:pt idx="303">
                  <c:v>2.3888888888888887E-3</c:v>
                </c:pt>
                <c:pt idx="304">
                  <c:v>1.6111111111111109E-3</c:v>
                </c:pt>
                <c:pt idx="305">
                  <c:v>1.1666666666666665E-3</c:v>
                </c:pt>
                <c:pt idx="306">
                  <c:v>9.4444444444444437E-4</c:v>
                </c:pt>
                <c:pt idx="307">
                  <c:v>6.1111111111111088E-4</c:v>
                </c:pt>
                <c:pt idx="308">
                  <c:v>1.7222222222222222E-3</c:v>
                </c:pt>
                <c:pt idx="309">
                  <c:v>5.0000000000000001E-4</c:v>
                </c:pt>
                <c:pt idx="310">
                  <c:v>9.4444444444444437E-4</c:v>
                </c:pt>
                <c:pt idx="311">
                  <c:v>1.5E-3</c:v>
                </c:pt>
                <c:pt idx="312">
                  <c:v>7.2222222222222219E-4</c:v>
                </c:pt>
                <c:pt idx="313">
                  <c:v>6.1111111111111088E-4</c:v>
                </c:pt>
                <c:pt idx="314">
                  <c:v>6.111111111111111E-4</c:v>
                </c:pt>
                <c:pt idx="315">
                  <c:v>5.5555555555555545E-5</c:v>
                </c:pt>
                <c:pt idx="316">
                  <c:v>1.7222222222222218E-3</c:v>
                </c:pt>
                <c:pt idx="317">
                  <c:v>1.5E-3</c:v>
                </c:pt>
                <c:pt idx="318">
                  <c:v>1.2777777777777779E-3</c:v>
                </c:pt>
                <c:pt idx="319">
                  <c:v>1.1666666666666665E-3</c:v>
                </c:pt>
                <c:pt idx="320">
                  <c:v>6.111111111111111E-4</c:v>
                </c:pt>
                <c:pt idx="321">
                  <c:v>2.7777777777777783E-4</c:v>
                </c:pt>
                <c:pt idx="322">
                  <c:v>1.0555555555555555E-3</c:v>
                </c:pt>
                <c:pt idx="323">
                  <c:v>2.1666666666666666E-3</c:v>
                </c:pt>
                <c:pt idx="324">
                  <c:v>2.0555555555555557E-3</c:v>
                </c:pt>
                <c:pt idx="325">
                  <c:v>5.0000000000000001E-4</c:v>
                </c:pt>
                <c:pt idx="326">
                  <c:v>3.8888888888888892E-4</c:v>
                </c:pt>
                <c:pt idx="327">
                  <c:v>8.3333333333333328E-4</c:v>
                </c:pt>
                <c:pt idx="328">
                  <c:v>8.3333333333333328E-4</c:v>
                </c:pt>
                <c:pt idx="329">
                  <c:v>1.6666666666666653E-4</c:v>
                </c:pt>
                <c:pt idx="330">
                  <c:v>7.2222222222222219E-4</c:v>
                </c:pt>
                <c:pt idx="331">
                  <c:v>3.888888888888887E-4</c:v>
                </c:pt>
                <c:pt idx="332">
                  <c:v>5.5555555555555545E-5</c:v>
                </c:pt>
                <c:pt idx="333">
                  <c:v>1.6666666666666653E-4</c:v>
                </c:pt>
                <c:pt idx="334">
                  <c:v>9.4444444444444458E-4</c:v>
                </c:pt>
                <c:pt idx="335">
                  <c:v>1.2777777777777779E-3</c:v>
                </c:pt>
                <c:pt idx="336">
                  <c:v>5.0000000000000001E-4</c:v>
                </c:pt>
                <c:pt idx="337">
                  <c:v>7.2222222222222219E-4</c:v>
                </c:pt>
                <c:pt idx="338">
                  <c:v>-5.0000000000000001E-4</c:v>
                </c:pt>
                <c:pt idx="339">
                  <c:v>7.2222222222222219E-4</c:v>
                </c:pt>
                <c:pt idx="340">
                  <c:v>8.3333333333333328E-4</c:v>
                </c:pt>
                <c:pt idx="341">
                  <c:v>-2.7777777777777778E-4</c:v>
                </c:pt>
                <c:pt idx="342">
                  <c:v>-1.6666666666666669E-4</c:v>
                </c:pt>
                <c:pt idx="343">
                  <c:v>1.6111111111111109E-3</c:v>
                </c:pt>
                <c:pt idx="344">
                  <c:v>8.3333333333333328E-4</c:v>
                </c:pt>
                <c:pt idx="345">
                  <c:v>1.6666666666666663E-4</c:v>
                </c:pt>
                <c:pt idx="346">
                  <c:v>9.4444444444444458E-4</c:v>
                </c:pt>
                <c:pt idx="347">
                  <c:v>1.3888888888888887E-3</c:v>
                </c:pt>
                <c:pt idx="348">
                  <c:v>1.7222222222222222E-3</c:v>
                </c:pt>
                <c:pt idx="349">
                  <c:v>1.5E-3</c:v>
                </c:pt>
                <c:pt idx="350">
                  <c:v>1.2777777777777779E-3</c:v>
                </c:pt>
                <c:pt idx="351">
                  <c:v>8.3333333333333328E-4</c:v>
                </c:pt>
                <c:pt idx="352">
                  <c:v>1.1666666666666668E-3</c:v>
                </c:pt>
                <c:pt idx="353">
                  <c:v>-5.5555555555555545E-5</c:v>
                </c:pt>
                <c:pt idx="354">
                  <c:v>5.0000000000000001E-4</c:v>
                </c:pt>
                <c:pt idx="355">
                  <c:v>5.0000000000000001E-4</c:v>
                </c:pt>
                <c:pt idx="356">
                  <c:v>1.0555555555555557E-3</c:v>
                </c:pt>
                <c:pt idx="357">
                  <c:v>-5.0000000000000001E-4</c:v>
                </c:pt>
                <c:pt idx="358">
                  <c:v>5.5555555555555436E-5</c:v>
                </c:pt>
                <c:pt idx="359">
                  <c:v>-5.5555555555555653E-5</c:v>
                </c:pt>
                <c:pt idx="360">
                  <c:v>8.3333333333333328E-4</c:v>
                </c:pt>
                <c:pt idx="361">
                  <c:v>3.8888888888888892E-4</c:v>
                </c:pt>
                <c:pt idx="362">
                  <c:v>-2.7777777777777794E-4</c:v>
                </c:pt>
                <c:pt idx="363">
                  <c:v>-6.1111111111111121E-4</c:v>
                </c:pt>
                <c:pt idx="364">
                  <c:v>1.6666666666666663E-4</c:v>
                </c:pt>
                <c:pt idx="365">
                  <c:v>5.5555555555555545E-5</c:v>
                </c:pt>
                <c:pt idx="366">
                  <c:v>2.7777777777777772E-4</c:v>
                </c:pt>
                <c:pt idx="367">
                  <c:v>-1.6666666666666674E-4</c:v>
                </c:pt>
                <c:pt idx="368">
                  <c:v>2.7777777777777772E-4</c:v>
                </c:pt>
                <c:pt idx="369">
                  <c:v>-6.1111111111111088E-4</c:v>
                </c:pt>
                <c:pt idx="370">
                  <c:v>6.111111111111111E-4</c:v>
                </c:pt>
                <c:pt idx="371">
                  <c:v>5.5555555555555436E-5</c:v>
                </c:pt>
                <c:pt idx="372">
                  <c:v>1.2777777777777779E-3</c:v>
                </c:pt>
                <c:pt idx="373">
                  <c:v>2.9444444444444444E-3</c:v>
                </c:pt>
                <c:pt idx="374">
                  <c:v>2.0555555555555557E-3</c:v>
                </c:pt>
                <c:pt idx="375">
                  <c:v>1.0555555555555557E-3</c:v>
                </c:pt>
                <c:pt idx="376">
                  <c:v>1.0555555555555552E-3</c:v>
                </c:pt>
                <c:pt idx="377">
                  <c:v>1.3888888888888887E-3</c:v>
                </c:pt>
                <c:pt idx="378">
                  <c:v>2.6111111111111114E-3</c:v>
                </c:pt>
                <c:pt idx="379">
                  <c:v>9.4444444444444458E-4</c:v>
                </c:pt>
                <c:pt idx="380">
                  <c:v>1.6666666666666653E-4</c:v>
                </c:pt>
                <c:pt idx="381">
                  <c:v>-1.0555555555555555E-3</c:v>
                </c:pt>
                <c:pt idx="382">
                  <c:v>-1.1666666666666665E-3</c:v>
                </c:pt>
                <c:pt idx="383">
                  <c:v>-6.1111111111111121E-4</c:v>
                </c:pt>
                <c:pt idx="384">
                  <c:v>-6.1111111111111121E-4</c:v>
                </c:pt>
                <c:pt idx="385">
                  <c:v>-2.2777777777777779E-3</c:v>
                </c:pt>
                <c:pt idx="386">
                  <c:v>-7.222222222222223E-4</c:v>
                </c:pt>
                <c:pt idx="387">
                  <c:v>9.4444444444444415E-4</c:v>
                </c:pt>
                <c:pt idx="388">
                  <c:v>2.2777777777777779E-3</c:v>
                </c:pt>
                <c:pt idx="389">
                  <c:v>1.7222222222222226E-3</c:v>
                </c:pt>
                <c:pt idx="390">
                  <c:v>1.2777777777777779E-3</c:v>
                </c:pt>
                <c:pt idx="391">
                  <c:v>2.7777777777777783E-4</c:v>
                </c:pt>
                <c:pt idx="392">
                  <c:v>-6.1111111111111121E-4</c:v>
                </c:pt>
                <c:pt idx="393">
                  <c:v>1.0555555555555557E-3</c:v>
                </c:pt>
                <c:pt idx="394">
                  <c:v>2.7777777777777761E-4</c:v>
                </c:pt>
                <c:pt idx="395">
                  <c:v>1.7222222222222222E-3</c:v>
                </c:pt>
                <c:pt idx="396">
                  <c:v>1.0555555555555555E-3</c:v>
                </c:pt>
                <c:pt idx="397">
                  <c:v>-5.0000000000000001E-4</c:v>
                </c:pt>
                <c:pt idx="398">
                  <c:v>-1.1666666666666668E-3</c:v>
                </c:pt>
                <c:pt idx="399">
                  <c:v>-9.4444444444444458E-4</c:v>
                </c:pt>
                <c:pt idx="400">
                  <c:v>-1.4999999999999998E-3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479-4F60-8C39-43E8B660EDA7}"/>
            </c:ext>
          </c:extLst>
        </c:ser>
        <c:ser>
          <c:idx val="1"/>
          <c:order val="1"/>
          <c:tx>
            <c:strRef>
              <c:f>'Baseline Corrections'!$R$3</c:f>
              <c:strCache>
                <c:ptCount val="1"/>
                <c:pt idx="0">
                  <c:v>Bleach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Corrections'!$R$4:$R$404</c:f>
              <c:numCache>
                <c:formatCode>General</c:formatCode>
                <c:ptCount val="401"/>
                <c:pt idx="0">
                  <c:v>3.4555555555555562E-2</c:v>
                </c:pt>
                <c:pt idx="1">
                  <c:v>3.022222222222223E-2</c:v>
                </c:pt>
                <c:pt idx="2">
                  <c:v>2.8666666666666663E-2</c:v>
                </c:pt>
                <c:pt idx="3">
                  <c:v>3.2444444444444449E-2</c:v>
                </c:pt>
                <c:pt idx="4">
                  <c:v>3.0555555555555555E-2</c:v>
                </c:pt>
                <c:pt idx="5">
                  <c:v>3.2000000000000001E-2</c:v>
                </c:pt>
                <c:pt idx="6">
                  <c:v>2.6444444444444441E-2</c:v>
                </c:pt>
                <c:pt idx="7">
                  <c:v>2.8333333333333339E-2</c:v>
                </c:pt>
                <c:pt idx="8">
                  <c:v>2.5888888888888892E-2</c:v>
                </c:pt>
                <c:pt idx="9">
                  <c:v>2.6555555555555558E-2</c:v>
                </c:pt>
                <c:pt idx="10">
                  <c:v>2.7333333333333331E-2</c:v>
                </c:pt>
                <c:pt idx="11">
                  <c:v>3.1444444444444448E-2</c:v>
                </c:pt>
                <c:pt idx="12">
                  <c:v>3.3222222222222229E-2</c:v>
                </c:pt>
                <c:pt idx="13">
                  <c:v>3.2777777777777781E-2</c:v>
                </c:pt>
                <c:pt idx="14">
                  <c:v>3.4888888888888893E-2</c:v>
                </c:pt>
                <c:pt idx="15">
                  <c:v>3.2333333333333339E-2</c:v>
                </c:pt>
                <c:pt idx="16">
                  <c:v>3.4111111111111113E-2</c:v>
                </c:pt>
                <c:pt idx="17">
                  <c:v>3.0888888888888886E-2</c:v>
                </c:pt>
                <c:pt idx="18">
                  <c:v>3.0555555555555555E-2</c:v>
                </c:pt>
                <c:pt idx="19">
                  <c:v>3.1444444444444448E-2</c:v>
                </c:pt>
                <c:pt idx="20">
                  <c:v>2.7E-2</c:v>
                </c:pt>
                <c:pt idx="21">
                  <c:v>2.9888888888888885E-2</c:v>
                </c:pt>
                <c:pt idx="22">
                  <c:v>3.2222222222222228E-2</c:v>
                </c:pt>
                <c:pt idx="23">
                  <c:v>3.2000000000000001E-2</c:v>
                </c:pt>
                <c:pt idx="24">
                  <c:v>3.2666666666666663E-2</c:v>
                </c:pt>
                <c:pt idx="25">
                  <c:v>2.9777777777777768E-2</c:v>
                </c:pt>
                <c:pt idx="26">
                  <c:v>3.1333333333333331E-2</c:v>
                </c:pt>
                <c:pt idx="27">
                  <c:v>3.2111111111111111E-2</c:v>
                </c:pt>
                <c:pt idx="28">
                  <c:v>3.2000000000000008E-2</c:v>
                </c:pt>
                <c:pt idx="29">
                  <c:v>3.3111111111111119E-2</c:v>
                </c:pt>
                <c:pt idx="30">
                  <c:v>3.4000000000000002E-2</c:v>
                </c:pt>
                <c:pt idx="31">
                  <c:v>3.3000000000000008E-2</c:v>
                </c:pt>
                <c:pt idx="32">
                  <c:v>3.1666666666666669E-2</c:v>
                </c:pt>
                <c:pt idx="33">
                  <c:v>2.9333333333333333E-2</c:v>
                </c:pt>
                <c:pt idx="34">
                  <c:v>2.9111111111111119E-2</c:v>
                </c:pt>
                <c:pt idx="35">
                  <c:v>2.5777777777777778E-2</c:v>
                </c:pt>
                <c:pt idx="36">
                  <c:v>2.5888888888888892E-2</c:v>
                </c:pt>
                <c:pt idx="37">
                  <c:v>2.9111111111111119E-2</c:v>
                </c:pt>
                <c:pt idx="38">
                  <c:v>2.8555555555555553E-2</c:v>
                </c:pt>
                <c:pt idx="39">
                  <c:v>2.7888888888888883E-2</c:v>
                </c:pt>
                <c:pt idx="40">
                  <c:v>2.6444444444444441E-2</c:v>
                </c:pt>
                <c:pt idx="41">
                  <c:v>2.9000000000000001E-2</c:v>
                </c:pt>
                <c:pt idx="42">
                  <c:v>2.8000000000000001E-2</c:v>
                </c:pt>
                <c:pt idx="43">
                  <c:v>2.8555555555555553E-2</c:v>
                </c:pt>
                <c:pt idx="44">
                  <c:v>2.9111111111111119E-2</c:v>
                </c:pt>
                <c:pt idx="45">
                  <c:v>2.8777777777777774E-2</c:v>
                </c:pt>
                <c:pt idx="46">
                  <c:v>3.0111111111111106E-2</c:v>
                </c:pt>
                <c:pt idx="47">
                  <c:v>2.8444444444444449E-2</c:v>
                </c:pt>
                <c:pt idx="48">
                  <c:v>2.9555555555555561E-2</c:v>
                </c:pt>
                <c:pt idx="49">
                  <c:v>2.8222222222222228E-2</c:v>
                </c:pt>
                <c:pt idx="50">
                  <c:v>2.777777777777778E-2</c:v>
                </c:pt>
                <c:pt idx="51">
                  <c:v>2.8000000000000001E-2</c:v>
                </c:pt>
                <c:pt idx="52">
                  <c:v>2.7666666666666669E-2</c:v>
                </c:pt>
                <c:pt idx="53">
                  <c:v>2.8777777777777767E-2</c:v>
                </c:pt>
                <c:pt idx="54">
                  <c:v>2.6222222222222223E-2</c:v>
                </c:pt>
                <c:pt idx="55">
                  <c:v>2.6777777777777779E-2</c:v>
                </c:pt>
                <c:pt idx="56">
                  <c:v>2.5888888888888892E-2</c:v>
                </c:pt>
                <c:pt idx="57">
                  <c:v>2.4888888888888891E-2</c:v>
                </c:pt>
                <c:pt idx="58">
                  <c:v>2.4444444444444446E-2</c:v>
                </c:pt>
                <c:pt idx="59">
                  <c:v>2.3777777777777776E-2</c:v>
                </c:pt>
                <c:pt idx="60">
                  <c:v>2.4666666666666667E-2</c:v>
                </c:pt>
                <c:pt idx="61">
                  <c:v>2.4111111111111111E-2</c:v>
                </c:pt>
                <c:pt idx="62">
                  <c:v>2.2777777777777775E-2</c:v>
                </c:pt>
                <c:pt idx="63">
                  <c:v>2.2333333333333334E-2</c:v>
                </c:pt>
                <c:pt idx="64">
                  <c:v>2.1222222222222219E-2</c:v>
                </c:pt>
                <c:pt idx="65">
                  <c:v>2.0111111111111107E-2</c:v>
                </c:pt>
                <c:pt idx="66">
                  <c:v>2.2111111111111106E-2</c:v>
                </c:pt>
                <c:pt idx="67">
                  <c:v>2.0666666666666663E-2</c:v>
                </c:pt>
                <c:pt idx="68">
                  <c:v>2.0222222222222218E-2</c:v>
                </c:pt>
                <c:pt idx="69">
                  <c:v>1.9333333333333334E-2</c:v>
                </c:pt>
                <c:pt idx="70">
                  <c:v>1.922222222222222E-2</c:v>
                </c:pt>
                <c:pt idx="71">
                  <c:v>1.8444444444444444E-2</c:v>
                </c:pt>
                <c:pt idx="72">
                  <c:v>1.8777777777777779E-2</c:v>
                </c:pt>
                <c:pt idx="73">
                  <c:v>1.9222222222222224E-2</c:v>
                </c:pt>
                <c:pt idx="74">
                  <c:v>1.8333333333333333E-2</c:v>
                </c:pt>
                <c:pt idx="75">
                  <c:v>1.7111111111111112E-2</c:v>
                </c:pt>
                <c:pt idx="76">
                  <c:v>1.6888888888888887E-2</c:v>
                </c:pt>
                <c:pt idx="77">
                  <c:v>1.5666666666666666E-2</c:v>
                </c:pt>
                <c:pt idx="78">
                  <c:v>1.6222222222222221E-2</c:v>
                </c:pt>
                <c:pt idx="79">
                  <c:v>1.6333333333333332E-2</c:v>
                </c:pt>
                <c:pt idx="80">
                  <c:v>1.4999999999999999E-2</c:v>
                </c:pt>
                <c:pt idx="81">
                  <c:v>1.5444444444444445E-2</c:v>
                </c:pt>
                <c:pt idx="82">
                  <c:v>1.433333333333333E-2</c:v>
                </c:pt>
                <c:pt idx="83">
                  <c:v>1.4444444444444444E-2</c:v>
                </c:pt>
                <c:pt idx="84">
                  <c:v>1.4111111111111109E-2</c:v>
                </c:pt>
                <c:pt idx="85">
                  <c:v>1.4111111111111109E-2</c:v>
                </c:pt>
                <c:pt idx="86">
                  <c:v>1.3999999999999999E-2</c:v>
                </c:pt>
                <c:pt idx="87">
                  <c:v>1.3111111111111108E-2</c:v>
                </c:pt>
                <c:pt idx="88">
                  <c:v>1.2999999999999998E-2</c:v>
                </c:pt>
                <c:pt idx="89">
                  <c:v>1.3222222222222219E-2</c:v>
                </c:pt>
                <c:pt idx="90">
                  <c:v>1.2777777777777773E-2</c:v>
                </c:pt>
                <c:pt idx="91">
                  <c:v>1.2555555555555552E-2</c:v>
                </c:pt>
                <c:pt idx="92">
                  <c:v>1.2555555555555552E-2</c:v>
                </c:pt>
                <c:pt idx="93">
                  <c:v>1.2111111111111107E-2</c:v>
                </c:pt>
                <c:pt idx="94">
                  <c:v>1.2222222222222218E-2</c:v>
                </c:pt>
                <c:pt idx="95">
                  <c:v>1.1666666666666665E-2</c:v>
                </c:pt>
                <c:pt idx="96">
                  <c:v>1.0444444444444447E-2</c:v>
                </c:pt>
                <c:pt idx="97">
                  <c:v>1.0555555555555558E-2</c:v>
                </c:pt>
                <c:pt idx="98">
                  <c:v>1.1222222222222217E-2</c:v>
                </c:pt>
                <c:pt idx="99">
                  <c:v>1.0666666666666665E-2</c:v>
                </c:pt>
                <c:pt idx="100">
                  <c:v>9.888888888888888E-3</c:v>
                </c:pt>
                <c:pt idx="101">
                  <c:v>1.0999999999999999E-2</c:v>
                </c:pt>
                <c:pt idx="102">
                  <c:v>1.0444444444444444E-2</c:v>
                </c:pt>
                <c:pt idx="103">
                  <c:v>8.333333333333335E-3</c:v>
                </c:pt>
                <c:pt idx="104">
                  <c:v>9.4444444444444463E-3</c:v>
                </c:pt>
                <c:pt idx="105">
                  <c:v>9.5555555555555567E-3</c:v>
                </c:pt>
                <c:pt idx="106">
                  <c:v>9.1111111111111115E-3</c:v>
                </c:pt>
                <c:pt idx="107">
                  <c:v>9.6666666666666672E-3</c:v>
                </c:pt>
                <c:pt idx="108">
                  <c:v>9.3333333333333324E-3</c:v>
                </c:pt>
                <c:pt idx="109">
                  <c:v>8.5555555555555558E-3</c:v>
                </c:pt>
                <c:pt idx="110">
                  <c:v>8.6666666666666663E-3</c:v>
                </c:pt>
                <c:pt idx="111">
                  <c:v>8.333333333333335E-3</c:v>
                </c:pt>
                <c:pt idx="112">
                  <c:v>8.3333333333333315E-3</c:v>
                </c:pt>
                <c:pt idx="113">
                  <c:v>8.1111111111111106E-3</c:v>
                </c:pt>
                <c:pt idx="114">
                  <c:v>7.1111111111111106E-3</c:v>
                </c:pt>
                <c:pt idx="115">
                  <c:v>6.6666666666666654E-3</c:v>
                </c:pt>
                <c:pt idx="116">
                  <c:v>7.6666666666666662E-3</c:v>
                </c:pt>
                <c:pt idx="117">
                  <c:v>7.3333333333333332E-3</c:v>
                </c:pt>
                <c:pt idx="118">
                  <c:v>6.888888888888888E-3</c:v>
                </c:pt>
                <c:pt idx="119">
                  <c:v>6.888888888888888E-3</c:v>
                </c:pt>
                <c:pt idx="120">
                  <c:v>6.888888888888888E-3</c:v>
                </c:pt>
                <c:pt idx="121">
                  <c:v>7.3333333333333332E-3</c:v>
                </c:pt>
                <c:pt idx="122">
                  <c:v>6.4444444444444445E-3</c:v>
                </c:pt>
                <c:pt idx="123">
                  <c:v>6.1111111111111114E-3</c:v>
                </c:pt>
                <c:pt idx="124">
                  <c:v>5.7777777777777784E-3</c:v>
                </c:pt>
                <c:pt idx="125">
                  <c:v>6.2222222222222219E-3</c:v>
                </c:pt>
                <c:pt idx="126">
                  <c:v>5.8888888888888871E-3</c:v>
                </c:pt>
                <c:pt idx="127">
                  <c:v>5.7777777777777766E-3</c:v>
                </c:pt>
                <c:pt idx="128">
                  <c:v>5.5555555555555558E-3</c:v>
                </c:pt>
                <c:pt idx="129">
                  <c:v>6.4444444444444445E-3</c:v>
                </c:pt>
                <c:pt idx="130">
                  <c:v>5.4444444444444436E-3</c:v>
                </c:pt>
                <c:pt idx="131">
                  <c:v>5.2222222222222227E-3</c:v>
                </c:pt>
                <c:pt idx="132">
                  <c:v>5.555555555555554E-3</c:v>
                </c:pt>
                <c:pt idx="133">
                  <c:v>5.555555555555554E-3</c:v>
                </c:pt>
                <c:pt idx="134">
                  <c:v>4.5555555555555549E-3</c:v>
                </c:pt>
                <c:pt idx="135">
                  <c:v>4.8888888888888897E-3</c:v>
                </c:pt>
                <c:pt idx="136">
                  <c:v>4.8888888888888897E-3</c:v>
                </c:pt>
                <c:pt idx="137">
                  <c:v>4.1111111111111114E-3</c:v>
                </c:pt>
                <c:pt idx="138">
                  <c:v>3.5555555555555557E-3</c:v>
                </c:pt>
                <c:pt idx="139">
                  <c:v>4.1111111111111114E-3</c:v>
                </c:pt>
                <c:pt idx="140">
                  <c:v>3.8888888888888888E-3</c:v>
                </c:pt>
                <c:pt idx="141">
                  <c:v>3.8888888888888888E-3</c:v>
                </c:pt>
                <c:pt idx="142">
                  <c:v>4.2222222222222218E-3</c:v>
                </c:pt>
                <c:pt idx="143">
                  <c:v>3.6666666666666662E-3</c:v>
                </c:pt>
                <c:pt idx="144">
                  <c:v>3.2222222222222227E-3</c:v>
                </c:pt>
                <c:pt idx="145">
                  <c:v>3.5555555555555557E-3</c:v>
                </c:pt>
                <c:pt idx="146">
                  <c:v>3.5555555555555557E-3</c:v>
                </c:pt>
                <c:pt idx="147">
                  <c:v>3.1111111111111105E-3</c:v>
                </c:pt>
                <c:pt idx="148">
                  <c:v>3.1111111111111105E-3</c:v>
                </c:pt>
                <c:pt idx="149">
                  <c:v>3.1111111111111105E-3</c:v>
                </c:pt>
                <c:pt idx="150">
                  <c:v>3.2222222222222209E-3</c:v>
                </c:pt>
                <c:pt idx="151">
                  <c:v>3.5555555555555557E-3</c:v>
                </c:pt>
                <c:pt idx="152">
                  <c:v>3.1111111111111122E-3</c:v>
                </c:pt>
                <c:pt idx="153">
                  <c:v>2.6666666666666653E-3</c:v>
                </c:pt>
                <c:pt idx="154">
                  <c:v>2.8888888888888896E-3</c:v>
                </c:pt>
                <c:pt idx="155">
                  <c:v>2.5555555555555557E-3</c:v>
                </c:pt>
                <c:pt idx="156">
                  <c:v>2E-3</c:v>
                </c:pt>
                <c:pt idx="157">
                  <c:v>2E-3</c:v>
                </c:pt>
                <c:pt idx="158">
                  <c:v>2.4444444444444444E-3</c:v>
                </c:pt>
                <c:pt idx="159">
                  <c:v>2E-3</c:v>
                </c:pt>
                <c:pt idx="160">
                  <c:v>1.6666666666666661E-3</c:v>
                </c:pt>
                <c:pt idx="161">
                  <c:v>2E-3</c:v>
                </c:pt>
                <c:pt idx="162">
                  <c:v>2.1111111111111113E-3</c:v>
                </c:pt>
                <c:pt idx="163">
                  <c:v>2E-3</c:v>
                </c:pt>
                <c:pt idx="164">
                  <c:v>1.4444444444444435E-3</c:v>
                </c:pt>
                <c:pt idx="165">
                  <c:v>1.7777777777777774E-3</c:v>
                </c:pt>
                <c:pt idx="166">
                  <c:v>1.6666666666666661E-3</c:v>
                </c:pt>
                <c:pt idx="167">
                  <c:v>1.8888888888888887E-3</c:v>
                </c:pt>
                <c:pt idx="168">
                  <c:v>1.6666666666666679E-3</c:v>
                </c:pt>
                <c:pt idx="169">
                  <c:v>1.3333333333333339E-3</c:v>
                </c:pt>
                <c:pt idx="170">
                  <c:v>1.6666666666666661E-3</c:v>
                </c:pt>
                <c:pt idx="171">
                  <c:v>1.1111111111111105E-3</c:v>
                </c:pt>
                <c:pt idx="172">
                  <c:v>7.7777777777777828E-4</c:v>
                </c:pt>
                <c:pt idx="173">
                  <c:v>7.7777777777777828E-4</c:v>
                </c:pt>
                <c:pt idx="174">
                  <c:v>9.9999999999999915E-4</c:v>
                </c:pt>
                <c:pt idx="175">
                  <c:v>9.9999999999999915E-4</c:v>
                </c:pt>
                <c:pt idx="176">
                  <c:v>7.7777777777777828E-4</c:v>
                </c:pt>
                <c:pt idx="177">
                  <c:v>2.2222222222222174E-4</c:v>
                </c:pt>
                <c:pt idx="178">
                  <c:v>4.4444444444444436E-4</c:v>
                </c:pt>
                <c:pt idx="179">
                  <c:v>4.4444444444444436E-4</c:v>
                </c:pt>
                <c:pt idx="180">
                  <c:v>7.7777777777777828E-4</c:v>
                </c:pt>
                <c:pt idx="181">
                  <c:v>5.5555555555555566E-4</c:v>
                </c:pt>
                <c:pt idx="182">
                  <c:v>5.5555555555555566E-4</c:v>
                </c:pt>
                <c:pt idx="183">
                  <c:v>8.8888888888888958E-4</c:v>
                </c:pt>
                <c:pt idx="184">
                  <c:v>1.2222222222222226E-3</c:v>
                </c:pt>
                <c:pt idx="185">
                  <c:v>1.1111111111111122E-3</c:v>
                </c:pt>
                <c:pt idx="186">
                  <c:v>1.1111111111111122E-3</c:v>
                </c:pt>
                <c:pt idx="187">
                  <c:v>6.6666666666666697E-4</c:v>
                </c:pt>
                <c:pt idx="188">
                  <c:v>1.0000000000000009E-3</c:v>
                </c:pt>
                <c:pt idx="189">
                  <c:v>1.1111111111111122E-3</c:v>
                </c:pt>
                <c:pt idx="190">
                  <c:v>8.8888888888888785E-4</c:v>
                </c:pt>
                <c:pt idx="191">
                  <c:v>4.4444444444444262E-4</c:v>
                </c:pt>
                <c:pt idx="192">
                  <c:v>4.4444444444444436E-4</c:v>
                </c:pt>
                <c:pt idx="193">
                  <c:v>4.4444444444444436E-4</c:v>
                </c:pt>
                <c:pt idx="194">
                  <c:v>2.2222222222222174E-4</c:v>
                </c:pt>
                <c:pt idx="195">
                  <c:v>6.6666666666666697E-4</c:v>
                </c:pt>
                <c:pt idx="196">
                  <c:v>2.2222222222222174E-4</c:v>
                </c:pt>
                <c:pt idx="197">
                  <c:v>3.3333333333333218E-4</c:v>
                </c:pt>
                <c:pt idx="198">
                  <c:v>8.8888888888888785E-4</c:v>
                </c:pt>
                <c:pt idx="199">
                  <c:v>1.0000000000000009E-3</c:v>
                </c:pt>
                <c:pt idx="200">
                  <c:v>4.4444444444444436E-4</c:v>
                </c:pt>
                <c:pt idx="201">
                  <c:v>2.2222222222222174E-4</c:v>
                </c:pt>
                <c:pt idx="202">
                  <c:v>5.555555555555548E-4</c:v>
                </c:pt>
                <c:pt idx="203">
                  <c:v>2.2222222222222261E-4</c:v>
                </c:pt>
                <c:pt idx="204">
                  <c:v>2.2222222222222174E-4</c:v>
                </c:pt>
                <c:pt idx="205">
                  <c:v>0</c:v>
                </c:pt>
                <c:pt idx="206">
                  <c:v>-5.5555555555555566E-4</c:v>
                </c:pt>
                <c:pt idx="207">
                  <c:v>4.4444444444444436E-4</c:v>
                </c:pt>
                <c:pt idx="208">
                  <c:v>8.8888888888888785E-4</c:v>
                </c:pt>
                <c:pt idx="209">
                  <c:v>7.7777777777777828E-4</c:v>
                </c:pt>
                <c:pt idx="210">
                  <c:v>2.2222222222222261E-4</c:v>
                </c:pt>
                <c:pt idx="211">
                  <c:v>7.7777777777777828E-4</c:v>
                </c:pt>
                <c:pt idx="212">
                  <c:v>1.1111111111111131E-4</c:v>
                </c:pt>
                <c:pt idx="213">
                  <c:v>2.2222222222222174E-4</c:v>
                </c:pt>
                <c:pt idx="214">
                  <c:v>4.4444444444444436E-4</c:v>
                </c:pt>
                <c:pt idx="215">
                  <c:v>0</c:v>
                </c:pt>
                <c:pt idx="216">
                  <c:v>1.1111111111111131E-4</c:v>
                </c:pt>
                <c:pt idx="217">
                  <c:v>-6.6666666666666697E-4</c:v>
                </c:pt>
                <c:pt idx="218">
                  <c:v>2.2222222222222174E-4</c:v>
                </c:pt>
                <c:pt idx="219">
                  <c:v>1.2222222222222226E-3</c:v>
                </c:pt>
                <c:pt idx="220">
                  <c:v>-1.1111111111111131E-4</c:v>
                </c:pt>
                <c:pt idx="221">
                  <c:v>-3.3333333333333392E-4</c:v>
                </c:pt>
                <c:pt idx="222">
                  <c:v>4.4444444444444436E-4</c:v>
                </c:pt>
                <c:pt idx="223">
                  <c:v>2.2222222222222174E-4</c:v>
                </c:pt>
                <c:pt idx="224">
                  <c:v>4.4444444444444349E-4</c:v>
                </c:pt>
                <c:pt idx="225">
                  <c:v>3.3333333333333392E-4</c:v>
                </c:pt>
                <c:pt idx="226">
                  <c:v>4.4444444444444436E-4</c:v>
                </c:pt>
                <c:pt idx="227">
                  <c:v>1.1111111111111131E-4</c:v>
                </c:pt>
                <c:pt idx="228">
                  <c:v>-4.4444444444444436E-4</c:v>
                </c:pt>
                <c:pt idx="229">
                  <c:v>2.2222222222222174E-4</c:v>
                </c:pt>
                <c:pt idx="230">
                  <c:v>4.4444444444444436E-4</c:v>
                </c:pt>
                <c:pt idx="231">
                  <c:v>6.6666666666666697E-4</c:v>
                </c:pt>
                <c:pt idx="232">
                  <c:v>0</c:v>
                </c:pt>
                <c:pt idx="233">
                  <c:v>-8.8888888888888958E-4</c:v>
                </c:pt>
                <c:pt idx="234">
                  <c:v>-4.4444444444444522E-4</c:v>
                </c:pt>
                <c:pt idx="235">
                  <c:v>-4.4444444444444522E-4</c:v>
                </c:pt>
                <c:pt idx="236">
                  <c:v>-1.1111111111111044E-4</c:v>
                </c:pt>
                <c:pt idx="237">
                  <c:v>-2.2222222222222174E-4</c:v>
                </c:pt>
                <c:pt idx="238">
                  <c:v>1.1111111111111131E-4</c:v>
                </c:pt>
                <c:pt idx="239">
                  <c:v>-6.6666666666666697E-4</c:v>
                </c:pt>
                <c:pt idx="240">
                  <c:v>-7.7777777777777828E-4</c:v>
                </c:pt>
                <c:pt idx="241">
                  <c:v>-2.2222222222222174E-4</c:v>
                </c:pt>
                <c:pt idx="242">
                  <c:v>0</c:v>
                </c:pt>
                <c:pt idx="243">
                  <c:v>5.5555555555555566E-4</c:v>
                </c:pt>
                <c:pt idx="244">
                  <c:v>2.2222222222222261E-4</c:v>
                </c:pt>
                <c:pt idx="245">
                  <c:v>-2.2222222222222174E-4</c:v>
                </c:pt>
                <c:pt idx="246">
                  <c:v>2.2222222222222174E-4</c:v>
                </c:pt>
                <c:pt idx="247">
                  <c:v>5.5555555555555566E-4</c:v>
                </c:pt>
                <c:pt idx="248">
                  <c:v>4.4444444444444436E-4</c:v>
                </c:pt>
                <c:pt idx="249">
                  <c:v>7.7777777777777828E-4</c:v>
                </c:pt>
                <c:pt idx="250">
                  <c:v>3.3333333333333305E-4</c:v>
                </c:pt>
                <c:pt idx="251">
                  <c:v>0</c:v>
                </c:pt>
                <c:pt idx="252">
                  <c:v>-5.5555555555555653E-4</c:v>
                </c:pt>
                <c:pt idx="253">
                  <c:v>-2.2222222222222174E-4</c:v>
                </c:pt>
                <c:pt idx="254">
                  <c:v>-3.3333333333333305E-4</c:v>
                </c:pt>
                <c:pt idx="255">
                  <c:v>-2.2222222222222261E-4</c:v>
                </c:pt>
                <c:pt idx="256">
                  <c:v>-1.1111111111111131E-4</c:v>
                </c:pt>
                <c:pt idx="257">
                  <c:v>5.5555555555555566E-4</c:v>
                </c:pt>
                <c:pt idx="258">
                  <c:v>-1E-3</c:v>
                </c:pt>
                <c:pt idx="259">
                  <c:v>-3.3333333333333392E-4</c:v>
                </c:pt>
                <c:pt idx="260">
                  <c:v>-5.5555555555555653E-4</c:v>
                </c:pt>
                <c:pt idx="261">
                  <c:v>1.1111111111111131E-4</c:v>
                </c:pt>
                <c:pt idx="262">
                  <c:v>-4.4444444444444522E-4</c:v>
                </c:pt>
                <c:pt idx="263">
                  <c:v>-3.3333333333333305E-4</c:v>
                </c:pt>
                <c:pt idx="264">
                  <c:v>-3.3333333333333305E-4</c:v>
                </c:pt>
                <c:pt idx="265">
                  <c:v>-3.3333333333333392E-4</c:v>
                </c:pt>
                <c:pt idx="266">
                  <c:v>-5.5555555555555566E-4</c:v>
                </c:pt>
                <c:pt idx="267">
                  <c:v>-3.3333333333333305E-4</c:v>
                </c:pt>
                <c:pt idx="268">
                  <c:v>-2.2222222222222174E-4</c:v>
                </c:pt>
                <c:pt idx="269">
                  <c:v>-2.2222222222222174E-4</c:v>
                </c:pt>
                <c:pt idx="270">
                  <c:v>-6.6666666666666784E-4</c:v>
                </c:pt>
                <c:pt idx="271">
                  <c:v>-1.1111111111111118E-3</c:v>
                </c:pt>
                <c:pt idx="272">
                  <c:v>-1.1111111111111131E-4</c:v>
                </c:pt>
                <c:pt idx="273">
                  <c:v>3.3333333333333305E-4</c:v>
                </c:pt>
                <c:pt idx="274">
                  <c:v>-1.1111111111111131E-4</c:v>
                </c:pt>
                <c:pt idx="275">
                  <c:v>-1.1111111111111131E-4</c:v>
                </c:pt>
                <c:pt idx="276">
                  <c:v>-2.2222222222222174E-4</c:v>
                </c:pt>
                <c:pt idx="277">
                  <c:v>-5.5555555555555653E-4</c:v>
                </c:pt>
                <c:pt idx="278">
                  <c:v>3.3333333333333305E-4</c:v>
                </c:pt>
                <c:pt idx="279">
                  <c:v>-3.3333333333333305E-4</c:v>
                </c:pt>
                <c:pt idx="280">
                  <c:v>-4.4444444444444436E-4</c:v>
                </c:pt>
                <c:pt idx="281">
                  <c:v>4.4444444444444436E-4</c:v>
                </c:pt>
                <c:pt idx="282">
                  <c:v>-4.4444444444444436E-4</c:v>
                </c:pt>
                <c:pt idx="283">
                  <c:v>-1.2222222222222222E-3</c:v>
                </c:pt>
                <c:pt idx="284">
                  <c:v>0</c:v>
                </c:pt>
                <c:pt idx="285">
                  <c:v>-7.7777777777777741E-4</c:v>
                </c:pt>
                <c:pt idx="286">
                  <c:v>-4.4444444444444436E-4</c:v>
                </c:pt>
                <c:pt idx="287">
                  <c:v>4.4444444444444436E-4</c:v>
                </c:pt>
                <c:pt idx="288">
                  <c:v>-1.1111111111111044E-4</c:v>
                </c:pt>
                <c:pt idx="289">
                  <c:v>7.7777777777777828E-4</c:v>
                </c:pt>
                <c:pt idx="290">
                  <c:v>-6.6666666666666697E-4</c:v>
                </c:pt>
                <c:pt idx="291">
                  <c:v>1.1111111111111131E-4</c:v>
                </c:pt>
                <c:pt idx="292">
                  <c:v>-2.2222222222222261E-4</c:v>
                </c:pt>
                <c:pt idx="293">
                  <c:v>-7.7777777777777828E-4</c:v>
                </c:pt>
                <c:pt idx="294">
                  <c:v>-5.5555555555555566E-4</c:v>
                </c:pt>
                <c:pt idx="295">
                  <c:v>1.1111111111111131E-4</c:v>
                </c:pt>
                <c:pt idx="296">
                  <c:v>-6.6666666666666697E-4</c:v>
                </c:pt>
                <c:pt idx="297">
                  <c:v>1.1111111111111131E-4</c:v>
                </c:pt>
                <c:pt idx="298">
                  <c:v>1.1111111111111113E-3</c:v>
                </c:pt>
                <c:pt idx="299">
                  <c:v>6.6666666666666523E-4</c:v>
                </c:pt>
                <c:pt idx="300">
                  <c:v>1.1111111111111044E-4</c:v>
                </c:pt>
                <c:pt idx="301">
                  <c:v>0</c:v>
                </c:pt>
                <c:pt idx="302">
                  <c:v>0</c:v>
                </c:pt>
                <c:pt idx="303">
                  <c:v>3.3333333333333305E-4</c:v>
                </c:pt>
                <c:pt idx="304">
                  <c:v>4.4444444444444436E-4</c:v>
                </c:pt>
                <c:pt idx="305">
                  <c:v>0</c:v>
                </c:pt>
                <c:pt idx="306">
                  <c:v>5.5555555555555566E-4</c:v>
                </c:pt>
                <c:pt idx="307">
                  <c:v>3.3333333333333305E-4</c:v>
                </c:pt>
                <c:pt idx="308">
                  <c:v>5.5555555555555566E-4</c:v>
                </c:pt>
                <c:pt idx="309">
                  <c:v>-4.4444444444444522E-4</c:v>
                </c:pt>
                <c:pt idx="310">
                  <c:v>-6.6666666666666784E-4</c:v>
                </c:pt>
                <c:pt idx="311">
                  <c:v>-2.2222222222222261E-4</c:v>
                </c:pt>
                <c:pt idx="312">
                  <c:v>-1.1111111111111131E-4</c:v>
                </c:pt>
                <c:pt idx="313">
                  <c:v>0</c:v>
                </c:pt>
                <c:pt idx="314">
                  <c:v>1.1111111111111131E-4</c:v>
                </c:pt>
                <c:pt idx="315">
                  <c:v>8.8888888888888871E-4</c:v>
                </c:pt>
                <c:pt idx="316">
                  <c:v>1.4444444444444444E-3</c:v>
                </c:pt>
                <c:pt idx="317">
                  <c:v>1.4444444444444435E-3</c:v>
                </c:pt>
                <c:pt idx="318">
                  <c:v>1.1111111111111122E-3</c:v>
                </c:pt>
                <c:pt idx="319">
                  <c:v>1.1111111111111105E-3</c:v>
                </c:pt>
                <c:pt idx="320">
                  <c:v>7.7777777777777654E-4</c:v>
                </c:pt>
                <c:pt idx="321">
                  <c:v>1.1111111111111131E-4</c:v>
                </c:pt>
                <c:pt idx="322">
                  <c:v>-2.2222222222222261E-4</c:v>
                </c:pt>
                <c:pt idx="323">
                  <c:v>6.666666666666661E-4</c:v>
                </c:pt>
                <c:pt idx="324">
                  <c:v>5.5555555555555566E-4</c:v>
                </c:pt>
                <c:pt idx="325">
                  <c:v>2.2222222222222174E-4</c:v>
                </c:pt>
                <c:pt idx="326">
                  <c:v>-2.2222222222222261E-4</c:v>
                </c:pt>
                <c:pt idx="327">
                  <c:v>3.3333333333333305E-4</c:v>
                </c:pt>
                <c:pt idx="328">
                  <c:v>3.3333333333333305E-4</c:v>
                </c:pt>
                <c:pt idx="329">
                  <c:v>-1.1111111111111131E-4</c:v>
                </c:pt>
                <c:pt idx="330">
                  <c:v>3.3333333333333392E-4</c:v>
                </c:pt>
                <c:pt idx="331">
                  <c:v>7.7777777777777828E-4</c:v>
                </c:pt>
                <c:pt idx="332">
                  <c:v>6.6666666666666697E-4</c:v>
                </c:pt>
                <c:pt idx="333">
                  <c:v>1.0000000000000009E-3</c:v>
                </c:pt>
                <c:pt idx="334">
                  <c:v>6.6666666666666697E-4</c:v>
                </c:pt>
                <c:pt idx="335">
                  <c:v>1.2222222222222218E-3</c:v>
                </c:pt>
                <c:pt idx="336">
                  <c:v>6.6666666666666697E-4</c:v>
                </c:pt>
                <c:pt idx="337">
                  <c:v>1.1111111111111044E-4</c:v>
                </c:pt>
                <c:pt idx="338">
                  <c:v>-1E-3</c:v>
                </c:pt>
                <c:pt idx="339">
                  <c:v>3.3333333333333305E-4</c:v>
                </c:pt>
                <c:pt idx="340">
                  <c:v>1.5555555555555548E-3</c:v>
                </c:pt>
                <c:pt idx="341">
                  <c:v>7.7777777777777741E-4</c:v>
                </c:pt>
                <c:pt idx="342">
                  <c:v>-4.4444444444444522E-4</c:v>
                </c:pt>
                <c:pt idx="343">
                  <c:v>0</c:v>
                </c:pt>
                <c:pt idx="344">
                  <c:v>-1.3333333333333331E-3</c:v>
                </c:pt>
                <c:pt idx="345">
                  <c:v>-1.7777777777777783E-3</c:v>
                </c:pt>
                <c:pt idx="346">
                  <c:v>-6.6666666666666697E-4</c:v>
                </c:pt>
                <c:pt idx="347">
                  <c:v>1.4444444444444444E-3</c:v>
                </c:pt>
                <c:pt idx="348">
                  <c:v>2.2222222222222174E-4</c:v>
                </c:pt>
                <c:pt idx="349">
                  <c:v>4.4444444444444436E-4</c:v>
                </c:pt>
                <c:pt idx="350">
                  <c:v>1E-3</c:v>
                </c:pt>
                <c:pt idx="351">
                  <c:v>-1.1111111111111131E-4</c:v>
                </c:pt>
                <c:pt idx="352">
                  <c:v>1.1111111111111113E-3</c:v>
                </c:pt>
                <c:pt idx="353">
                  <c:v>7.7777777777777828E-4</c:v>
                </c:pt>
                <c:pt idx="354">
                  <c:v>1.5555555555555548E-3</c:v>
                </c:pt>
                <c:pt idx="355">
                  <c:v>3.3333333333333305E-4</c:v>
                </c:pt>
                <c:pt idx="356">
                  <c:v>1.1111111111111131E-4</c:v>
                </c:pt>
                <c:pt idx="357">
                  <c:v>-7.7777777777777828E-4</c:v>
                </c:pt>
                <c:pt idx="358">
                  <c:v>-8.8888888888888871E-4</c:v>
                </c:pt>
                <c:pt idx="359">
                  <c:v>-1.3333333333333331E-3</c:v>
                </c:pt>
                <c:pt idx="360">
                  <c:v>-1.1111111111111109E-3</c:v>
                </c:pt>
                <c:pt idx="361">
                  <c:v>-3.3333333333333392E-4</c:v>
                </c:pt>
                <c:pt idx="362">
                  <c:v>-3.3333333333333305E-4</c:v>
                </c:pt>
                <c:pt idx="363">
                  <c:v>-6.6666666666666697E-4</c:v>
                </c:pt>
                <c:pt idx="364">
                  <c:v>-4.4444444444444522E-4</c:v>
                </c:pt>
                <c:pt idx="365">
                  <c:v>2.2222222222222174E-4</c:v>
                </c:pt>
                <c:pt idx="366">
                  <c:v>-1.1111111111111131E-4</c:v>
                </c:pt>
                <c:pt idx="367">
                  <c:v>6.6666666666666697E-4</c:v>
                </c:pt>
                <c:pt idx="368">
                  <c:v>8.8888888888888958E-4</c:v>
                </c:pt>
                <c:pt idx="369">
                  <c:v>4.4444444444444349E-4</c:v>
                </c:pt>
                <c:pt idx="370">
                  <c:v>1.2222222222222226E-3</c:v>
                </c:pt>
                <c:pt idx="371">
                  <c:v>-1E-3</c:v>
                </c:pt>
                <c:pt idx="372">
                  <c:v>4.4444444444444436E-4</c:v>
                </c:pt>
                <c:pt idx="373">
                  <c:v>2.2222222222222227E-3</c:v>
                </c:pt>
                <c:pt idx="374">
                  <c:v>1.3333333333333331E-3</c:v>
                </c:pt>
                <c:pt idx="375">
                  <c:v>5.5555555555555566E-4</c:v>
                </c:pt>
                <c:pt idx="376">
                  <c:v>1.2222222222222226E-3</c:v>
                </c:pt>
                <c:pt idx="377">
                  <c:v>3.3333333333333305E-4</c:v>
                </c:pt>
                <c:pt idx="378">
                  <c:v>1.3333333333333331E-3</c:v>
                </c:pt>
                <c:pt idx="379">
                  <c:v>4.4444444444444436E-4</c:v>
                </c:pt>
                <c:pt idx="380">
                  <c:v>1.1111111111111122E-3</c:v>
                </c:pt>
                <c:pt idx="381">
                  <c:v>1.2222222222222226E-3</c:v>
                </c:pt>
                <c:pt idx="382">
                  <c:v>7.7777777777777828E-4</c:v>
                </c:pt>
                <c:pt idx="383">
                  <c:v>1.4444444444444435E-3</c:v>
                </c:pt>
                <c:pt idx="384">
                  <c:v>-3.3333333333333392E-4</c:v>
                </c:pt>
                <c:pt idx="385">
                  <c:v>-1.8888888888888887E-3</c:v>
                </c:pt>
                <c:pt idx="386">
                  <c:v>-1.1111111111111044E-4</c:v>
                </c:pt>
                <c:pt idx="387">
                  <c:v>1.7777777777777774E-3</c:v>
                </c:pt>
                <c:pt idx="388">
                  <c:v>2.333333333333334E-3</c:v>
                </c:pt>
                <c:pt idx="389">
                  <c:v>2.4444444444444435E-3</c:v>
                </c:pt>
                <c:pt idx="390">
                  <c:v>2.5555555555555548E-3</c:v>
                </c:pt>
                <c:pt idx="391">
                  <c:v>1.6666666666666661E-3</c:v>
                </c:pt>
                <c:pt idx="392">
                  <c:v>1.1111111111111122E-3</c:v>
                </c:pt>
                <c:pt idx="393">
                  <c:v>-1.1111111111111131E-4</c:v>
                </c:pt>
                <c:pt idx="394">
                  <c:v>8.8888888888888785E-4</c:v>
                </c:pt>
                <c:pt idx="395">
                  <c:v>2.333333333333334E-3</c:v>
                </c:pt>
                <c:pt idx="396">
                  <c:v>1.1111111111111105E-3</c:v>
                </c:pt>
                <c:pt idx="397">
                  <c:v>1.3333333333333331E-3</c:v>
                </c:pt>
                <c:pt idx="398">
                  <c:v>0</c:v>
                </c:pt>
                <c:pt idx="399">
                  <c:v>-1.1111111111111131E-4</c:v>
                </c:pt>
                <c:pt idx="400">
                  <c:v>1.4444444444444435E-3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479-4F60-8C39-43E8B660EDA7}"/>
            </c:ext>
          </c:extLst>
        </c:ser>
        <c:ser>
          <c:idx val="2"/>
          <c:order val="2"/>
          <c:tx>
            <c:strRef>
              <c:f>'Baseline Corrections'!$S$3</c:f>
              <c:strCache>
                <c:ptCount val="1"/>
                <c:pt idx="0">
                  <c:v>Difference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Corrections'!$S$4:$S$404</c:f>
              <c:numCache>
                <c:formatCode>General</c:formatCode>
                <c:ptCount val="401"/>
                <c:pt idx="0">
                  <c:v>-6.1111111111112476E-4</c:v>
                </c:pt>
                <c:pt idx="1">
                  <c:v>7.2222222222221091E-4</c:v>
                </c:pt>
                <c:pt idx="2">
                  <c:v>2.833333333333337E-3</c:v>
                </c:pt>
                <c:pt idx="3">
                  <c:v>2.7777777777777263E-4</c:v>
                </c:pt>
                <c:pt idx="4">
                  <c:v>2.6111111111111092E-3</c:v>
                </c:pt>
                <c:pt idx="5">
                  <c:v>3.8888888888888307E-4</c:v>
                </c:pt>
                <c:pt idx="6">
                  <c:v>2.2777777777777813E-3</c:v>
                </c:pt>
                <c:pt idx="7">
                  <c:v>2.3888888888888848E-3</c:v>
                </c:pt>
                <c:pt idx="8">
                  <c:v>1.6666666666666219E-4</c:v>
                </c:pt>
                <c:pt idx="9">
                  <c:v>2.2777777777777709E-3</c:v>
                </c:pt>
                <c:pt idx="10">
                  <c:v>2.2777777777777744E-3</c:v>
                </c:pt>
                <c:pt idx="11">
                  <c:v>-2.055555555555557E-3</c:v>
                </c:pt>
                <c:pt idx="12">
                  <c:v>-3.8333333333333448E-3</c:v>
                </c:pt>
                <c:pt idx="13">
                  <c:v>-4.1666666666666692E-3</c:v>
                </c:pt>
                <c:pt idx="14">
                  <c:v>-5.1666666666666736E-3</c:v>
                </c:pt>
                <c:pt idx="15">
                  <c:v>-1.9444444444444535E-3</c:v>
                </c:pt>
                <c:pt idx="16">
                  <c:v>-4.8333333333333388E-3</c:v>
                </c:pt>
                <c:pt idx="17">
                  <c:v>-2.9444444444444405E-3</c:v>
                </c:pt>
                <c:pt idx="18">
                  <c:v>-2.944444444444444E-3</c:v>
                </c:pt>
                <c:pt idx="19">
                  <c:v>-1.055555555555563E-3</c:v>
                </c:pt>
                <c:pt idx="20">
                  <c:v>-1.6666666666666566E-4</c:v>
                </c:pt>
                <c:pt idx="21">
                  <c:v>-2.8333333333333266E-3</c:v>
                </c:pt>
                <c:pt idx="22">
                  <c:v>-3.611111111111124E-3</c:v>
                </c:pt>
                <c:pt idx="23">
                  <c:v>-2.5000000000000057E-3</c:v>
                </c:pt>
                <c:pt idx="24">
                  <c:v>-4.0555555555555588E-3</c:v>
                </c:pt>
                <c:pt idx="25">
                  <c:v>-4.4999999999999936E-3</c:v>
                </c:pt>
                <c:pt idx="26">
                  <c:v>-7.9444444444444415E-3</c:v>
                </c:pt>
                <c:pt idx="27">
                  <c:v>-6.4999999999999988E-3</c:v>
                </c:pt>
                <c:pt idx="28">
                  <c:v>-7.0555555555555614E-3</c:v>
                </c:pt>
                <c:pt idx="29">
                  <c:v>-8.2777777777777832E-3</c:v>
                </c:pt>
                <c:pt idx="30">
                  <c:v>-6.8333333333333371E-3</c:v>
                </c:pt>
                <c:pt idx="31">
                  <c:v>-6.0555555555555605E-3</c:v>
                </c:pt>
                <c:pt idx="32">
                  <c:v>-7.1666666666666684E-3</c:v>
                </c:pt>
                <c:pt idx="33">
                  <c:v>-7.4999999999999997E-3</c:v>
                </c:pt>
                <c:pt idx="34">
                  <c:v>-5.3888888888888944E-3</c:v>
                </c:pt>
                <c:pt idx="35">
                  <c:v>-2.6111111111111092E-3</c:v>
                </c:pt>
                <c:pt idx="36">
                  <c:v>-3.0555555555555614E-3</c:v>
                </c:pt>
                <c:pt idx="37">
                  <c:v>-4.1666666666666692E-3</c:v>
                </c:pt>
                <c:pt idx="38">
                  <c:v>-5.8333333333333293E-3</c:v>
                </c:pt>
                <c:pt idx="39">
                  <c:v>-5.1666666666666597E-3</c:v>
                </c:pt>
                <c:pt idx="40">
                  <c:v>-5.1666666666666632E-3</c:v>
                </c:pt>
                <c:pt idx="41">
                  <c:v>-5.7222222222222223E-3</c:v>
                </c:pt>
                <c:pt idx="42">
                  <c:v>-4.0555555555555553E-3</c:v>
                </c:pt>
                <c:pt idx="43">
                  <c:v>-6.7222222222222197E-3</c:v>
                </c:pt>
                <c:pt idx="44">
                  <c:v>-5.9444444444444501E-3</c:v>
                </c:pt>
                <c:pt idx="45">
                  <c:v>-4.611111111111104E-3</c:v>
                </c:pt>
                <c:pt idx="46">
                  <c:v>-6.0555555555555501E-3</c:v>
                </c:pt>
                <c:pt idx="47">
                  <c:v>-6.5000000000000023E-3</c:v>
                </c:pt>
                <c:pt idx="48">
                  <c:v>-6.5000000000000023E-3</c:v>
                </c:pt>
                <c:pt idx="49">
                  <c:v>-4.7222222222222283E-3</c:v>
                </c:pt>
                <c:pt idx="50">
                  <c:v>-5.6111111111111153E-3</c:v>
                </c:pt>
                <c:pt idx="51">
                  <c:v>-5.6111111111111119E-3</c:v>
                </c:pt>
                <c:pt idx="52">
                  <c:v>-5.7222222222222223E-3</c:v>
                </c:pt>
                <c:pt idx="53">
                  <c:v>-6.1666666666666536E-3</c:v>
                </c:pt>
                <c:pt idx="54">
                  <c:v>-6.3888888888888919E-3</c:v>
                </c:pt>
                <c:pt idx="55">
                  <c:v>-7.6111111111111102E-3</c:v>
                </c:pt>
                <c:pt idx="56">
                  <c:v>-4.8333333333333353E-3</c:v>
                </c:pt>
                <c:pt idx="57">
                  <c:v>-4.0555555555555588E-3</c:v>
                </c:pt>
                <c:pt idx="58">
                  <c:v>-4.2777777777777796E-3</c:v>
                </c:pt>
                <c:pt idx="59">
                  <c:v>-3.0555555555555544E-3</c:v>
                </c:pt>
                <c:pt idx="60">
                  <c:v>-4.0555555555555553E-3</c:v>
                </c:pt>
                <c:pt idx="61">
                  <c:v>-4.0555555555555553E-3</c:v>
                </c:pt>
                <c:pt idx="62">
                  <c:v>-2.4999999999999988E-3</c:v>
                </c:pt>
                <c:pt idx="63">
                  <c:v>-2.055555555555557E-3</c:v>
                </c:pt>
                <c:pt idx="64">
                  <c:v>-2.0555555555555535E-3</c:v>
                </c:pt>
                <c:pt idx="65">
                  <c:v>-2.0555555555555501E-3</c:v>
                </c:pt>
                <c:pt idx="66">
                  <c:v>-2.1666666666666605E-3</c:v>
                </c:pt>
                <c:pt idx="67">
                  <c:v>-9.444444444444422E-4</c:v>
                </c:pt>
                <c:pt idx="68">
                  <c:v>-1.2777777777777735E-3</c:v>
                </c:pt>
                <c:pt idx="69">
                  <c:v>-7.2222222222222132E-4</c:v>
                </c:pt>
                <c:pt idx="70">
                  <c:v>-9.444444444444422E-4</c:v>
                </c:pt>
                <c:pt idx="71">
                  <c:v>-1.5000000000000013E-3</c:v>
                </c:pt>
                <c:pt idx="72">
                  <c:v>-1.7222222222222222E-3</c:v>
                </c:pt>
                <c:pt idx="73">
                  <c:v>-5.0000000000000391E-4</c:v>
                </c:pt>
                <c:pt idx="74">
                  <c:v>1.0555555555555526E-3</c:v>
                </c:pt>
                <c:pt idx="75">
                  <c:v>1.5000000000000013E-3</c:v>
                </c:pt>
                <c:pt idx="76">
                  <c:v>2.1666666666666674E-3</c:v>
                </c:pt>
                <c:pt idx="77">
                  <c:v>1.8333333333333361E-3</c:v>
                </c:pt>
                <c:pt idx="78">
                  <c:v>9.4444444444444567E-4</c:v>
                </c:pt>
                <c:pt idx="79">
                  <c:v>1.8333333333333361E-3</c:v>
                </c:pt>
                <c:pt idx="80">
                  <c:v>2.1666666666666674E-3</c:v>
                </c:pt>
                <c:pt idx="81">
                  <c:v>1.7222222222222222E-3</c:v>
                </c:pt>
                <c:pt idx="82">
                  <c:v>1.6111111111111152E-3</c:v>
                </c:pt>
                <c:pt idx="83">
                  <c:v>1.277777777777777E-3</c:v>
                </c:pt>
                <c:pt idx="84">
                  <c:v>1.8333333333333326E-3</c:v>
                </c:pt>
                <c:pt idx="85">
                  <c:v>1.8333333333333326E-3</c:v>
                </c:pt>
                <c:pt idx="86">
                  <c:v>2.1666666666666674E-3</c:v>
                </c:pt>
                <c:pt idx="87">
                  <c:v>3.0555555555555579E-3</c:v>
                </c:pt>
                <c:pt idx="88">
                  <c:v>3.5000000000000031E-3</c:v>
                </c:pt>
                <c:pt idx="89">
                  <c:v>3.2777777777777822E-3</c:v>
                </c:pt>
                <c:pt idx="90">
                  <c:v>3.611111111111117E-3</c:v>
                </c:pt>
                <c:pt idx="91">
                  <c:v>3.722222222222224E-3</c:v>
                </c:pt>
                <c:pt idx="92">
                  <c:v>4.2777777777777796E-3</c:v>
                </c:pt>
                <c:pt idx="93">
                  <c:v>5.0555555555555597E-3</c:v>
                </c:pt>
                <c:pt idx="94">
                  <c:v>5.0555555555555597E-3</c:v>
                </c:pt>
                <c:pt idx="95">
                  <c:v>6.1666666666666675E-3</c:v>
                </c:pt>
                <c:pt idx="96">
                  <c:v>5.3888888888888875E-3</c:v>
                </c:pt>
                <c:pt idx="97">
                  <c:v>5.9444444444444432E-3</c:v>
                </c:pt>
                <c:pt idx="98">
                  <c:v>5.9444444444444501E-3</c:v>
                </c:pt>
                <c:pt idx="99">
                  <c:v>5.2777777777777805E-3</c:v>
                </c:pt>
                <c:pt idx="100">
                  <c:v>5.2777777777777805E-3</c:v>
                </c:pt>
                <c:pt idx="101">
                  <c:v>5.8333333333333327E-3</c:v>
                </c:pt>
                <c:pt idx="102">
                  <c:v>6.277777777777778E-3</c:v>
                </c:pt>
                <c:pt idx="103">
                  <c:v>7.7222222222222241E-3</c:v>
                </c:pt>
                <c:pt idx="104">
                  <c:v>7.1666666666666684E-3</c:v>
                </c:pt>
                <c:pt idx="105">
                  <c:v>6.6111111111111127E-3</c:v>
                </c:pt>
                <c:pt idx="106">
                  <c:v>7.3888888888888893E-3</c:v>
                </c:pt>
                <c:pt idx="107">
                  <c:v>6.8333333333333336E-3</c:v>
                </c:pt>
                <c:pt idx="108">
                  <c:v>6.9444444444444475E-3</c:v>
                </c:pt>
                <c:pt idx="109">
                  <c:v>7.8333333333333345E-3</c:v>
                </c:pt>
                <c:pt idx="110">
                  <c:v>7.9444444444444484E-3</c:v>
                </c:pt>
                <c:pt idx="111">
                  <c:v>7.2777777777777788E-3</c:v>
                </c:pt>
                <c:pt idx="112">
                  <c:v>7.8333333333333345E-3</c:v>
                </c:pt>
                <c:pt idx="113">
                  <c:v>8.2777777777777763E-3</c:v>
                </c:pt>
                <c:pt idx="114">
                  <c:v>9.0555555555555563E-3</c:v>
                </c:pt>
                <c:pt idx="115">
                  <c:v>9.3888888888888945E-3</c:v>
                </c:pt>
                <c:pt idx="116">
                  <c:v>8.722222222222225E-3</c:v>
                </c:pt>
                <c:pt idx="117">
                  <c:v>9.3888888888888876E-3</c:v>
                </c:pt>
                <c:pt idx="118">
                  <c:v>9.3888888888888876E-3</c:v>
                </c:pt>
                <c:pt idx="119">
                  <c:v>9.3888888888888876E-3</c:v>
                </c:pt>
                <c:pt idx="120">
                  <c:v>9.1666666666666667E-3</c:v>
                </c:pt>
                <c:pt idx="121">
                  <c:v>9.0555555555555528E-3</c:v>
                </c:pt>
                <c:pt idx="122">
                  <c:v>9.6111111111111119E-3</c:v>
                </c:pt>
                <c:pt idx="123">
                  <c:v>9.9444444444444467E-3</c:v>
                </c:pt>
                <c:pt idx="124">
                  <c:v>9.9444444444444433E-3</c:v>
                </c:pt>
                <c:pt idx="125">
                  <c:v>9.3888888888888876E-3</c:v>
                </c:pt>
                <c:pt idx="126">
                  <c:v>9.3888888888888876E-3</c:v>
                </c:pt>
                <c:pt idx="127">
                  <c:v>1.0277777777777778E-2</c:v>
                </c:pt>
                <c:pt idx="128">
                  <c:v>1.1166666666666665E-2</c:v>
                </c:pt>
                <c:pt idx="129">
                  <c:v>1.0055555555555557E-2</c:v>
                </c:pt>
                <c:pt idx="130">
                  <c:v>1.0388888888888888E-2</c:v>
                </c:pt>
                <c:pt idx="131">
                  <c:v>1.1055555555555555E-2</c:v>
                </c:pt>
                <c:pt idx="132">
                  <c:v>1.0277777777777778E-2</c:v>
                </c:pt>
                <c:pt idx="133">
                  <c:v>1.0500000000000002E-2</c:v>
                </c:pt>
                <c:pt idx="134">
                  <c:v>1.1055555555555555E-2</c:v>
                </c:pt>
                <c:pt idx="135">
                  <c:v>1.072222222222222E-2</c:v>
                </c:pt>
                <c:pt idx="136">
                  <c:v>1.0499999999999995E-2</c:v>
                </c:pt>
                <c:pt idx="137">
                  <c:v>1.1277777777777775E-2</c:v>
                </c:pt>
                <c:pt idx="138">
                  <c:v>1.1722222222222221E-2</c:v>
                </c:pt>
                <c:pt idx="139">
                  <c:v>1.15E-2</c:v>
                </c:pt>
                <c:pt idx="140">
                  <c:v>1.1166666666666665E-2</c:v>
                </c:pt>
                <c:pt idx="141">
                  <c:v>1.1055555555555555E-2</c:v>
                </c:pt>
                <c:pt idx="142">
                  <c:v>1.1388888888888889E-2</c:v>
                </c:pt>
                <c:pt idx="143">
                  <c:v>1.15E-2</c:v>
                </c:pt>
                <c:pt idx="144">
                  <c:v>1.1833333333333331E-2</c:v>
                </c:pt>
                <c:pt idx="145">
                  <c:v>1.1722222222222221E-2</c:v>
                </c:pt>
                <c:pt idx="146">
                  <c:v>1.1277777777777775E-2</c:v>
                </c:pt>
                <c:pt idx="147">
                  <c:v>1.15E-2</c:v>
                </c:pt>
                <c:pt idx="148">
                  <c:v>1.1388888888888886E-2</c:v>
                </c:pt>
                <c:pt idx="149">
                  <c:v>1.161111111111111E-2</c:v>
                </c:pt>
                <c:pt idx="150">
                  <c:v>1.1388888888888889E-2</c:v>
                </c:pt>
                <c:pt idx="151">
                  <c:v>1.0944444444444441E-2</c:v>
                </c:pt>
                <c:pt idx="152">
                  <c:v>1.1166666666666665E-2</c:v>
                </c:pt>
                <c:pt idx="153">
                  <c:v>1.1388888888888889E-2</c:v>
                </c:pt>
                <c:pt idx="154">
                  <c:v>1.1388888888888886E-2</c:v>
                </c:pt>
                <c:pt idx="155">
                  <c:v>1.1611111111111112E-2</c:v>
                </c:pt>
                <c:pt idx="156">
                  <c:v>1.15E-2</c:v>
                </c:pt>
                <c:pt idx="157">
                  <c:v>1.1833333333333333E-2</c:v>
                </c:pt>
                <c:pt idx="158">
                  <c:v>1.1722222222222224E-2</c:v>
                </c:pt>
                <c:pt idx="159">
                  <c:v>1.1722222222222219E-2</c:v>
                </c:pt>
                <c:pt idx="160">
                  <c:v>1.1833333333333335E-2</c:v>
                </c:pt>
                <c:pt idx="161">
                  <c:v>1.1833333333333333E-2</c:v>
                </c:pt>
                <c:pt idx="162">
                  <c:v>1.15E-2</c:v>
                </c:pt>
                <c:pt idx="163">
                  <c:v>1.161111111111111E-2</c:v>
                </c:pt>
                <c:pt idx="164">
                  <c:v>1.1166666666666665E-2</c:v>
                </c:pt>
                <c:pt idx="165">
                  <c:v>1.0722222222222223E-2</c:v>
                </c:pt>
                <c:pt idx="166">
                  <c:v>1.0944444444444444E-2</c:v>
                </c:pt>
                <c:pt idx="167">
                  <c:v>1.1388888888888889E-2</c:v>
                </c:pt>
                <c:pt idx="168">
                  <c:v>1.1166666666666665E-2</c:v>
                </c:pt>
                <c:pt idx="169">
                  <c:v>1.072222222222222E-2</c:v>
                </c:pt>
                <c:pt idx="170">
                  <c:v>1.0277777777777778E-2</c:v>
                </c:pt>
                <c:pt idx="171">
                  <c:v>1.1055555555555558E-2</c:v>
                </c:pt>
                <c:pt idx="172">
                  <c:v>1.1722222222222221E-2</c:v>
                </c:pt>
                <c:pt idx="173">
                  <c:v>1.1166666666666665E-2</c:v>
                </c:pt>
                <c:pt idx="174">
                  <c:v>1.0611111111111109E-2</c:v>
                </c:pt>
                <c:pt idx="175">
                  <c:v>1.038888888888889E-2</c:v>
                </c:pt>
                <c:pt idx="176">
                  <c:v>1.0944444444444446E-2</c:v>
                </c:pt>
                <c:pt idx="177">
                  <c:v>1.1055555555555558E-2</c:v>
                </c:pt>
                <c:pt idx="178">
                  <c:v>1.0055555555555557E-2</c:v>
                </c:pt>
                <c:pt idx="179">
                  <c:v>1.0166666666666668E-2</c:v>
                </c:pt>
                <c:pt idx="180">
                  <c:v>1.0055555555555555E-2</c:v>
                </c:pt>
                <c:pt idx="181">
                  <c:v>9.944444444444445E-3</c:v>
                </c:pt>
                <c:pt idx="182">
                  <c:v>1.0055555555555555E-2</c:v>
                </c:pt>
                <c:pt idx="183">
                  <c:v>9.2777777777777772E-3</c:v>
                </c:pt>
                <c:pt idx="184">
                  <c:v>9.3888888888888876E-3</c:v>
                </c:pt>
                <c:pt idx="185">
                  <c:v>9.0555555555555528E-3</c:v>
                </c:pt>
                <c:pt idx="186">
                  <c:v>8.611111111111111E-3</c:v>
                </c:pt>
                <c:pt idx="187">
                  <c:v>9.7222222222222224E-3</c:v>
                </c:pt>
                <c:pt idx="188">
                  <c:v>8.7222222222222215E-3</c:v>
                </c:pt>
                <c:pt idx="189">
                  <c:v>8.5000000000000006E-3</c:v>
                </c:pt>
                <c:pt idx="190">
                  <c:v>8.2777777777777797E-3</c:v>
                </c:pt>
                <c:pt idx="191">
                  <c:v>9.0555555555555597E-3</c:v>
                </c:pt>
                <c:pt idx="192">
                  <c:v>8.9444444444444424E-3</c:v>
                </c:pt>
                <c:pt idx="193">
                  <c:v>8.5000000000000006E-3</c:v>
                </c:pt>
                <c:pt idx="194">
                  <c:v>8.7222222222222215E-3</c:v>
                </c:pt>
                <c:pt idx="195">
                  <c:v>7.8333333333333345E-3</c:v>
                </c:pt>
                <c:pt idx="196">
                  <c:v>7.277777777777778E-3</c:v>
                </c:pt>
                <c:pt idx="197">
                  <c:v>7.1666666666666675E-3</c:v>
                </c:pt>
                <c:pt idx="198">
                  <c:v>7.277777777777778E-3</c:v>
                </c:pt>
                <c:pt idx="199">
                  <c:v>6.7222222222222197E-3</c:v>
                </c:pt>
                <c:pt idx="200">
                  <c:v>6.8333333333333345E-3</c:v>
                </c:pt>
                <c:pt idx="201">
                  <c:v>6.3888888888888875E-3</c:v>
                </c:pt>
                <c:pt idx="202">
                  <c:v>6.5000000000000014E-3</c:v>
                </c:pt>
                <c:pt idx="203">
                  <c:v>6.5000000000000006E-3</c:v>
                </c:pt>
                <c:pt idx="204">
                  <c:v>6.0555555555555562E-3</c:v>
                </c:pt>
                <c:pt idx="205">
                  <c:v>5.4999999999999997E-3</c:v>
                </c:pt>
                <c:pt idx="206">
                  <c:v>6.3888888888888884E-3</c:v>
                </c:pt>
                <c:pt idx="207">
                  <c:v>5.2777777777777779E-3</c:v>
                </c:pt>
                <c:pt idx="208">
                  <c:v>4.722222222222224E-3</c:v>
                </c:pt>
                <c:pt idx="209">
                  <c:v>5.0555555555555545E-3</c:v>
                </c:pt>
                <c:pt idx="210">
                  <c:v>5.6111111111111101E-3</c:v>
                </c:pt>
                <c:pt idx="211">
                  <c:v>5.8333333333333327E-3</c:v>
                </c:pt>
                <c:pt idx="212">
                  <c:v>5.2777777777777779E-3</c:v>
                </c:pt>
                <c:pt idx="213">
                  <c:v>5.2777777777777779E-3</c:v>
                </c:pt>
                <c:pt idx="214">
                  <c:v>5.0555555555555553E-3</c:v>
                </c:pt>
                <c:pt idx="215">
                  <c:v>5.5000000000000014E-3</c:v>
                </c:pt>
                <c:pt idx="216">
                  <c:v>4.3888888888888892E-3</c:v>
                </c:pt>
                <c:pt idx="217">
                  <c:v>4.8333333333333327E-3</c:v>
                </c:pt>
                <c:pt idx="218">
                  <c:v>5.0555555555555553E-3</c:v>
                </c:pt>
                <c:pt idx="219">
                  <c:v>4.4999999999999997E-3</c:v>
                </c:pt>
                <c:pt idx="220">
                  <c:v>4.1666666666666666E-3</c:v>
                </c:pt>
                <c:pt idx="221">
                  <c:v>4.3888888888888892E-3</c:v>
                </c:pt>
                <c:pt idx="222">
                  <c:v>3.6111111111111109E-3</c:v>
                </c:pt>
                <c:pt idx="223">
                  <c:v>3.944444444444444E-3</c:v>
                </c:pt>
                <c:pt idx="224">
                  <c:v>3.8333333333333344E-3</c:v>
                </c:pt>
                <c:pt idx="225">
                  <c:v>3.8333333333333336E-3</c:v>
                </c:pt>
                <c:pt idx="226">
                  <c:v>3.6111111111111109E-3</c:v>
                </c:pt>
                <c:pt idx="227">
                  <c:v>3.6111111111111114E-3</c:v>
                </c:pt>
                <c:pt idx="228">
                  <c:v>3.7222222222222223E-3</c:v>
                </c:pt>
                <c:pt idx="229">
                  <c:v>2.6111111111111114E-3</c:v>
                </c:pt>
                <c:pt idx="230">
                  <c:v>2.9444444444444448E-3</c:v>
                </c:pt>
                <c:pt idx="231">
                  <c:v>3.0555555555555548E-3</c:v>
                </c:pt>
                <c:pt idx="232">
                  <c:v>2.9444444444444444E-3</c:v>
                </c:pt>
                <c:pt idx="233">
                  <c:v>3.2777777777777788E-3</c:v>
                </c:pt>
                <c:pt idx="234">
                  <c:v>3.6111111111111122E-3</c:v>
                </c:pt>
                <c:pt idx="235">
                  <c:v>3.3888888888888896E-3</c:v>
                </c:pt>
                <c:pt idx="236">
                  <c:v>3.2777777777777775E-3</c:v>
                </c:pt>
                <c:pt idx="237">
                  <c:v>3.6111111111111109E-3</c:v>
                </c:pt>
                <c:pt idx="238">
                  <c:v>2.7222222222222218E-3</c:v>
                </c:pt>
                <c:pt idx="239">
                  <c:v>3.3888888888888892E-3</c:v>
                </c:pt>
                <c:pt idx="240">
                  <c:v>3.3888888888888896E-3</c:v>
                </c:pt>
                <c:pt idx="241">
                  <c:v>3.0555555555555548E-3</c:v>
                </c:pt>
                <c:pt idx="242">
                  <c:v>2.6111111111111109E-3</c:v>
                </c:pt>
                <c:pt idx="243">
                  <c:v>1.9444444444444444E-3</c:v>
                </c:pt>
                <c:pt idx="244">
                  <c:v>2.6111111111111105E-3</c:v>
                </c:pt>
                <c:pt idx="245">
                  <c:v>3.6111111111111101E-3</c:v>
                </c:pt>
                <c:pt idx="246">
                  <c:v>2.9444444444444453E-3</c:v>
                </c:pt>
                <c:pt idx="247">
                  <c:v>2.7222222222222222E-3</c:v>
                </c:pt>
                <c:pt idx="248">
                  <c:v>3.0555555555555557E-3</c:v>
                </c:pt>
                <c:pt idx="249">
                  <c:v>2.1666666666666657E-3</c:v>
                </c:pt>
                <c:pt idx="250">
                  <c:v>2.3888888888888892E-3</c:v>
                </c:pt>
                <c:pt idx="251">
                  <c:v>2.2777777777777779E-3</c:v>
                </c:pt>
                <c:pt idx="252">
                  <c:v>2.7222222222222231E-3</c:v>
                </c:pt>
                <c:pt idx="253">
                  <c:v>2.1666666666666661E-3</c:v>
                </c:pt>
                <c:pt idx="254">
                  <c:v>2.6111111111111109E-3</c:v>
                </c:pt>
                <c:pt idx="255">
                  <c:v>2.3888888888888892E-3</c:v>
                </c:pt>
                <c:pt idx="256">
                  <c:v>2.0555555555555557E-3</c:v>
                </c:pt>
                <c:pt idx="257">
                  <c:v>1.3888888888888887E-3</c:v>
                </c:pt>
                <c:pt idx="258">
                  <c:v>2.1666666666666666E-3</c:v>
                </c:pt>
                <c:pt idx="259">
                  <c:v>1.1666666666666672E-3</c:v>
                </c:pt>
                <c:pt idx="260">
                  <c:v>1.3888888888888898E-3</c:v>
                </c:pt>
                <c:pt idx="261">
                  <c:v>1.3888888888888887E-3</c:v>
                </c:pt>
                <c:pt idx="262">
                  <c:v>1.3888888888888898E-3</c:v>
                </c:pt>
                <c:pt idx="263">
                  <c:v>1.4999999999999996E-3</c:v>
                </c:pt>
                <c:pt idx="264">
                  <c:v>1.2777777777777776E-3</c:v>
                </c:pt>
                <c:pt idx="265">
                  <c:v>1.3888888888888896E-3</c:v>
                </c:pt>
                <c:pt idx="266">
                  <c:v>1.0555555555555557E-3</c:v>
                </c:pt>
                <c:pt idx="267">
                  <c:v>1.6111111111111109E-3</c:v>
                </c:pt>
                <c:pt idx="268">
                  <c:v>2.3888888888888879E-3</c:v>
                </c:pt>
                <c:pt idx="269">
                  <c:v>2.4999999999999996E-3</c:v>
                </c:pt>
                <c:pt idx="270">
                  <c:v>1.9444444444444457E-3</c:v>
                </c:pt>
                <c:pt idx="271">
                  <c:v>2.2777777777777783E-3</c:v>
                </c:pt>
                <c:pt idx="272">
                  <c:v>2.0555555555555557E-3</c:v>
                </c:pt>
                <c:pt idx="273">
                  <c:v>1.3888888888888892E-3</c:v>
                </c:pt>
                <c:pt idx="274">
                  <c:v>1.2777777777777779E-3</c:v>
                </c:pt>
                <c:pt idx="275">
                  <c:v>1.6111111111111113E-3</c:v>
                </c:pt>
                <c:pt idx="276">
                  <c:v>1.4999999999999996E-3</c:v>
                </c:pt>
                <c:pt idx="277">
                  <c:v>2.0555555555555566E-3</c:v>
                </c:pt>
                <c:pt idx="278">
                  <c:v>1.2777777777777783E-3</c:v>
                </c:pt>
                <c:pt idx="279">
                  <c:v>1.6111111111111109E-3</c:v>
                </c:pt>
                <c:pt idx="280">
                  <c:v>1.7222222222222222E-3</c:v>
                </c:pt>
                <c:pt idx="281">
                  <c:v>1.3888888888888892E-3</c:v>
                </c:pt>
                <c:pt idx="282">
                  <c:v>1.0555555555555555E-3</c:v>
                </c:pt>
                <c:pt idx="283">
                  <c:v>1.9444444444444444E-3</c:v>
                </c:pt>
                <c:pt idx="284">
                  <c:v>1.8333333333333331E-3</c:v>
                </c:pt>
                <c:pt idx="285">
                  <c:v>2.1666666666666666E-3</c:v>
                </c:pt>
                <c:pt idx="286">
                  <c:v>9.4444444444444437E-4</c:v>
                </c:pt>
                <c:pt idx="287">
                  <c:v>7.2222222222222219E-4</c:v>
                </c:pt>
                <c:pt idx="288">
                  <c:v>1.6111111111111105E-3</c:v>
                </c:pt>
                <c:pt idx="289">
                  <c:v>9.4444444444444393E-4</c:v>
                </c:pt>
                <c:pt idx="290">
                  <c:v>2.2777777777777779E-3</c:v>
                </c:pt>
                <c:pt idx="291">
                  <c:v>1.6111111111111109E-3</c:v>
                </c:pt>
                <c:pt idx="292">
                  <c:v>1.8333333333333335E-3</c:v>
                </c:pt>
                <c:pt idx="293">
                  <c:v>1.9444444444444448E-3</c:v>
                </c:pt>
                <c:pt idx="294">
                  <c:v>1.9444444444444446E-3</c:v>
                </c:pt>
                <c:pt idx="295">
                  <c:v>2.2777777777777779E-3</c:v>
                </c:pt>
                <c:pt idx="296">
                  <c:v>2.5000000000000001E-3</c:v>
                </c:pt>
                <c:pt idx="297">
                  <c:v>7.2222222222222197E-4</c:v>
                </c:pt>
                <c:pt idx="298">
                  <c:v>6.1111111111111088E-4</c:v>
                </c:pt>
                <c:pt idx="299">
                  <c:v>5.5555555555556954E-5</c:v>
                </c:pt>
                <c:pt idx="300">
                  <c:v>5.0000000000000044E-4</c:v>
                </c:pt>
                <c:pt idx="301">
                  <c:v>6.111111111111111E-4</c:v>
                </c:pt>
                <c:pt idx="302">
                  <c:v>1.9444444444444444E-3</c:v>
                </c:pt>
                <c:pt idx="303">
                  <c:v>2.0555555555555557E-3</c:v>
                </c:pt>
                <c:pt idx="304">
                  <c:v>1.1666666666666665E-3</c:v>
                </c:pt>
                <c:pt idx="305">
                  <c:v>1.1666666666666665E-3</c:v>
                </c:pt>
                <c:pt idx="306">
                  <c:v>3.888888888888887E-4</c:v>
                </c:pt>
                <c:pt idx="307">
                  <c:v>2.7777777777777783E-4</c:v>
                </c:pt>
                <c:pt idx="308">
                  <c:v>1.1666666666666665E-3</c:v>
                </c:pt>
                <c:pt idx="309">
                  <c:v>9.4444444444444524E-4</c:v>
                </c:pt>
                <c:pt idx="310">
                  <c:v>1.6111111111111122E-3</c:v>
                </c:pt>
                <c:pt idx="311">
                  <c:v>1.7222222222222226E-3</c:v>
                </c:pt>
                <c:pt idx="312">
                  <c:v>8.333333333333335E-4</c:v>
                </c:pt>
                <c:pt idx="313">
                  <c:v>6.1111111111111088E-4</c:v>
                </c:pt>
                <c:pt idx="314">
                  <c:v>4.9999999999999979E-4</c:v>
                </c:pt>
                <c:pt idx="315">
                  <c:v>-8.3333333333333317E-4</c:v>
                </c:pt>
                <c:pt idx="316">
                  <c:v>2.777777777777774E-4</c:v>
                </c:pt>
                <c:pt idx="317">
                  <c:v>5.555555555555652E-5</c:v>
                </c:pt>
                <c:pt idx="318">
                  <c:v>1.6666666666666566E-4</c:v>
                </c:pt>
                <c:pt idx="319">
                  <c:v>5.5555555555556087E-5</c:v>
                </c:pt>
                <c:pt idx="320">
                  <c:v>-1.6666666666666544E-4</c:v>
                </c:pt>
                <c:pt idx="321">
                  <c:v>1.6666666666666653E-4</c:v>
                </c:pt>
                <c:pt idx="322">
                  <c:v>1.2777777777777781E-3</c:v>
                </c:pt>
                <c:pt idx="323">
                  <c:v>1.5000000000000005E-3</c:v>
                </c:pt>
                <c:pt idx="324">
                  <c:v>1.5E-3</c:v>
                </c:pt>
                <c:pt idx="325">
                  <c:v>2.7777777777777827E-4</c:v>
                </c:pt>
                <c:pt idx="326">
                  <c:v>6.1111111111111153E-4</c:v>
                </c:pt>
                <c:pt idx="327">
                  <c:v>5.0000000000000023E-4</c:v>
                </c:pt>
                <c:pt idx="328">
                  <c:v>5.0000000000000023E-4</c:v>
                </c:pt>
                <c:pt idx="329">
                  <c:v>2.7777777777777783E-4</c:v>
                </c:pt>
                <c:pt idx="330">
                  <c:v>3.8888888888888827E-4</c:v>
                </c:pt>
                <c:pt idx="331">
                  <c:v>-3.8888888888888957E-4</c:v>
                </c:pt>
                <c:pt idx="332">
                  <c:v>-6.1111111111111142E-4</c:v>
                </c:pt>
                <c:pt idx="333">
                  <c:v>-8.3333333333333436E-4</c:v>
                </c:pt>
                <c:pt idx="334">
                  <c:v>2.7777777777777761E-4</c:v>
                </c:pt>
                <c:pt idx="335">
                  <c:v>5.5555555555556087E-5</c:v>
                </c:pt>
                <c:pt idx="336">
                  <c:v>-1.6666666666666696E-4</c:v>
                </c:pt>
                <c:pt idx="337">
                  <c:v>6.1111111111111175E-4</c:v>
                </c:pt>
                <c:pt idx="338">
                  <c:v>5.0000000000000001E-4</c:v>
                </c:pt>
                <c:pt idx="339">
                  <c:v>3.8888888888888914E-4</c:v>
                </c:pt>
                <c:pt idx="340">
                  <c:v>-7.2222222222222154E-4</c:v>
                </c:pt>
                <c:pt idx="341">
                  <c:v>-1.0555555555555552E-3</c:v>
                </c:pt>
                <c:pt idx="342">
                  <c:v>2.7777777777777854E-4</c:v>
                </c:pt>
                <c:pt idx="343">
                  <c:v>1.6111111111111109E-3</c:v>
                </c:pt>
                <c:pt idx="344">
                  <c:v>2.1666666666666666E-3</c:v>
                </c:pt>
                <c:pt idx="345">
                  <c:v>1.9444444444444448E-3</c:v>
                </c:pt>
                <c:pt idx="346">
                  <c:v>1.6111111111111116E-3</c:v>
                </c:pt>
                <c:pt idx="347">
                  <c:v>-5.5555555555555653E-5</c:v>
                </c:pt>
                <c:pt idx="348">
                  <c:v>1.5000000000000005E-3</c:v>
                </c:pt>
                <c:pt idx="349">
                  <c:v>1.0555555555555557E-3</c:v>
                </c:pt>
                <c:pt idx="350">
                  <c:v>2.7777777777777783E-4</c:v>
                </c:pt>
                <c:pt idx="351">
                  <c:v>9.4444444444444458E-4</c:v>
                </c:pt>
                <c:pt idx="352">
                  <c:v>5.5555555555555436E-5</c:v>
                </c:pt>
                <c:pt idx="353">
                  <c:v>-8.3333333333333382E-4</c:v>
                </c:pt>
                <c:pt idx="354">
                  <c:v>-1.0555555555555548E-3</c:v>
                </c:pt>
                <c:pt idx="355">
                  <c:v>1.6666666666666696E-4</c:v>
                </c:pt>
                <c:pt idx="356">
                  <c:v>9.4444444444444437E-4</c:v>
                </c:pt>
                <c:pt idx="357">
                  <c:v>2.7777777777777827E-4</c:v>
                </c:pt>
                <c:pt idx="358">
                  <c:v>9.4444444444444415E-4</c:v>
                </c:pt>
                <c:pt idx="359">
                  <c:v>1.2777777777777774E-3</c:v>
                </c:pt>
                <c:pt idx="360">
                  <c:v>1.9444444444444442E-3</c:v>
                </c:pt>
                <c:pt idx="361">
                  <c:v>7.2222222222222284E-4</c:v>
                </c:pt>
                <c:pt idx="362">
                  <c:v>5.5555555555555111E-5</c:v>
                </c:pt>
                <c:pt idx="363">
                  <c:v>5.5555555555555762E-5</c:v>
                </c:pt>
                <c:pt idx="364">
                  <c:v>6.1111111111111186E-4</c:v>
                </c:pt>
                <c:pt idx="365">
                  <c:v>-1.666666666666662E-4</c:v>
                </c:pt>
                <c:pt idx="366">
                  <c:v>3.8888888888888903E-4</c:v>
                </c:pt>
                <c:pt idx="367">
                  <c:v>-8.3333333333333371E-4</c:v>
                </c:pt>
                <c:pt idx="368">
                  <c:v>-6.1111111111111186E-4</c:v>
                </c:pt>
                <c:pt idx="369">
                  <c:v>-1.0555555555555544E-3</c:v>
                </c:pt>
                <c:pt idx="370">
                  <c:v>-6.1111111111111153E-4</c:v>
                </c:pt>
                <c:pt idx="371">
                  <c:v>1.0555555555555555E-3</c:v>
                </c:pt>
                <c:pt idx="372">
                  <c:v>8.333333333333335E-4</c:v>
                </c:pt>
                <c:pt idx="373">
                  <c:v>7.2222222222222176E-4</c:v>
                </c:pt>
                <c:pt idx="374">
                  <c:v>7.2222222222222262E-4</c:v>
                </c:pt>
                <c:pt idx="375">
                  <c:v>5.0000000000000001E-4</c:v>
                </c:pt>
                <c:pt idx="376">
                  <c:v>-1.6666666666666739E-4</c:v>
                </c:pt>
                <c:pt idx="377">
                  <c:v>1.0555555555555557E-3</c:v>
                </c:pt>
                <c:pt idx="378">
                  <c:v>1.2777777777777783E-3</c:v>
                </c:pt>
                <c:pt idx="379">
                  <c:v>5.0000000000000023E-4</c:v>
                </c:pt>
                <c:pt idx="380">
                  <c:v>-9.4444444444444567E-4</c:v>
                </c:pt>
                <c:pt idx="381">
                  <c:v>-2.2777777777777779E-3</c:v>
                </c:pt>
                <c:pt idx="382">
                  <c:v>-1.9444444444444448E-3</c:v>
                </c:pt>
                <c:pt idx="383">
                  <c:v>-2.0555555555555548E-3</c:v>
                </c:pt>
                <c:pt idx="384">
                  <c:v>-2.7777777777777729E-4</c:v>
                </c:pt>
                <c:pt idx="385">
                  <c:v>-3.8888888888888914E-4</c:v>
                </c:pt>
                <c:pt idx="386">
                  <c:v>-6.1111111111111186E-4</c:v>
                </c:pt>
                <c:pt idx="387">
                  <c:v>-8.3333333333333328E-4</c:v>
                </c:pt>
                <c:pt idx="388">
                  <c:v>-5.5555555555556087E-5</c:v>
                </c:pt>
                <c:pt idx="389">
                  <c:v>-7.2222222222222089E-4</c:v>
                </c:pt>
                <c:pt idx="390">
                  <c:v>-1.277777777777777E-3</c:v>
                </c:pt>
                <c:pt idx="391">
                  <c:v>-1.3888888888888883E-3</c:v>
                </c:pt>
                <c:pt idx="392">
                  <c:v>-1.7222222222222235E-3</c:v>
                </c:pt>
                <c:pt idx="393">
                  <c:v>1.166666666666667E-3</c:v>
                </c:pt>
                <c:pt idx="394">
                  <c:v>-6.1111111111111023E-4</c:v>
                </c:pt>
                <c:pt idx="395">
                  <c:v>-6.1111111111111175E-4</c:v>
                </c:pt>
                <c:pt idx="396">
                  <c:v>-5.5555555555555003E-5</c:v>
                </c:pt>
                <c:pt idx="397">
                  <c:v>-1.8333333333333331E-3</c:v>
                </c:pt>
                <c:pt idx="398">
                  <c:v>-1.1666666666666668E-3</c:v>
                </c:pt>
                <c:pt idx="399">
                  <c:v>-8.3333333333333328E-4</c:v>
                </c:pt>
                <c:pt idx="400">
                  <c:v>-2.9444444444444431E-3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479-4F60-8C39-43E8B660ED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0222143"/>
        <c:axId val="1310219743"/>
      </c:scatterChart>
      <c:valAx>
        <c:axId val="1310222143"/>
        <c:scaling>
          <c:orientation val="minMax"/>
          <c:max val="750"/>
          <c:min val="35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19743"/>
        <c:crosses val="autoZero"/>
        <c:crossBetween val="midCat"/>
      </c:valAx>
      <c:valAx>
        <c:axId val="1310219743"/>
        <c:scaling>
          <c:orientation val="minMax"/>
          <c:min val="-5.000000000000001E-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22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5456009175324"/>
          <c:y val="3.8745578848324198E-2"/>
          <c:w val="0.85620358379572303"/>
          <c:h val="0.92490571250589704"/>
        </c:manualLayout>
      </c:layout>
      <c:scatterChart>
        <c:scatterStyle val="lineMarker"/>
        <c:varyColors val="0"/>
        <c:ser>
          <c:idx val="0"/>
          <c:order val="0"/>
          <c:tx>
            <c:strRef>
              <c:f>'Baseline Corrections'!$W$3</c:f>
              <c:strCache>
                <c:ptCount val="1"/>
                <c:pt idx="0">
                  <c:v>Sample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Corrections'!$W$4:$W$404</c:f>
              <c:numCache>
                <c:formatCode>General</c:formatCode>
                <c:ptCount val="401"/>
                <c:pt idx="0">
                  <c:v>2.4666666666666663E-2</c:v>
                </c:pt>
                <c:pt idx="1">
                  <c:v>2.7999999999999997E-2</c:v>
                </c:pt>
                <c:pt idx="2">
                  <c:v>2.5000000000000001E-2</c:v>
                </c:pt>
                <c:pt idx="3">
                  <c:v>2.6666666666666672E-2</c:v>
                </c:pt>
                <c:pt idx="4">
                  <c:v>3.3666666666666671E-2</c:v>
                </c:pt>
                <c:pt idx="5">
                  <c:v>3.4666666666666665E-2</c:v>
                </c:pt>
                <c:pt idx="6">
                  <c:v>2.9333333333333329E-2</c:v>
                </c:pt>
                <c:pt idx="7">
                  <c:v>2.8999999999999998E-2</c:v>
                </c:pt>
                <c:pt idx="8">
                  <c:v>0.03</c:v>
                </c:pt>
                <c:pt idx="9">
                  <c:v>2.4E-2</c:v>
                </c:pt>
                <c:pt idx="10">
                  <c:v>2.7999999999999997E-2</c:v>
                </c:pt>
                <c:pt idx="11">
                  <c:v>2.8999999999999998E-2</c:v>
                </c:pt>
                <c:pt idx="12">
                  <c:v>3.1333333333333331E-2</c:v>
                </c:pt>
                <c:pt idx="13">
                  <c:v>3.4333333333333334E-2</c:v>
                </c:pt>
                <c:pt idx="14">
                  <c:v>3.6666666666666674E-2</c:v>
                </c:pt>
                <c:pt idx="15">
                  <c:v>3.5333333333333335E-2</c:v>
                </c:pt>
                <c:pt idx="16">
                  <c:v>3.0999999999999993E-2</c:v>
                </c:pt>
                <c:pt idx="17">
                  <c:v>3.4666666666666658E-2</c:v>
                </c:pt>
                <c:pt idx="18">
                  <c:v>3.0666666666666668E-2</c:v>
                </c:pt>
                <c:pt idx="19">
                  <c:v>2.7999999999999997E-2</c:v>
                </c:pt>
                <c:pt idx="20">
                  <c:v>2.9333333333333329E-2</c:v>
                </c:pt>
                <c:pt idx="21">
                  <c:v>2.7999999999999997E-2</c:v>
                </c:pt>
                <c:pt idx="22">
                  <c:v>3.0666666666666662E-2</c:v>
                </c:pt>
                <c:pt idx="23">
                  <c:v>3.2333333333333332E-2</c:v>
                </c:pt>
                <c:pt idx="24">
                  <c:v>2.8999999999999998E-2</c:v>
                </c:pt>
                <c:pt idx="25">
                  <c:v>2.8666666666666667E-2</c:v>
                </c:pt>
                <c:pt idx="26">
                  <c:v>0.03</c:v>
                </c:pt>
                <c:pt idx="27">
                  <c:v>2.8333333333333335E-2</c:v>
                </c:pt>
                <c:pt idx="28">
                  <c:v>2.5000000000000001E-2</c:v>
                </c:pt>
                <c:pt idx="29">
                  <c:v>2.9333333333333329E-2</c:v>
                </c:pt>
                <c:pt idx="30">
                  <c:v>3.1333333333333331E-2</c:v>
                </c:pt>
                <c:pt idx="31">
                  <c:v>3.2000000000000001E-2</c:v>
                </c:pt>
                <c:pt idx="32">
                  <c:v>3.0666666666666668E-2</c:v>
                </c:pt>
                <c:pt idx="33">
                  <c:v>2.8000000000000004E-2</c:v>
                </c:pt>
                <c:pt idx="34">
                  <c:v>3.0000000000000006E-2</c:v>
                </c:pt>
                <c:pt idx="35">
                  <c:v>2.7666666666666666E-2</c:v>
                </c:pt>
                <c:pt idx="36">
                  <c:v>2.6666666666666672E-2</c:v>
                </c:pt>
                <c:pt idx="37">
                  <c:v>2.7666666666666673E-2</c:v>
                </c:pt>
                <c:pt idx="38">
                  <c:v>2.5999999999999995E-2</c:v>
                </c:pt>
                <c:pt idx="39">
                  <c:v>2.8333333333333335E-2</c:v>
                </c:pt>
                <c:pt idx="40">
                  <c:v>2.6999999999999996E-2</c:v>
                </c:pt>
                <c:pt idx="41">
                  <c:v>2.7000000000000003E-2</c:v>
                </c:pt>
                <c:pt idx="42">
                  <c:v>2.7333333333333334E-2</c:v>
                </c:pt>
                <c:pt idx="43">
                  <c:v>2.5000000000000001E-2</c:v>
                </c:pt>
                <c:pt idx="44">
                  <c:v>2.8666666666666667E-2</c:v>
                </c:pt>
                <c:pt idx="45">
                  <c:v>2.6999999999999996E-2</c:v>
                </c:pt>
                <c:pt idx="46">
                  <c:v>2.7666666666666666E-2</c:v>
                </c:pt>
                <c:pt idx="47">
                  <c:v>2.6666666666666665E-2</c:v>
                </c:pt>
                <c:pt idx="48">
                  <c:v>2.6999999999999996E-2</c:v>
                </c:pt>
                <c:pt idx="49">
                  <c:v>2.5999999999999995E-2</c:v>
                </c:pt>
                <c:pt idx="50">
                  <c:v>2.7999999999999997E-2</c:v>
                </c:pt>
                <c:pt idx="51">
                  <c:v>2.6000000000000002E-2</c:v>
                </c:pt>
                <c:pt idx="52">
                  <c:v>2.6666666666666665E-2</c:v>
                </c:pt>
                <c:pt idx="53">
                  <c:v>2.466666666666667E-2</c:v>
                </c:pt>
                <c:pt idx="54">
                  <c:v>2.6333333333333334E-2</c:v>
                </c:pt>
                <c:pt idx="55">
                  <c:v>2.8666666666666667E-2</c:v>
                </c:pt>
                <c:pt idx="56">
                  <c:v>2.6999999999999996E-2</c:v>
                </c:pt>
                <c:pt idx="57">
                  <c:v>2.466666666666667E-2</c:v>
                </c:pt>
                <c:pt idx="58">
                  <c:v>2.4333333333333332E-2</c:v>
                </c:pt>
                <c:pt idx="59">
                  <c:v>2.1666666666666667E-2</c:v>
                </c:pt>
                <c:pt idx="60">
                  <c:v>2.2666666666666668E-2</c:v>
                </c:pt>
                <c:pt idx="61">
                  <c:v>2.1999999999999999E-2</c:v>
                </c:pt>
                <c:pt idx="62">
                  <c:v>2.1999999999999999E-2</c:v>
                </c:pt>
                <c:pt idx="63">
                  <c:v>2.0666666666666667E-2</c:v>
                </c:pt>
                <c:pt idx="64">
                  <c:v>2.0333333333333335E-2</c:v>
                </c:pt>
                <c:pt idx="65">
                  <c:v>1.8333333333333333E-2</c:v>
                </c:pt>
                <c:pt idx="66">
                  <c:v>1.8333333333333333E-2</c:v>
                </c:pt>
                <c:pt idx="67">
                  <c:v>1.9000000000000003E-2</c:v>
                </c:pt>
                <c:pt idx="68">
                  <c:v>1.8333333333333333E-2</c:v>
                </c:pt>
                <c:pt idx="69">
                  <c:v>1.7000000000000001E-2</c:v>
                </c:pt>
                <c:pt idx="70">
                  <c:v>1.666666666666667E-2</c:v>
                </c:pt>
                <c:pt idx="71">
                  <c:v>1.7333333333333333E-2</c:v>
                </c:pt>
                <c:pt idx="72">
                  <c:v>1.7666666666666664E-2</c:v>
                </c:pt>
                <c:pt idx="73">
                  <c:v>1.8666666666666665E-2</c:v>
                </c:pt>
                <c:pt idx="74">
                  <c:v>1.7000000000000001E-2</c:v>
                </c:pt>
                <c:pt idx="75">
                  <c:v>1.7000000000000001E-2</c:v>
                </c:pt>
                <c:pt idx="76">
                  <c:v>1.5333333333333332E-2</c:v>
                </c:pt>
                <c:pt idx="77">
                  <c:v>1.5666666666666669E-2</c:v>
                </c:pt>
                <c:pt idx="78">
                  <c:v>1.6E-2</c:v>
                </c:pt>
                <c:pt idx="79">
                  <c:v>1.5666666666666669E-2</c:v>
                </c:pt>
                <c:pt idx="80">
                  <c:v>1.6E-2</c:v>
                </c:pt>
                <c:pt idx="81">
                  <c:v>1.4333333333333335E-2</c:v>
                </c:pt>
                <c:pt idx="82">
                  <c:v>1.6333333333333332E-2</c:v>
                </c:pt>
                <c:pt idx="83">
                  <c:v>1.4666666666666666E-2</c:v>
                </c:pt>
                <c:pt idx="84">
                  <c:v>1.5333333333333329E-2</c:v>
                </c:pt>
                <c:pt idx="85">
                  <c:v>1.4333333333333335E-2</c:v>
                </c:pt>
                <c:pt idx="86">
                  <c:v>1.3000000000000001E-2</c:v>
                </c:pt>
                <c:pt idx="87">
                  <c:v>1.3000000000000001E-2</c:v>
                </c:pt>
                <c:pt idx="88">
                  <c:v>1.2333333333333335E-2</c:v>
                </c:pt>
                <c:pt idx="89">
                  <c:v>1.4000000000000004E-2</c:v>
                </c:pt>
                <c:pt idx="90">
                  <c:v>1.2E-2</c:v>
                </c:pt>
                <c:pt idx="91">
                  <c:v>9.6666666666666654E-3</c:v>
                </c:pt>
                <c:pt idx="92">
                  <c:v>1.1333333333333334E-2</c:v>
                </c:pt>
                <c:pt idx="93">
                  <c:v>1.1333333333333334E-2</c:v>
                </c:pt>
                <c:pt idx="94">
                  <c:v>1.2E-2</c:v>
                </c:pt>
                <c:pt idx="95">
                  <c:v>1.0000000000000002E-2</c:v>
                </c:pt>
                <c:pt idx="96">
                  <c:v>9.3333333333333341E-3</c:v>
                </c:pt>
                <c:pt idx="97">
                  <c:v>1.0333333333333333E-2</c:v>
                </c:pt>
                <c:pt idx="98">
                  <c:v>1.0666666666666666E-2</c:v>
                </c:pt>
                <c:pt idx="99">
                  <c:v>9.9999999999999985E-3</c:v>
                </c:pt>
                <c:pt idx="100">
                  <c:v>1.0666666666666666E-2</c:v>
                </c:pt>
                <c:pt idx="101">
                  <c:v>1.0333333333333333E-2</c:v>
                </c:pt>
                <c:pt idx="102">
                  <c:v>8.6666666666666663E-3</c:v>
                </c:pt>
                <c:pt idx="103">
                  <c:v>8.6666666666666663E-3</c:v>
                </c:pt>
                <c:pt idx="104">
                  <c:v>9.3333333333333341E-3</c:v>
                </c:pt>
                <c:pt idx="105">
                  <c:v>7.000000000000001E-3</c:v>
                </c:pt>
                <c:pt idx="106">
                  <c:v>7.000000000000001E-3</c:v>
                </c:pt>
                <c:pt idx="107">
                  <c:v>7.6666666666666671E-3</c:v>
                </c:pt>
                <c:pt idx="108">
                  <c:v>9.6666666666666672E-3</c:v>
                </c:pt>
                <c:pt idx="109">
                  <c:v>8.3333333333333332E-3</c:v>
                </c:pt>
                <c:pt idx="110">
                  <c:v>6.3333333333333332E-3</c:v>
                </c:pt>
                <c:pt idx="111">
                  <c:v>6.3333333333333332E-3</c:v>
                </c:pt>
                <c:pt idx="112">
                  <c:v>9.0000000000000011E-3</c:v>
                </c:pt>
                <c:pt idx="113">
                  <c:v>8.6666666666666663E-3</c:v>
                </c:pt>
                <c:pt idx="114">
                  <c:v>7.6666666666666671E-3</c:v>
                </c:pt>
                <c:pt idx="115">
                  <c:v>6.666666666666668E-3</c:v>
                </c:pt>
                <c:pt idx="116">
                  <c:v>5.6666666666666662E-3</c:v>
                </c:pt>
                <c:pt idx="117">
                  <c:v>5.3333333333333332E-3</c:v>
                </c:pt>
                <c:pt idx="118">
                  <c:v>6.6666666666666662E-3</c:v>
                </c:pt>
                <c:pt idx="119">
                  <c:v>6.9999999999999993E-3</c:v>
                </c:pt>
                <c:pt idx="120">
                  <c:v>6.3333333333333332E-3</c:v>
                </c:pt>
                <c:pt idx="121">
                  <c:v>5.3333333333333332E-3</c:v>
                </c:pt>
                <c:pt idx="122">
                  <c:v>5.3333333333333332E-3</c:v>
                </c:pt>
                <c:pt idx="123">
                  <c:v>6.0000000000000001E-3</c:v>
                </c:pt>
                <c:pt idx="124">
                  <c:v>6.6666666666666662E-3</c:v>
                </c:pt>
                <c:pt idx="125">
                  <c:v>6.3333333333333332E-3</c:v>
                </c:pt>
                <c:pt idx="126">
                  <c:v>5.9999999999999984E-3</c:v>
                </c:pt>
                <c:pt idx="127">
                  <c:v>4.9999999999999992E-3</c:v>
                </c:pt>
                <c:pt idx="128">
                  <c:v>5.6666666666666662E-3</c:v>
                </c:pt>
                <c:pt idx="129">
                  <c:v>5.333333333333334E-3</c:v>
                </c:pt>
                <c:pt idx="130">
                  <c:v>5.6666666666666662E-3</c:v>
                </c:pt>
                <c:pt idx="131">
                  <c:v>5.333333333333334E-3</c:v>
                </c:pt>
                <c:pt idx="132">
                  <c:v>5.6666666666666679E-3</c:v>
                </c:pt>
                <c:pt idx="133">
                  <c:v>5.6666666666666662E-3</c:v>
                </c:pt>
                <c:pt idx="134">
                  <c:v>5.6666666666666662E-3</c:v>
                </c:pt>
                <c:pt idx="135">
                  <c:v>5.6666666666666662E-3</c:v>
                </c:pt>
                <c:pt idx="136">
                  <c:v>5.0000000000000001E-3</c:v>
                </c:pt>
                <c:pt idx="137">
                  <c:v>4.9999999999999992E-3</c:v>
                </c:pt>
                <c:pt idx="138">
                  <c:v>5.3333333333333332E-3</c:v>
                </c:pt>
                <c:pt idx="139">
                  <c:v>5.0000000000000001E-3</c:v>
                </c:pt>
                <c:pt idx="140">
                  <c:v>5.9999999999999984E-3</c:v>
                </c:pt>
                <c:pt idx="141">
                  <c:v>5.333333333333334E-3</c:v>
                </c:pt>
                <c:pt idx="142">
                  <c:v>3.0000000000000001E-3</c:v>
                </c:pt>
                <c:pt idx="143">
                  <c:v>3.9999999999999992E-3</c:v>
                </c:pt>
                <c:pt idx="144">
                  <c:v>5.333333333333334E-3</c:v>
                </c:pt>
                <c:pt idx="145">
                  <c:v>3.9999999999999992E-3</c:v>
                </c:pt>
                <c:pt idx="146">
                  <c:v>4.000000000000001E-3</c:v>
                </c:pt>
                <c:pt idx="147">
                  <c:v>3.6666666666666662E-3</c:v>
                </c:pt>
                <c:pt idx="148">
                  <c:v>3.0000000000000001E-3</c:v>
                </c:pt>
                <c:pt idx="149">
                  <c:v>2.6666666666666661E-3</c:v>
                </c:pt>
                <c:pt idx="150">
                  <c:v>3.3333333333333322E-3</c:v>
                </c:pt>
                <c:pt idx="151">
                  <c:v>3.0000000000000001E-3</c:v>
                </c:pt>
                <c:pt idx="152">
                  <c:v>4.000000000000001E-3</c:v>
                </c:pt>
                <c:pt idx="153">
                  <c:v>4.000000000000001E-3</c:v>
                </c:pt>
                <c:pt idx="154">
                  <c:v>3.666666666666667E-3</c:v>
                </c:pt>
                <c:pt idx="155">
                  <c:v>3.3333333333333331E-3</c:v>
                </c:pt>
                <c:pt idx="156">
                  <c:v>2.6666666666666661E-3</c:v>
                </c:pt>
                <c:pt idx="157">
                  <c:v>3.3333333333333331E-3</c:v>
                </c:pt>
                <c:pt idx="158">
                  <c:v>4.333333333333334E-3</c:v>
                </c:pt>
                <c:pt idx="159">
                  <c:v>3.0000000000000001E-3</c:v>
                </c:pt>
                <c:pt idx="160">
                  <c:v>2.3333333333333322E-3</c:v>
                </c:pt>
                <c:pt idx="161">
                  <c:v>3.3333333333333331E-3</c:v>
                </c:pt>
                <c:pt idx="162">
                  <c:v>3.666666666666667E-3</c:v>
                </c:pt>
                <c:pt idx="163">
                  <c:v>3.0000000000000001E-3</c:v>
                </c:pt>
                <c:pt idx="164">
                  <c:v>2.333333333333334E-3</c:v>
                </c:pt>
                <c:pt idx="165">
                  <c:v>2.333333333333334E-3</c:v>
                </c:pt>
                <c:pt idx="166">
                  <c:v>2.666666666666667E-3</c:v>
                </c:pt>
                <c:pt idx="167">
                  <c:v>3.0000000000000001E-3</c:v>
                </c:pt>
                <c:pt idx="168">
                  <c:v>2.0000000000000009E-3</c:v>
                </c:pt>
                <c:pt idx="169">
                  <c:v>2.3333333333333322E-3</c:v>
                </c:pt>
                <c:pt idx="170">
                  <c:v>3.9999999999999992E-3</c:v>
                </c:pt>
                <c:pt idx="171">
                  <c:v>3.9999999999999992E-3</c:v>
                </c:pt>
                <c:pt idx="172">
                  <c:v>3.3333333333333322E-3</c:v>
                </c:pt>
                <c:pt idx="173">
                  <c:v>3.0000000000000001E-3</c:v>
                </c:pt>
                <c:pt idx="174">
                  <c:v>2.333333333333334E-3</c:v>
                </c:pt>
                <c:pt idx="175">
                  <c:v>1.6666666666666666E-3</c:v>
                </c:pt>
                <c:pt idx="176">
                  <c:v>2.333333333333334E-3</c:v>
                </c:pt>
                <c:pt idx="177">
                  <c:v>3.666666666666667E-3</c:v>
                </c:pt>
                <c:pt idx="178">
                  <c:v>3.3333333333333331E-3</c:v>
                </c:pt>
                <c:pt idx="179">
                  <c:v>2.666666666666667E-3</c:v>
                </c:pt>
                <c:pt idx="180">
                  <c:v>2.333333333333334E-3</c:v>
                </c:pt>
                <c:pt idx="181">
                  <c:v>3.3333333333333331E-3</c:v>
                </c:pt>
                <c:pt idx="182">
                  <c:v>3.0000000000000001E-3</c:v>
                </c:pt>
                <c:pt idx="183">
                  <c:v>3.0000000000000001E-3</c:v>
                </c:pt>
                <c:pt idx="184">
                  <c:v>3.0000000000000001E-3</c:v>
                </c:pt>
                <c:pt idx="185">
                  <c:v>2.6666666666666661E-3</c:v>
                </c:pt>
                <c:pt idx="186">
                  <c:v>3.0000000000000001E-3</c:v>
                </c:pt>
                <c:pt idx="187">
                  <c:v>3.0000000000000009E-3</c:v>
                </c:pt>
                <c:pt idx="188">
                  <c:v>3.0000000000000001E-3</c:v>
                </c:pt>
                <c:pt idx="189">
                  <c:v>1.666666666666667E-3</c:v>
                </c:pt>
                <c:pt idx="190">
                  <c:v>9.9999999999999959E-4</c:v>
                </c:pt>
                <c:pt idx="191">
                  <c:v>6.6666666666666654E-4</c:v>
                </c:pt>
                <c:pt idx="192">
                  <c:v>2E-3</c:v>
                </c:pt>
                <c:pt idx="193">
                  <c:v>2.3333333333333331E-3</c:v>
                </c:pt>
                <c:pt idx="194">
                  <c:v>1.666666666666667E-3</c:v>
                </c:pt>
                <c:pt idx="195">
                  <c:v>2.9999999999999992E-3</c:v>
                </c:pt>
                <c:pt idx="196">
                  <c:v>3.0000000000000001E-3</c:v>
                </c:pt>
                <c:pt idx="197">
                  <c:v>2.333333333333334E-3</c:v>
                </c:pt>
                <c:pt idx="198">
                  <c:v>2E-3</c:v>
                </c:pt>
                <c:pt idx="199">
                  <c:v>2E-3</c:v>
                </c:pt>
                <c:pt idx="200">
                  <c:v>2E-3</c:v>
                </c:pt>
                <c:pt idx="201">
                  <c:v>3.6666666666666662E-3</c:v>
                </c:pt>
                <c:pt idx="202">
                  <c:v>3.3333333333333331E-3</c:v>
                </c:pt>
                <c:pt idx="203">
                  <c:v>3.6666666666666662E-3</c:v>
                </c:pt>
                <c:pt idx="204">
                  <c:v>3.0000000000000001E-3</c:v>
                </c:pt>
                <c:pt idx="205">
                  <c:v>3.3333333333333331E-3</c:v>
                </c:pt>
                <c:pt idx="206">
                  <c:v>3.3333333333333331E-3</c:v>
                </c:pt>
                <c:pt idx="207">
                  <c:v>2.6666666666666661E-3</c:v>
                </c:pt>
                <c:pt idx="208">
                  <c:v>2.666666666666667E-3</c:v>
                </c:pt>
                <c:pt idx="209">
                  <c:v>3.9999999999999992E-3</c:v>
                </c:pt>
                <c:pt idx="210">
                  <c:v>2.333333333333334E-3</c:v>
                </c:pt>
                <c:pt idx="211">
                  <c:v>2E-3</c:v>
                </c:pt>
                <c:pt idx="212">
                  <c:v>1.6666666666666666E-3</c:v>
                </c:pt>
                <c:pt idx="213">
                  <c:v>1.3333333333333326E-3</c:v>
                </c:pt>
                <c:pt idx="214">
                  <c:v>1.6666666666666666E-3</c:v>
                </c:pt>
                <c:pt idx="215">
                  <c:v>2.3333333333333331E-3</c:v>
                </c:pt>
                <c:pt idx="216">
                  <c:v>3.0000000000000001E-3</c:v>
                </c:pt>
                <c:pt idx="217">
                  <c:v>2.666666666666667E-3</c:v>
                </c:pt>
                <c:pt idx="218">
                  <c:v>3.3333333333333322E-3</c:v>
                </c:pt>
                <c:pt idx="219">
                  <c:v>2.6666666666666661E-3</c:v>
                </c:pt>
                <c:pt idx="220">
                  <c:v>1.3333333333333335E-3</c:v>
                </c:pt>
                <c:pt idx="221">
                  <c:v>2.333333333333334E-3</c:v>
                </c:pt>
                <c:pt idx="222">
                  <c:v>2.333333333333334E-3</c:v>
                </c:pt>
                <c:pt idx="223">
                  <c:v>4.000000000000001E-3</c:v>
                </c:pt>
                <c:pt idx="224">
                  <c:v>2.3333333333333331E-3</c:v>
                </c:pt>
                <c:pt idx="225">
                  <c:v>2.9999999999999992E-3</c:v>
                </c:pt>
                <c:pt idx="226">
                  <c:v>2.9999999999999992E-3</c:v>
                </c:pt>
                <c:pt idx="227">
                  <c:v>2.333333333333334E-3</c:v>
                </c:pt>
                <c:pt idx="228">
                  <c:v>2.3333333333333322E-3</c:v>
                </c:pt>
                <c:pt idx="229">
                  <c:v>1.3333333333333339E-3</c:v>
                </c:pt>
                <c:pt idx="230">
                  <c:v>1.666666666666667E-3</c:v>
                </c:pt>
                <c:pt idx="231">
                  <c:v>2.3333333333333331E-3</c:v>
                </c:pt>
                <c:pt idx="232">
                  <c:v>2.666666666666667E-3</c:v>
                </c:pt>
                <c:pt idx="233">
                  <c:v>2E-3</c:v>
                </c:pt>
                <c:pt idx="234">
                  <c:v>2.0000000000000009E-3</c:v>
                </c:pt>
                <c:pt idx="235">
                  <c:v>6.666666666666661E-4</c:v>
                </c:pt>
                <c:pt idx="236">
                  <c:v>1.6666666666666666E-3</c:v>
                </c:pt>
                <c:pt idx="237">
                  <c:v>1.6666666666666666E-3</c:v>
                </c:pt>
                <c:pt idx="238">
                  <c:v>3.3333333333333331E-3</c:v>
                </c:pt>
                <c:pt idx="239">
                  <c:v>1.6666666666666674E-3</c:v>
                </c:pt>
                <c:pt idx="240">
                  <c:v>1.6666666666666666E-3</c:v>
                </c:pt>
                <c:pt idx="241">
                  <c:v>2.6666666666666661E-3</c:v>
                </c:pt>
                <c:pt idx="242">
                  <c:v>2.6666666666666661E-3</c:v>
                </c:pt>
                <c:pt idx="243">
                  <c:v>4.3333333333333331E-3</c:v>
                </c:pt>
                <c:pt idx="244">
                  <c:v>4.3333333333333331E-3</c:v>
                </c:pt>
                <c:pt idx="245">
                  <c:v>4.000000000000001E-3</c:v>
                </c:pt>
                <c:pt idx="246">
                  <c:v>4.000000000000001E-3</c:v>
                </c:pt>
                <c:pt idx="247">
                  <c:v>2.333333333333334E-3</c:v>
                </c:pt>
                <c:pt idx="248">
                  <c:v>1.3333333333333339E-3</c:v>
                </c:pt>
                <c:pt idx="249">
                  <c:v>1.3333333333333335E-3</c:v>
                </c:pt>
                <c:pt idx="250">
                  <c:v>3.0000000000000001E-3</c:v>
                </c:pt>
                <c:pt idx="251">
                  <c:v>2E-3</c:v>
                </c:pt>
                <c:pt idx="252">
                  <c:v>2E-3</c:v>
                </c:pt>
                <c:pt idx="253">
                  <c:v>1.3333333333333335E-3</c:v>
                </c:pt>
                <c:pt idx="254">
                  <c:v>2.0000000000000009E-3</c:v>
                </c:pt>
                <c:pt idx="255">
                  <c:v>2.3333333333333331E-3</c:v>
                </c:pt>
                <c:pt idx="256">
                  <c:v>2.6666666666666661E-3</c:v>
                </c:pt>
                <c:pt idx="257">
                  <c:v>3.0000000000000001E-3</c:v>
                </c:pt>
                <c:pt idx="258">
                  <c:v>2.3333333333333331E-3</c:v>
                </c:pt>
                <c:pt idx="259">
                  <c:v>1.9999999999999992E-3</c:v>
                </c:pt>
                <c:pt idx="260">
                  <c:v>1.666666666666667E-3</c:v>
                </c:pt>
                <c:pt idx="261">
                  <c:v>3.3333333333333322E-3</c:v>
                </c:pt>
                <c:pt idx="262">
                  <c:v>1.6666666666666666E-3</c:v>
                </c:pt>
                <c:pt idx="263">
                  <c:v>2.3333333333333331E-3</c:v>
                </c:pt>
                <c:pt idx="264">
                  <c:v>1.3333333333333322E-3</c:v>
                </c:pt>
                <c:pt idx="265">
                  <c:v>9.9999999999999959E-4</c:v>
                </c:pt>
                <c:pt idx="266">
                  <c:v>1.6666666666666666E-3</c:v>
                </c:pt>
                <c:pt idx="267">
                  <c:v>2.666666666666667E-3</c:v>
                </c:pt>
                <c:pt idx="268">
                  <c:v>2E-3</c:v>
                </c:pt>
                <c:pt idx="269">
                  <c:v>1.3333333333333335E-3</c:v>
                </c:pt>
                <c:pt idx="270">
                  <c:v>6.6666666666666654E-4</c:v>
                </c:pt>
                <c:pt idx="271">
                  <c:v>-3.333333333333337E-4</c:v>
                </c:pt>
                <c:pt idx="272">
                  <c:v>0</c:v>
                </c:pt>
                <c:pt idx="273">
                  <c:v>6.666666666666674E-4</c:v>
                </c:pt>
                <c:pt idx="274">
                  <c:v>-6.6666666666666675E-4</c:v>
                </c:pt>
                <c:pt idx="275">
                  <c:v>0</c:v>
                </c:pt>
                <c:pt idx="276">
                  <c:v>2.6666666666666661E-3</c:v>
                </c:pt>
                <c:pt idx="277">
                  <c:v>2.3333333333333322E-3</c:v>
                </c:pt>
                <c:pt idx="278">
                  <c:v>1.3333333333333335E-3</c:v>
                </c:pt>
                <c:pt idx="279">
                  <c:v>3.3333333333333331E-3</c:v>
                </c:pt>
                <c:pt idx="280">
                  <c:v>3.666666666666667E-3</c:v>
                </c:pt>
                <c:pt idx="281">
                  <c:v>3.0000000000000001E-3</c:v>
                </c:pt>
                <c:pt idx="282">
                  <c:v>3.666666666666667E-3</c:v>
                </c:pt>
                <c:pt idx="283">
                  <c:v>6.666666666666674E-4</c:v>
                </c:pt>
                <c:pt idx="284">
                  <c:v>9.9999999999999959E-4</c:v>
                </c:pt>
                <c:pt idx="285">
                  <c:v>6.666666666666661E-4</c:v>
                </c:pt>
                <c:pt idx="286">
                  <c:v>1.3333333333333335E-3</c:v>
                </c:pt>
                <c:pt idx="287">
                  <c:v>1.3333333333333339E-3</c:v>
                </c:pt>
                <c:pt idx="288">
                  <c:v>-6.6666666666666675E-4</c:v>
                </c:pt>
                <c:pt idx="289">
                  <c:v>-3.3333333333333305E-4</c:v>
                </c:pt>
                <c:pt idx="290">
                  <c:v>3.3333333333333348E-4</c:v>
                </c:pt>
                <c:pt idx="291">
                  <c:v>1.3333333333333322E-3</c:v>
                </c:pt>
                <c:pt idx="292">
                  <c:v>9.9999999999999915E-4</c:v>
                </c:pt>
                <c:pt idx="293">
                  <c:v>1.6666666666666657E-3</c:v>
                </c:pt>
                <c:pt idx="294">
                  <c:v>9.9999999999999959E-4</c:v>
                </c:pt>
                <c:pt idx="295">
                  <c:v>1.666666666666667E-3</c:v>
                </c:pt>
                <c:pt idx="296">
                  <c:v>2E-3</c:v>
                </c:pt>
                <c:pt idx="297">
                  <c:v>1.6666666666666657E-3</c:v>
                </c:pt>
                <c:pt idx="298">
                  <c:v>-3.3333333333333305E-4</c:v>
                </c:pt>
                <c:pt idx="299">
                  <c:v>-9.999999999999998E-4</c:v>
                </c:pt>
                <c:pt idx="300">
                  <c:v>-3.333333333333337E-4</c:v>
                </c:pt>
                <c:pt idx="301">
                  <c:v>3.3333333333333305E-4</c:v>
                </c:pt>
                <c:pt idx="302">
                  <c:v>1.3333333333333339E-3</c:v>
                </c:pt>
                <c:pt idx="303">
                  <c:v>0</c:v>
                </c:pt>
                <c:pt idx="304">
                  <c:v>0</c:v>
                </c:pt>
                <c:pt idx="305">
                  <c:v>3.3333333333333262E-4</c:v>
                </c:pt>
                <c:pt idx="306">
                  <c:v>2E-3</c:v>
                </c:pt>
                <c:pt idx="307">
                  <c:v>1.3333333333333335E-3</c:v>
                </c:pt>
                <c:pt idx="308">
                  <c:v>3.3333333333333262E-4</c:v>
                </c:pt>
                <c:pt idx="309">
                  <c:v>6.666666666666674E-4</c:v>
                </c:pt>
                <c:pt idx="310">
                  <c:v>-3.333333333333324E-4</c:v>
                </c:pt>
                <c:pt idx="311">
                  <c:v>0</c:v>
                </c:pt>
                <c:pt idx="312">
                  <c:v>6.666666666666661E-4</c:v>
                </c:pt>
                <c:pt idx="313">
                  <c:v>0</c:v>
                </c:pt>
                <c:pt idx="314">
                  <c:v>-1.0000000000000002E-3</c:v>
                </c:pt>
                <c:pt idx="315">
                  <c:v>1.0000000000000005E-3</c:v>
                </c:pt>
                <c:pt idx="316">
                  <c:v>1.9999999999999992E-3</c:v>
                </c:pt>
                <c:pt idx="317">
                  <c:v>1.666666666666667E-3</c:v>
                </c:pt>
                <c:pt idx="318">
                  <c:v>1.3333333333333335E-3</c:v>
                </c:pt>
                <c:pt idx="319">
                  <c:v>6.6666666666666654E-4</c:v>
                </c:pt>
                <c:pt idx="320">
                  <c:v>-3.3333333333333305E-4</c:v>
                </c:pt>
                <c:pt idx="321">
                  <c:v>-3.333333333333337E-4</c:v>
                </c:pt>
                <c:pt idx="322">
                  <c:v>0</c:v>
                </c:pt>
                <c:pt idx="323">
                  <c:v>0</c:v>
                </c:pt>
                <c:pt idx="324">
                  <c:v>3.3333333333333305E-4</c:v>
                </c:pt>
                <c:pt idx="325">
                  <c:v>-6.6666666666666675E-4</c:v>
                </c:pt>
                <c:pt idx="326">
                  <c:v>0</c:v>
                </c:pt>
                <c:pt idx="327">
                  <c:v>-6.6666666666666719E-4</c:v>
                </c:pt>
                <c:pt idx="328">
                  <c:v>6.6666666666666654E-4</c:v>
                </c:pt>
                <c:pt idx="329">
                  <c:v>1.0000000000000009E-3</c:v>
                </c:pt>
                <c:pt idx="330">
                  <c:v>3.3333333333333348E-4</c:v>
                </c:pt>
                <c:pt idx="331">
                  <c:v>6.666666666666674E-4</c:v>
                </c:pt>
                <c:pt idx="332">
                  <c:v>-3.3333333333333305E-4</c:v>
                </c:pt>
                <c:pt idx="333">
                  <c:v>-6.6666666666666719E-4</c:v>
                </c:pt>
                <c:pt idx="334">
                  <c:v>-1.3333333333333335E-3</c:v>
                </c:pt>
                <c:pt idx="335">
                  <c:v>-1.3333333333333335E-3</c:v>
                </c:pt>
                <c:pt idx="336">
                  <c:v>2E-3</c:v>
                </c:pt>
                <c:pt idx="337">
                  <c:v>3.3333333333333331E-3</c:v>
                </c:pt>
                <c:pt idx="338">
                  <c:v>3.3333333333333348E-4</c:v>
                </c:pt>
                <c:pt idx="339">
                  <c:v>-6.666666666666661E-4</c:v>
                </c:pt>
                <c:pt idx="340">
                  <c:v>-2.3333333333333335E-3</c:v>
                </c:pt>
                <c:pt idx="341">
                  <c:v>-1.3333333333333335E-3</c:v>
                </c:pt>
                <c:pt idx="342">
                  <c:v>1.9999999999999992E-3</c:v>
                </c:pt>
                <c:pt idx="343">
                  <c:v>6.6666666666666654E-4</c:v>
                </c:pt>
                <c:pt idx="344">
                  <c:v>6.666666666666661E-4</c:v>
                </c:pt>
                <c:pt idx="345">
                  <c:v>-9.999999999999998E-4</c:v>
                </c:pt>
                <c:pt idx="346">
                  <c:v>-2.6666666666666666E-3</c:v>
                </c:pt>
                <c:pt idx="347">
                  <c:v>3.3333333333333262E-4</c:v>
                </c:pt>
                <c:pt idx="348">
                  <c:v>1.3333333333333335E-3</c:v>
                </c:pt>
                <c:pt idx="349">
                  <c:v>9.9999999999999959E-4</c:v>
                </c:pt>
                <c:pt idx="350">
                  <c:v>3.3333333333333348E-4</c:v>
                </c:pt>
                <c:pt idx="351">
                  <c:v>3.3333333333333348E-4</c:v>
                </c:pt>
                <c:pt idx="352">
                  <c:v>3.3333333333333348E-4</c:v>
                </c:pt>
                <c:pt idx="353">
                  <c:v>-1.3333333333333335E-3</c:v>
                </c:pt>
                <c:pt idx="354">
                  <c:v>-1.666666666666667E-3</c:v>
                </c:pt>
                <c:pt idx="355">
                  <c:v>-1.6666666666666663E-3</c:v>
                </c:pt>
                <c:pt idx="356">
                  <c:v>0</c:v>
                </c:pt>
                <c:pt idx="357">
                  <c:v>1.0000000000000005E-3</c:v>
                </c:pt>
                <c:pt idx="358">
                  <c:v>1.6666666666666666E-3</c:v>
                </c:pt>
                <c:pt idx="359">
                  <c:v>3.0000000000000001E-3</c:v>
                </c:pt>
                <c:pt idx="360">
                  <c:v>4.6666666666666679E-3</c:v>
                </c:pt>
                <c:pt idx="361">
                  <c:v>4.6666666666666653E-3</c:v>
                </c:pt>
                <c:pt idx="362">
                  <c:v>1.6666666666666666E-3</c:v>
                </c:pt>
                <c:pt idx="363">
                  <c:v>3.3333333333333348E-4</c:v>
                </c:pt>
                <c:pt idx="364">
                  <c:v>3.6666666666666662E-3</c:v>
                </c:pt>
                <c:pt idx="365">
                  <c:v>2E-3</c:v>
                </c:pt>
                <c:pt idx="366">
                  <c:v>-6.666666666666661E-4</c:v>
                </c:pt>
                <c:pt idx="367">
                  <c:v>6.6666666666666654E-4</c:v>
                </c:pt>
                <c:pt idx="368">
                  <c:v>6.6666666666666654E-4</c:v>
                </c:pt>
                <c:pt idx="369">
                  <c:v>6.6666666666666654E-4</c:v>
                </c:pt>
                <c:pt idx="370">
                  <c:v>2.3333333333333331E-3</c:v>
                </c:pt>
                <c:pt idx="371">
                  <c:v>6.6666666666666567E-4</c:v>
                </c:pt>
                <c:pt idx="372">
                  <c:v>9.9999999999999959E-4</c:v>
                </c:pt>
                <c:pt idx="373">
                  <c:v>1.0000000000000005E-3</c:v>
                </c:pt>
                <c:pt idx="374">
                  <c:v>1.3333333333333335E-3</c:v>
                </c:pt>
                <c:pt idx="375">
                  <c:v>-1.666666666666667E-3</c:v>
                </c:pt>
                <c:pt idx="376">
                  <c:v>-4.0000000000000001E-3</c:v>
                </c:pt>
                <c:pt idx="377">
                  <c:v>-1.6666666666666663E-3</c:v>
                </c:pt>
                <c:pt idx="378">
                  <c:v>-1.3333333333333326E-3</c:v>
                </c:pt>
                <c:pt idx="379">
                  <c:v>0</c:v>
                </c:pt>
                <c:pt idx="380">
                  <c:v>-1.666666666666667E-3</c:v>
                </c:pt>
                <c:pt idx="381">
                  <c:v>-1.3333333333333326E-3</c:v>
                </c:pt>
                <c:pt idx="382">
                  <c:v>-2E-3</c:v>
                </c:pt>
                <c:pt idx="383">
                  <c:v>-2.3333333333333335E-3</c:v>
                </c:pt>
                <c:pt idx="384">
                  <c:v>-1.3333333333333335E-3</c:v>
                </c:pt>
                <c:pt idx="385">
                  <c:v>-3.0000000000000001E-3</c:v>
                </c:pt>
                <c:pt idx="386">
                  <c:v>-2E-3</c:v>
                </c:pt>
                <c:pt idx="387">
                  <c:v>-2.6666666666666666E-3</c:v>
                </c:pt>
                <c:pt idx="388">
                  <c:v>-3.666666666666667E-3</c:v>
                </c:pt>
                <c:pt idx="389">
                  <c:v>-3.6666666666666662E-3</c:v>
                </c:pt>
                <c:pt idx="390">
                  <c:v>-5.333333333333334E-3</c:v>
                </c:pt>
                <c:pt idx="391">
                  <c:v>-4.3333333333333331E-3</c:v>
                </c:pt>
                <c:pt idx="392">
                  <c:v>-3.333333333333337E-4</c:v>
                </c:pt>
                <c:pt idx="393">
                  <c:v>0</c:v>
                </c:pt>
                <c:pt idx="394">
                  <c:v>-6.6666666666666675E-4</c:v>
                </c:pt>
                <c:pt idx="395">
                  <c:v>1.666666666666667E-3</c:v>
                </c:pt>
                <c:pt idx="396">
                  <c:v>1.3333333333333326E-3</c:v>
                </c:pt>
                <c:pt idx="397">
                  <c:v>-6.6666666666666675E-4</c:v>
                </c:pt>
                <c:pt idx="398">
                  <c:v>0</c:v>
                </c:pt>
                <c:pt idx="399">
                  <c:v>-3.333333333333324E-4</c:v>
                </c:pt>
                <c:pt idx="400">
                  <c:v>3.666666666666667E-3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6C-4EB6-98D9-A42253CFEB2E}"/>
            </c:ext>
          </c:extLst>
        </c:ser>
        <c:ser>
          <c:idx val="1"/>
          <c:order val="1"/>
          <c:tx>
            <c:strRef>
              <c:f>'Baseline Corrections'!$X$3</c:f>
              <c:strCache>
                <c:ptCount val="1"/>
                <c:pt idx="0">
                  <c:v>Bleach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Corrections'!$X$4:$X$404</c:f>
              <c:numCache>
                <c:formatCode>General</c:formatCode>
                <c:ptCount val="401"/>
                <c:pt idx="0">
                  <c:v>-1.7000000000000001E-2</c:v>
                </c:pt>
                <c:pt idx="1">
                  <c:v>-1.6333333333333332E-2</c:v>
                </c:pt>
                <c:pt idx="2">
                  <c:v>-1.7000000000000001E-2</c:v>
                </c:pt>
                <c:pt idx="3">
                  <c:v>-2.1666666666666667E-2</c:v>
                </c:pt>
                <c:pt idx="4">
                  <c:v>-1.4333333333333333E-2</c:v>
                </c:pt>
                <c:pt idx="5">
                  <c:v>-3.9999999999999983E-3</c:v>
                </c:pt>
                <c:pt idx="6">
                  <c:v>-4.6666666666666679E-3</c:v>
                </c:pt>
                <c:pt idx="7">
                  <c:v>-5.333333333333334E-3</c:v>
                </c:pt>
                <c:pt idx="8">
                  <c:v>-6.9999999999999984E-3</c:v>
                </c:pt>
                <c:pt idx="9">
                  <c:v>-1.2333333333333333E-2</c:v>
                </c:pt>
                <c:pt idx="10">
                  <c:v>-8.666666666666668E-3</c:v>
                </c:pt>
                <c:pt idx="11">
                  <c:v>-4.000000000000001E-3</c:v>
                </c:pt>
                <c:pt idx="12">
                  <c:v>-3.0000000000000001E-3</c:v>
                </c:pt>
                <c:pt idx="13">
                  <c:v>-1.3333333333333331E-3</c:v>
                </c:pt>
                <c:pt idx="14">
                  <c:v>1.3333333333333313E-3</c:v>
                </c:pt>
                <c:pt idx="15">
                  <c:v>6.666666666666661E-4</c:v>
                </c:pt>
                <c:pt idx="16">
                  <c:v>-6.6666666666666697E-4</c:v>
                </c:pt>
                <c:pt idx="17">
                  <c:v>-6.6666666666666784E-4</c:v>
                </c:pt>
                <c:pt idx="18">
                  <c:v>-2.6666666666666661E-3</c:v>
                </c:pt>
                <c:pt idx="19">
                  <c:v>-1.3333333333333339E-3</c:v>
                </c:pt>
                <c:pt idx="20">
                  <c:v>1.3333333333333331E-3</c:v>
                </c:pt>
                <c:pt idx="21">
                  <c:v>-3.3333333333333327E-3</c:v>
                </c:pt>
                <c:pt idx="22">
                  <c:v>-2E-3</c:v>
                </c:pt>
                <c:pt idx="23">
                  <c:v>1.6666666666666679E-3</c:v>
                </c:pt>
                <c:pt idx="24">
                  <c:v>6.666666666666661E-4</c:v>
                </c:pt>
                <c:pt idx="25">
                  <c:v>3.0000000000000001E-3</c:v>
                </c:pt>
                <c:pt idx="26">
                  <c:v>4.6666666666666653E-3</c:v>
                </c:pt>
                <c:pt idx="27">
                  <c:v>5.0000000000000018E-3</c:v>
                </c:pt>
                <c:pt idx="28">
                  <c:v>5.9999999999999993E-3</c:v>
                </c:pt>
                <c:pt idx="29">
                  <c:v>7.3333333333333315E-3</c:v>
                </c:pt>
                <c:pt idx="30">
                  <c:v>6.333333333333334E-3</c:v>
                </c:pt>
                <c:pt idx="31">
                  <c:v>6.666666666666661E-4</c:v>
                </c:pt>
                <c:pt idx="32">
                  <c:v>1.3333333333333331E-3</c:v>
                </c:pt>
                <c:pt idx="33">
                  <c:v>-6.6666666666666697E-4</c:v>
                </c:pt>
                <c:pt idx="34">
                  <c:v>-1.3333333333333322E-3</c:v>
                </c:pt>
                <c:pt idx="35">
                  <c:v>-2.6666666666666679E-3</c:v>
                </c:pt>
                <c:pt idx="36">
                  <c:v>-2.6666666666666661E-3</c:v>
                </c:pt>
                <c:pt idx="37">
                  <c:v>-1.0000000000000018E-3</c:v>
                </c:pt>
                <c:pt idx="38">
                  <c:v>-3.3333333333333479E-4</c:v>
                </c:pt>
                <c:pt idx="39">
                  <c:v>2.6666666666666653E-3</c:v>
                </c:pt>
                <c:pt idx="40">
                  <c:v>1.3333333333333331E-3</c:v>
                </c:pt>
                <c:pt idx="41">
                  <c:v>3.3333333333333305E-4</c:v>
                </c:pt>
                <c:pt idx="42">
                  <c:v>2.6666666666666653E-3</c:v>
                </c:pt>
                <c:pt idx="43">
                  <c:v>6.666666666666661E-4</c:v>
                </c:pt>
                <c:pt idx="44">
                  <c:v>3.6666666666666662E-3</c:v>
                </c:pt>
                <c:pt idx="45">
                  <c:v>-3.3333333333333305E-4</c:v>
                </c:pt>
                <c:pt idx="46">
                  <c:v>1.3333333333333331E-3</c:v>
                </c:pt>
                <c:pt idx="47">
                  <c:v>3.3333333333333331E-3</c:v>
                </c:pt>
                <c:pt idx="48">
                  <c:v>5.3333333333333332E-3</c:v>
                </c:pt>
                <c:pt idx="49">
                  <c:v>6.333333333333334E-3</c:v>
                </c:pt>
                <c:pt idx="50">
                  <c:v>5.9999999999999993E-3</c:v>
                </c:pt>
                <c:pt idx="51">
                  <c:v>8.0000000000000002E-3</c:v>
                </c:pt>
                <c:pt idx="52">
                  <c:v>1.0333333333333337E-2</c:v>
                </c:pt>
                <c:pt idx="53">
                  <c:v>1.0000000000000002E-2</c:v>
                </c:pt>
                <c:pt idx="54">
                  <c:v>8.3333333333333315E-3</c:v>
                </c:pt>
                <c:pt idx="55">
                  <c:v>6.333333333333334E-3</c:v>
                </c:pt>
                <c:pt idx="56">
                  <c:v>3.6666666666666644E-3</c:v>
                </c:pt>
                <c:pt idx="57">
                  <c:v>7.3333333333333315E-3</c:v>
                </c:pt>
                <c:pt idx="58">
                  <c:v>1.0333333333333333E-2</c:v>
                </c:pt>
                <c:pt idx="59">
                  <c:v>8.3333333333333315E-3</c:v>
                </c:pt>
                <c:pt idx="60">
                  <c:v>7.0000000000000001E-3</c:v>
                </c:pt>
                <c:pt idx="61">
                  <c:v>5.6666666666666679E-3</c:v>
                </c:pt>
                <c:pt idx="62">
                  <c:v>5.9999999999999975E-3</c:v>
                </c:pt>
                <c:pt idx="63">
                  <c:v>5.9999999999999975E-3</c:v>
                </c:pt>
                <c:pt idx="64">
                  <c:v>4.6666666666666671E-3</c:v>
                </c:pt>
                <c:pt idx="65">
                  <c:v>3.3333333333333314E-3</c:v>
                </c:pt>
                <c:pt idx="66">
                  <c:v>3.3333333333333348E-3</c:v>
                </c:pt>
                <c:pt idx="67">
                  <c:v>3.3333333333333348E-3</c:v>
                </c:pt>
                <c:pt idx="68">
                  <c:v>4.000000000000001E-3</c:v>
                </c:pt>
                <c:pt idx="69">
                  <c:v>4.000000000000001E-3</c:v>
                </c:pt>
                <c:pt idx="70">
                  <c:v>1.6666666666666661E-3</c:v>
                </c:pt>
                <c:pt idx="71">
                  <c:v>2.3333333333333322E-3</c:v>
                </c:pt>
                <c:pt idx="72">
                  <c:v>4.000000000000001E-3</c:v>
                </c:pt>
                <c:pt idx="73">
                  <c:v>4.333333333333334E-3</c:v>
                </c:pt>
                <c:pt idx="74">
                  <c:v>4.333333333333334E-3</c:v>
                </c:pt>
                <c:pt idx="75">
                  <c:v>4.0000000000000027E-3</c:v>
                </c:pt>
                <c:pt idx="76">
                  <c:v>1.3333333333333331E-3</c:v>
                </c:pt>
                <c:pt idx="77">
                  <c:v>1.9999999999999992E-3</c:v>
                </c:pt>
                <c:pt idx="78">
                  <c:v>2.333333333333334E-3</c:v>
                </c:pt>
                <c:pt idx="79">
                  <c:v>2.666666666666667E-3</c:v>
                </c:pt>
                <c:pt idx="80">
                  <c:v>3.0000000000000001E-3</c:v>
                </c:pt>
                <c:pt idx="81">
                  <c:v>1.9999999999999992E-3</c:v>
                </c:pt>
                <c:pt idx="82">
                  <c:v>2.666666666666667E-3</c:v>
                </c:pt>
                <c:pt idx="83">
                  <c:v>3.3333333333333305E-4</c:v>
                </c:pt>
                <c:pt idx="84">
                  <c:v>2.0000000000000009E-3</c:v>
                </c:pt>
                <c:pt idx="85">
                  <c:v>1E-3</c:v>
                </c:pt>
                <c:pt idx="86">
                  <c:v>6.666666666666661E-4</c:v>
                </c:pt>
                <c:pt idx="87">
                  <c:v>6.666666666666661E-4</c:v>
                </c:pt>
                <c:pt idx="88">
                  <c:v>1.9999999999999992E-3</c:v>
                </c:pt>
                <c:pt idx="89">
                  <c:v>1.9999999999999992E-3</c:v>
                </c:pt>
                <c:pt idx="90">
                  <c:v>1.3333333333333331E-3</c:v>
                </c:pt>
                <c:pt idx="91">
                  <c:v>-1.3333333333333339E-3</c:v>
                </c:pt>
                <c:pt idx="92">
                  <c:v>6.666666666666661E-4</c:v>
                </c:pt>
                <c:pt idx="93">
                  <c:v>2.333333333333334E-3</c:v>
                </c:pt>
                <c:pt idx="94">
                  <c:v>2.6666666666666653E-3</c:v>
                </c:pt>
                <c:pt idx="95">
                  <c:v>3.3333333333333305E-4</c:v>
                </c:pt>
                <c:pt idx="96">
                  <c:v>0</c:v>
                </c:pt>
                <c:pt idx="97">
                  <c:v>-1.0000000000000009E-3</c:v>
                </c:pt>
                <c:pt idx="98">
                  <c:v>-9.9999999999999915E-4</c:v>
                </c:pt>
                <c:pt idx="99">
                  <c:v>-6.666666666666661E-4</c:v>
                </c:pt>
                <c:pt idx="100">
                  <c:v>-6.6666666666666697E-4</c:v>
                </c:pt>
                <c:pt idx="101">
                  <c:v>-9.9999999999999915E-4</c:v>
                </c:pt>
                <c:pt idx="102">
                  <c:v>-1.666666666666667E-3</c:v>
                </c:pt>
                <c:pt idx="103">
                  <c:v>-1.666666666666667E-3</c:v>
                </c:pt>
                <c:pt idx="104">
                  <c:v>-1.3333333333333331E-3</c:v>
                </c:pt>
                <c:pt idx="105">
                  <c:v>-1.666666666666667E-3</c:v>
                </c:pt>
                <c:pt idx="106">
                  <c:v>-6.6666666666666697E-4</c:v>
                </c:pt>
                <c:pt idx="107">
                  <c:v>-1.0000000000000009E-3</c:v>
                </c:pt>
                <c:pt idx="108">
                  <c:v>3.3333333333333305E-4</c:v>
                </c:pt>
                <c:pt idx="109">
                  <c:v>-3.3333333333333479E-4</c:v>
                </c:pt>
                <c:pt idx="110">
                  <c:v>-6.666666666666661E-4</c:v>
                </c:pt>
                <c:pt idx="111">
                  <c:v>-1.666666666666667E-3</c:v>
                </c:pt>
                <c:pt idx="112">
                  <c:v>0</c:v>
                </c:pt>
                <c:pt idx="113">
                  <c:v>3.3333333333333305E-4</c:v>
                </c:pt>
                <c:pt idx="114">
                  <c:v>-9.9999999999999915E-4</c:v>
                </c:pt>
                <c:pt idx="115">
                  <c:v>-6.6666666666666697E-4</c:v>
                </c:pt>
                <c:pt idx="116">
                  <c:v>-1.3333333333333331E-3</c:v>
                </c:pt>
                <c:pt idx="117">
                  <c:v>-9.9999999999999915E-4</c:v>
                </c:pt>
                <c:pt idx="118">
                  <c:v>-1.3333333333333331E-3</c:v>
                </c:pt>
                <c:pt idx="119">
                  <c:v>-3.3333333333333305E-4</c:v>
                </c:pt>
                <c:pt idx="120">
                  <c:v>-2.3333333333333331E-3</c:v>
                </c:pt>
                <c:pt idx="121">
                  <c:v>-3.3333333333333335E-3</c:v>
                </c:pt>
                <c:pt idx="122">
                  <c:v>-2.6666666666666661E-3</c:v>
                </c:pt>
                <c:pt idx="123">
                  <c:v>-2.3333333333333348E-3</c:v>
                </c:pt>
                <c:pt idx="124">
                  <c:v>-1.9999999999999992E-3</c:v>
                </c:pt>
                <c:pt idx="125">
                  <c:v>-2E-3</c:v>
                </c:pt>
                <c:pt idx="126">
                  <c:v>-2.666666666666667E-3</c:v>
                </c:pt>
                <c:pt idx="127">
                  <c:v>-2E-3</c:v>
                </c:pt>
                <c:pt idx="128">
                  <c:v>-2.3333333333333331E-3</c:v>
                </c:pt>
                <c:pt idx="129">
                  <c:v>-1.666666666666667E-3</c:v>
                </c:pt>
                <c:pt idx="130">
                  <c:v>-6.6666666666666697E-4</c:v>
                </c:pt>
                <c:pt idx="131">
                  <c:v>-1.0000000000000009E-3</c:v>
                </c:pt>
                <c:pt idx="132">
                  <c:v>-1.666666666666667E-3</c:v>
                </c:pt>
                <c:pt idx="133">
                  <c:v>-2.3333333333333331E-3</c:v>
                </c:pt>
                <c:pt idx="134">
                  <c:v>-1.666666666666667E-3</c:v>
                </c:pt>
                <c:pt idx="135">
                  <c:v>-9.9999999999999915E-4</c:v>
                </c:pt>
                <c:pt idx="136">
                  <c:v>-1.3333333333333331E-3</c:v>
                </c:pt>
                <c:pt idx="137">
                  <c:v>-1.666666666666667E-3</c:v>
                </c:pt>
                <c:pt idx="138">
                  <c:v>-9.9999999999999915E-4</c:v>
                </c:pt>
                <c:pt idx="139">
                  <c:v>-2.3333333333333331E-3</c:v>
                </c:pt>
                <c:pt idx="140">
                  <c:v>-1.3333333333333331E-3</c:v>
                </c:pt>
                <c:pt idx="141">
                  <c:v>-1.3333333333333331E-3</c:v>
                </c:pt>
                <c:pt idx="142">
                  <c:v>-2.3333333333333331E-3</c:v>
                </c:pt>
                <c:pt idx="143">
                  <c:v>-3.3333333333333335E-3</c:v>
                </c:pt>
                <c:pt idx="144">
                  <c:v>-3.0000000000000001E-3</c:v>
                </c:pt>
                <c:pt idx="145">
                  <c:v>-2.666666666666667E-3</c:v>
                </c:pt>
                <c:pt idx="146">
                  <c:v>-2E-3</c:v>
                </c:pt>
                <c:pt idx="147">
                  <c:v>-2.3333333333333331E-3</c:v>
                </c:pt>
                <c:pt idx="148">
                  <c:v>-1.666666666666667E-3</c:v>
                </c:pt>
                <c:pt idx="149">
                  <c:v>-2E-3</c:v>
                </c:pt>
                <c:pt idx="150">
                  <c:v>-2E-3</c:v>
                </c:pt>
                <c:pt idx="151">
                  <c:v>-3.0000000000000001E-3</c:v>
                </c:pt>
                <c:pt idx="152">
                  <c:v>-3.0000000000000001E-3</c:v>
                </c:pt>
                <c:pt idx="153">
                  <c:v>-1.666666666666667E-3</c:v>
                </c:pt>
                <c:pt idx="154">
                  <c:v>-1.666666666666667E-3</c:v>
                </c:pt>
                <c:pt idx="155">
                  <c:v>-1.666666666666667E-3</c:v>
                </c:pt>
                <c:pt idx="156">
                  <c:v>-1.666666666666667E-3</c:v>
                </c:pt>
                <c:pt idx="157">
                  <c:v>-1.9999999999999992E-3</c:v>
                </c:pt>
                <c:pt idx="158">
                  <c:v>-2E-3</c:v>
                </c:pt>
                <c:pt idx="159">
                  <c:v>-1.666666666666667E-3</c:v>
                </c:pt>
                <c:pt idx="160">
                  <c:v>-1.3333333333333331E-3</c:v>
                </c:pt>
                <c:pt idx="161">
                  <c:v>-2.6666666666666661E-3</c:v>
                </c:pt>
                <c:pt idx="162">
                  <c:v>-2E-3</c:v>
                </c:pt>
                <c:pt idx="163">
                  <c:v>-1.666666666666667E-3</c:v>
                </c:pt>
                <c:pt idx="164">
                  <c:v>-1.3333333333333339E-3</c:v>
                </c:pt>
                <c:pt idx="165">
                  <c:v>-2.3333333333333331E-3</c:v>
                </c:pt>
                <c:pt idx="166">
                  <c:v>-2.3333333333333331E-3</c:v>
                </c:pt>
                <c:pt idx="167">
                  <c:v>-1.666666666666667E-3</c:v>
                </c:pt>
                <c:pt idx="168">
                  <c:v>-2.3333333333333331E-3</c:v>
                </c:pt>
                <c:pt idx="169">
                  <c:v>-2E-3</c:v>
                </c:pt>
                <c:pt idx="170">
                  <c:v>-1.0000000000000009E-3</c:v>
                </c:pt>
                <c:pt idx="171">
                  <c:v>-1.666666666666667E-3</c:v>
                </c:pt>
                <c:pt idx="172">
                  <c:v>-1.666666666666667E-3</c:v>
                </c:pt>
                <c:pt idx="173">
                  <c:v>-2.333333333333334E-3</c:v>
                </c:pt>
                <c:pt idx="174">
                  <c:v>-1.3333333333333339E-3</c:v>
                </c:pt>
                <c:pt idx="175">
                  <c:v>-2.3333333333333331E-3</c:v>
                </c:pt>
                <c:pt idx="176">
                  <c:v>-1.666666666666667E-3</c:v>
                </c:pt>
                <c:pt idx="177">
                  <c:v>-1.0000000000000009E-3</c:v>
                </c:pt>
                <c:pt idx="178">
                  <c:v>-1.666666666666667E-3</c:v>
                </c:pt>
                <c:pt idx="179">
                  <c:v>-1.0000000000000009E-3</c:v>
                </c:pt>
                <c:pt idx="180">
                  <c:v>-1.3333333333333331E-3</c:v>
                </c:pt>
                <c:pt idx="181">
                  <c:v>-1.3333333333333331E-3</c:v>
                </c:pt>
                <c:pt idx="182">
                  <c:v>-9.9999999999999915E-4</c:v>
                </c:pt>
                <c:pt idx="183">
                  <c:v>-1.666666666666667E-3</c:v>
                </c:pt>
                <c:pt idx="184">
                  <c:v>-6.6666666666666697E-4</c:v>
                </c:pt>
                <c:pt idx="185">
                  <c:v>-1.666666666666667E-3</c:v>
                </c:pt>
                <c:pt idx="186">
                  <c:v>-3.3333333333333479E-4</c:v>
                </c:pt>
                <c:pt idx="187">
                  <c:v>-1.3333333333333331E-3</c:v>
                </c:pt>
                <c:pt idx="188">
                  <c:v>-1.3333333333333331E-3</c:v>
                </c:pt>
                <c:pt idx="189">
                  <c:v>-1.666666666666667E-3</c:v>
                </c:pt>
                <c:pt idx="190">
                  <c:v>-1.666666666666667E-3</c:v>
                </c:pt>
                <c:pt idx="191">
                  <c:v>-2.3333333333333331E-3</c:v>
                </c:pt>
                <c:pt idx="192">
                  <c:v>-2E-3</c:v>
                </c:pt>
                <c:pt idx="193">
                  <c:v>-9.9999999999999915E-4</c:v>
                </c:pt>
                <c:pt idx="194">
                  <c:v>-1.3333333333333331E-3</c:v>
                </c:pt>
                <c:pt idx="195">
                  <c:v>-6.6666666666666784E-4</c:v>
                </c:pt>
                <c:pt idx="196">
                  <c:v>0</c:v>
                </c:pt>
                <c:pt idx="197">
                  <c:v>-6.666666666666661E-4</c:v>
                </c:pt>
                <c:pt idx="198">
                  <c:v>-1.0000000000000009E-3</c:v>
                </c:pt>
                <c:pt idx="199">
                  <c:v>-1.666666666666667E-3</c:v>
                </c:pt>
                <c:pt idx="200">
                  <c:v>-2E-3</c:v>
                </c:pt>
                <c:pt idx="201">
                  <c:v>-1.0000000000000009E-3</c:v>
                </c:pt>
                <c:pt idx="202">
                  <c:v>-1.0000000000000009E-3</c:v>
                </c:pt>
                <c:pt idx="203">
                  <c:v>-1.0000000000000009E-3</c:v>
                </c:pt>
                <c:pt idx="204">
                  <c:v>-1.666666666666667E-3</c:v>
                </c:pt>
                <c:pt idx="205">
                  <c:v>-2E-3</c:v>
                </c:pt>
                <c:pt idx="206">
                  <c:v>-2E-3</c:v>
                </c:pt>
                <c:pt idx="207">
                  <c:v>-2E-3</c:v>
                </c:pt>
                <c:pt idx="208">
                  <c:v>-2.9999999999999992E-3</c:v>
                </c:pt>
                <c:pt idx="209">
                  <c:v>-2E-3</c:v>
                </c:pt>
                <c:pt idx="210">
                  <c:v>-2.6666666666666661E-3</c:v>
                </c:pt>
                <c:pt idx="211">
                  <c:v>-3.3333333333333335E-3</c:v>
                </c:pt>
                <c:pt idx="212">
                  <c:v>-3.0000000000000001E-3</c:v>
                </c:pt>
                <c:pt idx="213">
                  <c:v>-2.6666666666666661E-3</c:v>
                </c:pt>
                <c:pt idx="214">
                  <c:v>-2E-3</c:v>
                </c:pt>
                <c:pt idx="215">
                  <c:v>-1.0000000000000009E-3</c:v>
                </c:pt>
                <c:pt idx="216">
                  <c:v>-3.3333333333333479E-4</c:v>
                </c:pt>
                <c:pt idx="217">
                  <c:v>0</c:v>
                </c:pt>
                <c:pt idx="218">
                  <c:v>-6.6666666666666697E-4</c:v>
                </c:pt>
                <c:pt idx="219">
                  <c:v>-6.666666666666661E-4</c:v>
                </c:pt>
                <c:pt idx="220">
                  <c:v>-2E-3</c:v>
                </c:pt>
                <c:pt idx="221">
                  <c:v>-2.333333333333334E-3</c:v>
                </c:pt>
                <c:pt idx="222">
                  <c:v>-2.6666666666666661E-3</c:v>
                </c:pt>
                <c:pt idx="223">
                  <c:v>-1.0000000000000009E-3</c:v>
                </c:pt>
                <c:pt idx="224">
                  <c:v>-2.333333333333334E-3</c:v>
                </c:pt>
                <c:pt idx="225">
                  <c:v>-1.6666666666666679E-3</c:v>
                </c:pt>
                <c:pt idx="226">
                  <c:v>-1.0000000000000009E-3</c:v>
                </c:pt>
                <c:pt idx="227">
                  <c:v>-1.666666666666667E-3</c:v>
                </c:pt>
                <c:pt idx="228">
                  <c:v>-1.0000000000000009E-3</c:v>
                </c:pt>
                <c:pt idx="229">
                  <c:v>-1.6666666666666679E-3</c:v>
                </c:pt>
                <c:pt idx="230">
                  <c:v>-2.3333333333333331E-3</c:v>
                </c:pt>
                <c:pt idx="231">
                  <c:v>-2E-3</c:v>
                </c:pt>
                <c:pt idx="232">
                  <c:v>-1.3333333333333339E-3</c:v>
                </c:pt>
                <c:pt idx="233">
                  <c:v>-1.666666666666667E-3</c:v>
                </c:pt>
                <c:pt idx="234">
                  <c:v>-1.0000000000000009E-3</c:v>
                </c:pt>
                <c:pt idx="235">
                  <c:v>-1.6666666666666679E-3</c:v>
                </c:pt>
                <c:pt idx="236">
                  <c:v>-6.6666666666666697E-4</c:v>
                </c:pt>
                <c:pt idx="237">
                  <c:v>-1.0000000000000009E-3</c:v>
                </c:pt>
                <c:pt idx="238">
                  <c:v>-3.3333333333333305E-4</c:v>
                </c:pt>
                <c:pt idx="239">
                  <c:v>-1.666666666666667E-3</c:v>
                </c:pt>
                <c:pt idx="240">
                  <c:v>-1.0000000000000009E-3</c:v>
                </c:pt>
                <c:pt idx="241">
                  <c:v>-9.9999999999999915E-4</c:v>
                </c:pt>
                <c:pt idx="242">
                  <c:v>-1.666666666666667E-3</c:v>
                </c:pt>
                <c:pt idx="243">
                  <c:v>-6.6666666666666697E-4</c:v>
                </c:pt>
                <c:pt idx="244">
                  <c:v>-2E-3</c:v>
                </c:pt>
                <c:pt idx="245">
                  <c:v>-3.3333333333333305E-4</c:v>
                </c:pt>
                <c:pt idx="246">
                  <c:v>3.3333333333333392E-4</c:v>
                </c:pt>
                <c:pt idx="247">
                  <c:v>-2.333333333333334E-3</c:v>
                </c:pt>
                <c:pt idx="248">
                  <c:v>-2.6666666666666679E-3</c:v>
                </c:pt>
                <c:pt idx="249">
                  <c:v>-2.6666666666666661E-3</c:v>
                </c:pt>
                <c:pt idx="250">
                  <c:v>-1.3333333333333331E-3</c:v>
                </c:pt>
                <c:pt idx="251">
                  <c:v>-1.666666666666667E-3</c:v>
                </c:pt>
                <c:pt idx="252">
                  <c:v>-1.3333333333333339E-3</c:v>
                </c:pt>
                <c:pt idx="253">
                  <c:v>-6.6666666666666697E-4</c:v>
                </c:pt>
                <c:pt idx="254">
                  <c:v>-1.3333333333333331E-3</c:v>
                </c:pt>
                <c:pt idx="255">
                  <c:v>-1.666666666666667E-3</c:v>
                </c:pt>
                <c:pt idx="256">
                  <c:v>-9.9999999999999915E-4</c:v>
                </c:pt>
                <c:pt idx="257">
                  <c:v>-3.3333333333333305E-4</c:v>
                </c:pt>
                <c:pt idx="258">
                  <c:v>6.666666666666661E-4</c:v>
                </c:pt>
                <c:pt idx="259">
                  <c:v>-1.3333333333333331E-3</c:v>
                </c:pt>
                <c:pt idx="260">
                  <c:v>-3.3333333333333218E-4</c:v>
                </c:pt>
                <c:pt idx="261">
                  <c:v>3.3333333333333305E-4</c:v>
                </c:pt>
                <c:pt idx="262">
                  <c:v>-3.3333333333333479E-4</c:v>
                </c:pt>
                <c:pt idx="263">
                  <c:v>0</c:v>
                </c:pt>
                <c:pt idx="264">
                  <c:v>-6.6666666666666697E-4</c:v>
                </c:pt>
                <c:pt idx="265">
                  <c:v>-2.333333333333334E-3</c:v>
                </c:pt>
                <c:pt idx="266">
                  <c:v>-9.9999999999999915E-4</c:v>
                </c:pt>
                <c:pt idx="267">
                  <c:v>-9.9999999999999915E-4</c:v>
                </c:pt>
                <c:pt idx="268">
                  <c:v>-9.9999999999999915E-4</c:v>
                </c:pt>
                <c:pt idx="269">
                  <c:v>-1.666666666666667E-3</c:v>
                </c:pt>
                <c:pt idx="270">
                  <c:v>-9.9999999999999915E-4</c:v>
                </c:pt>
                <c:pt idx="271">
                  <c:v>0</c:v>
                </c:pt>
                <c:pt idx="272">
                  <c:v>-1.0000000000000009E-3</c:v>
                </c:pt>
                <c:pt idx="273">
                  <c:v>3.3333333333333392E-4</c:v>
                </c:pt>
                <c:pt idx="274">
                  <c:v>0</c:v>
                </c:pt>
                <c:pt idx="275">
                  <c:v>-6.6666666666666697E-4</c:v>
                </c:pt>
                <c:pt idx="276">
                  <c:v>1E-3</c:v>
                </c:pt>
                <c:pt idx="277">
                  <c:v>9.9999999999999829E-4</c:v>
                </c:pt>
                <c:pt idx="278">
                  <c:v>1E-3</c:v>
                </c:pt>
                <c:pt idx="279">
                  <c:v>1.3333333333333331E-3</c:v>
                </c:pt>
                <c:pt idx="280">
                  <c:v>1.3333333333333331E-3</c:v>
                </c:pt>
                <c:pt idx="281">
                  <c:v>1.6666666666666661E-3</c:v>
                </c:pt>
                <c:pt idx="282">
                  <c:v>3.0000000000000001E-3</c:v>
                </c:pt>
                <c:pt idx="283">
                  <c:v>0</c:v>
                </c:pt>
                <c:pt idx="284">
                  <c:v>-3.3333333333333305E-4</c:v>
                </c:pt>
                <c:pt idx="285">
                  <c:v>1.3333333333333331E-3</c:v>
                </c:pt>
                <c:pt idx="286">
                  <c:v>1E-3</c:v>
                </c:pt>
                <c:pt idx="287">
                  <c:v>-3.3333333333333305E-4</c:v>
                </c:pt>
                <c:pt idx="288">
                  <c:v>-6.6666666666666697E-4</c:v>
                </c:pt>
                <c:pt idx="289">
                  <c:v>-3.3333333333333305E-4</c:v>
                </c:pt>
                <c:pt idx="290">
                  <c:v>6.666666666666661E-4</c:v>
                </c:pt>
                <c:pt idx="291">
                  <c:v>-3.3333333333333479E-4</c:v>
                </c:pt>
                <c:pt idx="292">
                  <c:v>-3.3333333333333479E-4</c:v>
                </c:pt>
                <c:pt idx="293">
                  <c:v>1E-3</c:v>
                </c:pt>
                <c:pt idx="294">
                  <c:v>0</c:v>
                </c:pt>
                <c:pt idx="295">
                  <c:v>3.3333333333333305E-4</c:v>
                </c:pt>
                <c:pt idx="296">
                  <c:v>-1.3333333333333339E-3</c:v>
                </c:pt>
                <c:pt idx="297">
                  <c:v>-1.0000000000000009E-3</c:v>
                </c:pt>
                <c:pt idx="298">
                  <c:v>-3.3333333333333305E-4</c:v>
                </c:pt>
                <c:pt idx="299">
                  <c:v>6.666666666666661E-4</c:v>
                </c:pt>
                <c:pt idx="300">
                  <c:v>1E-3</c:v>
                </c:pt>
                <c:pt idx="301">
                  <c:v>2.333333333333334E-3</c:v>
                </c:pt>
                <c:pt idx="302">
                  <c:v>1.9999999999999992E-3</c:v>
                </c:pt>
                <c:pt idx="303">
                  <c:v>1.6666666666666661E-3</c:v>
                </c:pt>
                <c:pt idx="304">
                  <c:v>3.3333333333333305E-4</c:v>
                </c:pt>
                <c:pt idx="305">
                  <c:v>1E-3</c:v>
                </c:pt>
                <c:pt idx="306">
                  <c:v>6.666666666666661E-4</c:v>
                </c:pt>
                <c:pt idx="307">
                  <c:v>2.0000000000000009E-3</c:v>
                </c:pt>
                <c:pt idx="308">
                  <c:v>3.3333333333333392E-4</c:v>
                </c:pt>
                <c:pt idx="309">
                  <c:v>1.3333333333333331E-3</c:v>
                </c:pt>
                <c:pt idx="310">
                  <c:v>3.3333333333333305E-4</c:v>
                </c:pt>
                <c:pt idx="311">
                  <c:v>1.3333333333333331E-3</c:v>
                </c:pt>
                <c:pt idx="312">
                  <c:v>1E-3</c:v>
                </c:pt>
                <c:pt idx="313">
                  <c:v>0</c:v>
                </c:pt>
                <c:pt idx="314">
                  <c:v>3.3333333333333305E-4</c:v>
                </c:pt>
                <c:pt idx="315">
                  <c:v>2.0000000000000009E-3</c:v>
                </c:pt>
                <c:pt idx="316">
                  <c:v>2.333333333333334E-3</c:v>
                </c:pt>
                <c:pt idx="317">
                  <c:v>2.333333333333334E-3</c:v>
                </c:pt>
                <c:pt idx="318">
                  <c:v>1.9999999999999992E-3</c:v>
                </c:pt>
                <c:pt idx="319">
                  <c:v>0</c:v>
                </c:pt>
                <c:pt idx="320">
                  <c:v>-1.3333333333333331E-3</c:v>
                </c:pt>
                <c:pt idx="321">
                  <c:v>-6.666666666666661E-4</c:v>
                </c:pt>
                <c:pt idx="322">
                  <c:v>3.3333333333333305E-4</c:v>
                </c:pt>
                <c:pt idx="323">
                  <c:v>-1.3333333333333331E-3</c:v>
                </c:pt>
                <c:pt idx="324">
                  <c:v>-6.666666666666661E-4</c:v>
                </c:pt>
                <c:pt idx="325">
                  <c:v>-9.9999999999999915E-4</c:v>
                </c:pt>
                <c:pt idx="326">
                  <c:v>1E-3</c:v>
                </c:pt>
                <c:pt idx="327">
                  <c:v>1.6666666666666679E-3</c:v>
                </c:pt>
                <c:pt idx="328">
                  <c:v>1.6666666666666679E-3</c:v>
                </c:pt>
                <c:pt idx="329">
                  <c:v>3.0000000000000001E-3</c:v>
                </c:pt>
                <c:pt idx="330">
                  <c:v>3.3333333333333305E-4</c:v>
                </c:pt>
                <c:pt idx="331">
                  <c:v>3.6666666666666662E-3</c:v>
                </c:pt>
                <c:pt idx="332">
                  <c:v>2.333333333333334E-3</c:v>
                </c:pt>
                <c:pt idx="333">
                  <c:v>0</c:v>
                </c:pt>
                <c:pt idx="334">
                  <c:v>1.9999999999999992E-3</c:v>
                </c:pt>
                <c:pt idx="335">
                  <c:v>1.6666666666666679E-3</c:v>
                </c:pt>
                <c:pt idx="336">
                  <c:v>4.000000000000001E-3</c:v>
                </c:pt>
                <c:pt idx="337">
                  <c:v>4.9999999999999984E-3</c:v>
                </c:pt>
                <c:pt idx="338">
                  <c:v>1.6666666666666679E-3</c:v>
                </c:pt>
                <c:pt idx="339">
                  <c:v>1.3333333333333331E-3</c:v>
                </c:pt>
                <c:pt idx="340">
                  <c:v>0</c:v>
                </c:pt>
                <c:pt idx="341">
                  <c:v>1E-3</c:v>
                </c:pt>
                <c:pt idx="342">
                  <c:v>3.6666666666666696E-3</c:v>
                </c:pt>
                <c:pt idx="343">
                  <c:v>3.3333333333333331E-3</c:v>
                </c:pt>
                <c:pt idx="344">
                  <c:v>1.3333333333333331E-3</c:v>
                </c:pt>
                <c:pt idx="345">
                  <c:v>2.6666666666666687E-3</c:v>
                </c:pt>
                <c:pt idx="346">
                  <c:v>3.0000000000000001E-3</c:v>
                </c:pt>
                <c:pt idx="347">
                  <c:v>3.3333333333333348E-3</c:v>
                </c:pt>
                <c:pt idx="348">
                  <c:v>3.3333333333333348E-3</c:v>
                </c:pt>
                <c:pt idx="349">
                  <c:v>3.6666666666666662E-3</c:v>
                </c:pt>
                <c:pt idx="350">
                  <c:v>2.6666666666666653E-3</c:v>
                </c:pt>
                <c:pt idx="351">
                  <c:v>1.9999999999999992E-3</c:v>
                </c:pt>
                <c:pt idx="352">
                  <c:v>1.3333333333333331E-3</c:v>
                </c:pt>
                <c:pt idx="353">
                  <c:v>0</c:v>
                </c:pt>
                <c:pt idx="354">
                  <c:v>-3.0000000000000001E-3</c:v>
                </c:pt>
                <c:pt idx="355">
                  <c:v>-2.3333333333333331E-3</c:v>
                </c:pt>
                <c:pt idx="356">
                  <c:v>-9.9999999999999915E-4</c:v>
                </c:pt>
                <c:pt idx="357">
                  <c:v>1.3333333333333331E-3</c:v>
                </c:pt>
                <c:pt idx="358">
                  <c:v>6.6666666666666784E-4</c:v>
                </c:pt>
                <c:pt idx="359">
                  <c:v>2.3333333333333322E-3</c:v>
                </c:pt>
                <c:pt idx="360">
                  <c:v>4.9999999999999984E-3</c:v>
                </c:pt>
                <c:pt idx="361">
                  <c:v>5.9999999999999975E-3</c:v>
                </c:pt>
                <c:pt idx="362">
                  <c:v>3.6666666666666662E-3</c:v>
                </c:pt>
                <c:pt idx="363">
                  <c:v>4.6666666666666653E-3</c:v>
                </c:pt>
                <c:pt idx="364">
                  <c:v>5.3333333333333349E-3</c:v>
                </c:pt>
                <c:pt idx="365">
                  <c:v>3.3333333333333331E-3</c:v>
                </c:pt>
                <c:pt idx="366">
                  <c:v>4.000000000000001E-3</c:v>
                </c:pt>
                <c:pt idx="367">
                  <c:v>7.3333333333333315E-3</c:v>
                </c:pt>
                <c:pt idx="368">
                  <c:v>7.0000000000000001E-3</c:v>
                </c:pt>
                <c:pt idx="369">
                  <c:v>4.6666666666666671E-3</c:v>
                </c:pt>
                <c:pt idx="370">
                  <c:v>5.9999999999999993E-3</c:v>
                </c:pt>
                <c:pt idx="371">
                  <c:v>3.3333333333333348E-3</c:v>
                </c:pt>
                <c:pt idx="372">
                  <c:v>5.0000000000000018E-3</c:v>
                </c:pt>
                <c:pt idx="373">
                  <c:v>4.6666666666666653E-3</c:v>
                </c:pt>
                <c:pt idx="374">
                  <c:v>4.9999999999999984E-3</c:v>
                </c:pt>
                <c:pt idx="375">
                  <c:v>4.333333333333334E-3</c:v>
                </c:pt>
                <c:pt idx="376">
                  <c:v>3.0000000000000001E-3</c:v>
                </c:pt>
                <c:pt idx="377">
                  <c:v>1.3333333333333331E-3</c:v>
                </c:pt>
                <c:pt idx="378">
                  <c:v>-6.666666666666661E-4</c:v>
                </c:pt>
                <c:pt idx="379">
                  <c:v>1E-3</c:v>
                </c:pt>
                <c:pt idx="380">
                  <c:v>2.0000000000000009E-3</c:v>
                </c:pt>
                <c:pt idx="381">
                  <c:v>1.6666666666666661E-3</c:v>
                </c:pt>
                <c:pt idx="382">
                  <c:v>4.6666666666666653E-3</c:v>
                </c:pt>
                <c:pt idx="383">
                  <c:v>3.6666666666666662E-3</c:v>
                </c:pt>
                <c:pt idx="384">
                  <c:v>1.3333333333333331E-3</c:v>
                </c:pt>
                <c:pt idx="385">
                  <c:v>-2.3333333333333331E-3</c:v>
                </c:pt>
                <c:pt idx="386">
                  <c:v>-1.3333333333333331E-3</c:v>
                </c:pt>
                <c:pt idx="387">
                  <c:v>-9.9999999999999915E-4</c:v>
                </c:pt>
                <c:pt idx="388">
                  <c:v>6.666666666666661E-4</c:v>
                </c:pt>
                <c:pt idx="389">
                  <c:v>1.3333333333333331E-3</c:v>
                </c:pt>
                <c:pt idx="390">
                  <c:v>-6.6666666666666697E-4</c:v>
                </c:pt>
                <c:pt idx="391">
                  <c:v>3.0000000000000018E-3</c:v>
                </c:pt>
                <c:pt idx="392">
                  <c:v>4.000000000000001E-3</c:v>
                </c:pt>
                <c:pt idx="393">
                  <c:v>-9.9999999999999915E-4</c:v>
                </c:pt>
                <c:pt idx="394">
                  <c:v>1E-3</c:v>
                </c:pt>
                <c:pt idx="395">
                  <c:v>4.000000000000001E-3</c:v>
                </c:pt>
                <c:pt idx="396">
                  <c:v>3.6666666666666662E-3</c:v>
                </c:pt>
                <c:pt idx="397">
                  <c:v>6.666666666666661E-4</c:v>
                </c:pt>
                <c:pt idx="398">
                  <c:v>-2.3333333333333331E-3</c:v>
                </c:pt>
                <c:pt idx="399">
                  <c:v>6.666666666666661E-4</c:v>
                </c:pt>
                <c:pt idx="400">
                  <c:v>2.6666666666666687E-3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B6C-4EB6-98D9-A42253CFEB2E}"/>
            </c:ext>
          </c:extLst>
        </c:ser>
        <c:ser>
          <c:idx val="2"/>
          <c:order val="2"/>
          <c:tx>
            <c:strRef>
              <c:f>'Baseline Corrections'!$Y$3</c:f>
              <c:strCache>
                <c:ptCount val="1"/>
                <c:pt idx="0">
                  <c:v>Difference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Corrections'!$Y$4:$Y$404</c:f>
              <c:numCache>
                <c:formatCode>General</c:formatCode>
                <c:ptCount val="401"/>
                <c:pt idx="0">
                  <c:v>4.1666666666666664E-2</c:v>
                </c:pt>
                <c:pt idx="1">
                  <c:v>4.4333333333333329E-2</c:v>
                </c:pt>
                <c:pt idx="2">
                  <c:v>4.2000000000000003E-2</c:v>
                </c:pt>
                <c:pt idx="3">
                  <c:v>4.8333333333333339E-2</c:v>
                </c:pt>
                <c:pt idx="4">
                  <c:v>4.8000000000000001E-2</c:v>
                </c:pt>
                <c:pt idx="5">
                  <c:v>3.8666666666666662E-2</c:v>
                </c:pt>
                <c:pt idx="6">
                  <c:v>3.3999999999999996E-2</c:v>
                </c:pt>
                <c:pt idx="7">
                  <c:v>3.4333333333333334E-2</c:v>
                </c:pt>
                <c:pt idx="8">
                  <c:v>3.6999999999999998E-2</c:v>
                </c:pt>
                <c:pt idx="9">
                  <c:v>3.6333333333333336E-2</c:v>
                </c:pt>
                <c:pt idx="10">
                  <c:v>3.6666666666666667E-2</c:v>
                </c:pt>
                <c:pt idx="11">
                  <c:v>3.3000000000000002E-2</c:v>
                </c:pt>
                <c:pt idx="12">
                  <c:v>3.4333333333333334E-2</c:v>
                </c:pt>
                <c:pt idx="13">
                  <c:v>3.5666666666666666E-2</c:v>
                </c:pt>
                <c:pt idx="14">
                  <c:v>3.5333333333333342E-2</c:v>
                </c:pt>
                <c:pt idx="15">
                  <c:v>3.4666666666666665E-2</c:v>
                </c:pt>
                <c:pt idx="16">
                  <c:v>3.1666666666666662E-2</c:v>
                </c:pt>
                <c:pt idx="17">
                  <c:v>3.5333333333333328E-2</c:v>
                </c:pt>
                <c:pt idx="18">
                  <c:v>3.3333333333333333E-2</c:v>
                </c:pt>
                <c:pt idx="19">
                  <c:v>2.9333333333333329E-2</c:v>
                </c:pt>
                <c:pt idx="20">
                  <c:v>2.7999999999999997E-2</c:v>
                </c:pt>
                <c:pt idx="21">
                  <c:v>3.1333333333333331E-2</c:v>
                </c:pt>
                <c:pt idx="22">
                  <c:v>3.2666666666666663E-2</c:v>
                </c:pt>
                <c:pt idx="23">
                  <c:v>3.0666666666666665E-2</c:v>
                </c:pt>
                <c:pt idx="24">
                  <c:v>2.8333333333333332E-2</c:v>
                </c:pt>
                <c:pt idx="25">
                  <c:v>2.5666666666666667E-2</c:v>
                </c:pt>
                <c:pt idx="26">
                  <c:v>2.5333333333333333E-2</c:v>
                </c:pt>
                <c:pt idx="27">
                  <c:v>2.3333333333333334E-2</c:v>
                </c:pt>
                <c:pt idx="28">
                  <c:v>1.9000000000000003E-2</c:v>
                </c:pt>
                <c:pt idx="29">
                  <c:v>2.1999999999999999E-2</c:v>
                </c:pt>
                <c:pt idx="30">
                  <c:v>2.4999999999999998E-2</c:v>
                </c:pt>
                <c:pt idx="31">
                  <c:v>3.1333333333333338E-2</c:v>
                </c:pt>
                <c:pt idx="32">
                  <c:v>2.9333333333333336E-2</c:v>
                </c:pt>
                <c:pt idx="33">
                  <c:v>2.866666666666667E-2</c:v>
                </c:pt>
                <c:pt idx="34">
                  <c:v>3.1333333333333338E-2</c:v>
                </c:pt>
                <c:pt idx="35">
                  <c:v>3.0333333333333334E-2</c:v>
                </c:pt>
                <c:pt idx="36">
                  <c:v>2.9333333333333336E-2</c:v>
                </c:pt>
                <c:pt idx="37">
                  <c:v>2.8666666666666674E-2</c:v>
                </c:pt>
                <c:pt idx="38">
                  <c:v>2.633333333333333E-2</c:v>
                </c:pt>
                <c:pt idx="39">
                  <c:v>2.5666666666666671E-2</c:v>
                </c:pt>
                <c:pt idx="40">
                  <c:v>2.5666666666666664E-2</c:v>
                </c:pt>
                <c:pt idx="41">
                  <c:v>2.6666666666666672E-2</c:v>
                </c:pt>
                <c:pt idx="42">
                  <c:v>2.466666666666667E-2</c:v>
                </c:pt>
                <c:pt idx="43">
                  <c:v>2.4333333333333335E-2</c:v>
                </c:pt>
                <c:pt idx="44">
                  <c:v>2.5000000000000001E-2</c:v>
                </c:pt>
                <c:pt idx="45">
                  <c:v>2.7333333333333328E-2</c:v>
                </c:pt>
                <c:pt idx="46">
                  <c:v>2.6333333333333334E-2</c:v>
                </c:pt>
                <c:pt idx="47">
                  <c:v>2.3333333333333331E-2</c:v>
                </c:pt>
                <c:pt idx="48">
                  <c:v>2.1666666666666664E-2</c:v>
                </c:pt>
                <c:pt idx="49">
                  <c:v>1.9666666666666662E-2</c:v>
                </c:pt>
                <c:pt idx="50">
                  <c:v>2.1999999999999999E-2</c:v>
                </c:pt>
                <c:pt idx="51">
                  <c:v>1.8000000000000002E-2</c:v>
                </c:pt>
                <c:pt idx="52">
                  <c:v>1.6333333333333328E-2</c:v>
                </c:pt>
                <c:pt idx="53">
                  <c:v>1.4666666666666668E-2</c:v>
                </c:pt>
                <c:pt idx="54">
                  <c:v>1.8000000000000002E-2</c:v>
                </c:pt>
                <c:pt idx="55">
                  <c:v>2.2333333333333334E-2</c:v>
                </c:pt>
                <c:pt idx="56">
                  <c:v>2.3333333333333331E-2</c:v>
                </c:pt>
                <c:pt idx="57">
                  <c:v>1.7333333333333339E-2</c:v>
                </c:pt>
                <c:pt idx="58">
                  <c:v>1.3999999999999999E-2</c:v>
                </c:pt>
                <c:pt idx="59">
                  <c:v>1.3333333333333336E-2</c:v>
                </c:pt>
                <c:pt idx="60">
                  <c:v>1.5666666666666669E-2</c:v>
                </c:pt>
                <c:pt idx="61">
                  <c:v>1.6333333333333332E-2</c:v>
                </c:pt>
                <c:pt idx="62">
                  <c:v>1.6E-2</c:v>
                </c:pt>
                <c:pt idx="63">
                  <c:v>1.4666666666666668E-2</c:v>
                </c:pt>
                <c:pt idx="64">
                  <c:v>1.5666666666666669E-2</c:v>
                </c:pt>
                <c:pt idx="65">
                  <c:v>1.5000000000000003E-2</c:v>
                </c:pt>
                <c:pt idx="66">
                  <c:v>1.4999999999999999E-2</c:v>
                </c:pt>
                <c:pt idx="67">
                  <c:v>1.5666666666666669E-2</c:v>
                </c:pt>
                <c:pt idx="68">
                  <c:v>1.4333333333333333E-2</c:v>
                </c:pt>
                <c:pt idx="69">
                  <c:v>1.3000000000000001E-2</c:v>
                </c:pt>
                <c:pt idx="70">
                  <c:v>1.5000000000000003E-2</c:v>
                </c:pt>
                <c:pt idx="71">
                  <c:v>1.4999999999999999E-2</c:v>
                </c:pt>
                <c:pt idx="72">
                  <c:v>1.3666666666666664E-2</c:v>
                </c:pt>
                <c:pt idx="73">
                  <c:v>1.433333333333333E-2</c:v>
                </c:pt>
                <c:pt idx="74">
                  <c:v>1.2666666666666666E-2</c:v>
                </c:pt>
                <c:pt idx="75">
                  <c:v>1.2999999999999998E-2</c:v>
                </c:pt>
                <c:pt idx="76">
                  <c:v>1.3999999999999999E-2</c:v>
                </c:pt>
                <c:pt idx="77">
                  <c:v>1.3666666666666671E-2</c:v>
                </c:pt>
                <c:pt idx="78">
                  <c:v>1.3666666666666667E-2</c:v>
                </c:pt>
                <c:pt idx="79">
                  <c:v>1.3000000000000001E-2</c:v>
                </c:pt>
                <c:pt idx="80">
                  <c:v>1.3000000000000001E-2</c:v>
                </c:pt>
                <c:pt idx="81">
                  <c:v>1.2333333333333335E-2</c:v>
                </c:pt>
                <c:pt idx="82">
                  <c:v>1.3666666666666664E-2</c:v>
                </c:pt>
                <c:pt idx="83">
                  <c:v>1.4333333333333333E-2</c:v>
                </c:pt>
                <c:pt idx="84">
                  <c:v>1.3333333333333329E-2</c:v>
                </c:pt>
                <c:pt idx="85">
                  <c:v>1.3333333333333336E-2</c:v>
                </c:pt>
                <c:pt idx="86">
                  <c:v>1.2333333333333335E-2</c:v>
                </c:pt>
                <c:pt idx="87">
                  <c:v>1.2333333333333335E-2</c:v>
                </c:pt>
                <c:pt idx="88">
                  <c:v>1.0333333333333337E-2</c:v>
                </c:pt>
                <c:pt idx="89">
                  <c:v>1.2000000000000004E-2</c:v>
                </c:pt>
                <c:pt idx="90">
                  <c:v>1.0666666666666668E-2</c:v>
                </c:pt>
                <c:pt idx="91">
                  <c:v>1.0999999999999999E-2</c:v>
                </c:pt>
                <c:pt idx="92">
                  <c:v>1.0666666666666668E-2</c:v>
                </c:pt>
                <c:pt idx="93">
                  <c:v>9.0000000000000011E-3</c:v>
                </c:pt>
                <c:pt idx="94">
                  <c:v>9.3333333333333358E-3</c:v>
                </c:pt>
                <c:pt idx="95">
                  <c:v>9.6666666666666689E-3</c:v>
                </c:pt>
                <c:pt idx="96">
                  <c:v>9.3333333333333341E-3</c:v>
                </c:pt>
                <c:pt idx="97">
                  <c:v>1.1333333333333334E-2</c:v>
                </c:pt>
                <c:pt idx="98">
                  <c:v>1.1666666666666665E-2</c:v>
                </c:pt>
                <c:pt idx="99">
                  <c:v>1.0666666666666665E-2</c:v>
                </c:pt>
                <c:pt idx="100">
                  <c:v>1.1333333333333334E-2</c:v>
                </c:pt>
                <c:pt idx="101">
                  <c:v>1.1333333333333332E-2</c:v>
                </c:pt>
                <c:pt idx="102">
                  <c:v>1.0333333333333333E-2</c:v>
                </c:pt>
                <c:pt idx="103">
                  <c:v>1.0333333333333333E-2</c:v>
                </c:pt>
                <c:pt idx="104">
                  <c:v>1.0666666666666668E-2</c:v>
                </c:pt>
                <c:pt idx="105">
                  <c:v>8.666666666666668E-3</c:v>
                </c:pt>
                <c:pt idx="106">
                  <c:v>7.666666666666668E-3</c:v>
                </c:pt>
                <c:pt idx="107">
                  <c:v>8.666666666666668E-3</c:v>
                </c:pt>
                <c:pt idx="108">
                  <c:v>9.3333333333333341E-3</c:v>
                </c:pt>
                <c:pt idx="109">
                  <c:v>8.666666666666668E-3</c:v>
                </c:pt>
                <c:pt idx="110">
                  <c:v>6.9999999999999993E-3</c:v>
                </c:pt>
                <c:pt idx="111">
                  <c:v>8.0000000000000002E-3</c:v>
                </c:pt>
                <c:pt idx="112">
                  <c:v>9.0000000000000011E-3</c:v>
                </c:pt>
                <c:pt idx="113">
                  <c:v>8.3333333333333332E-3</c:v>
                </c:pt>
                <c:pt idx="114">
                  <c:v>8.6666666666666663E-3</c:v>
                </c:pt>
                <c:pt idx="115">
                  <c:v>7.3333333333333349E-3</c:v>
                </c:pt>
                <c:pt idx="116">
                  <c:v>6.9999999999999993E-3</c:v>
                </c:pt>
                <c:pt idx="117">
                  <c:v>6.3333333333333323E-3</c:v>
                </c:pt>
                <c:pt idx="118">
                  <c:v>8.0000000000000002E-3</c:v>
                </c:pt>
                <c:pt idx="119">
                  <c:v>7.3333333333333323E-3</c:v>
                </c:pt>
                <c:pt idx="120">
                  <c:v>8.6666666666666663E-3</c:v>
                </c:pt>
                <c:pt idx="121">
                  <c:v>8.6666666666666663E-3</c:v>
                </c:pt>
                <c:pt idx="122">
                  <c:v>8.0000000000000002E-3</c:v>
                </c:pt>
                <c:pt idx="123">
                  <c:v>8.333333333333335E-3</c:v>
                </c:pt>
                <c:pt idx="124">
                  <c:v>8.6666666666666663E-3</c:v>
                </c:pt>
                <c:pt idx="125">
                  <c:v>8.3333333333333332E-3</c:v>
                </c:pt>
                <c:pt idx="126">
                  <c:v>8.6666666666666663E-3</c:v>
                </c:pt>
                <c:pt idx="127">
                  <c:v>6.9999999999999993E-3</c:v>
                </c:pt>
                <c:pt idx="128">
                  <c:v>8.0000000000000002E-3</c:v>
                </c:pt>
                <c:pt idx="129">
                  <c:v>7.000000000000001E-3</c:v>
                </c:pt>
                <c:pt idx="130">
                  <c:v>6.3333333333333332E-3</c:v>
                </c:pt>
                <c:pt idx="131">
                  <c:v>6.3333333333333349E-3</c:v>
                </c:pt>
                <c:pt idx="132">
                  <c:v>7.3333333333333349E-3</c:v>
                </c:pt>
                <c:pt idx="133">
                  <c:v>8.0000000000000002E-3</c:v>
                </c:pt>
                <c:pt idx="134">
                  <c:v>7.3333333333333332E-3</c:v>
                </c:pt>
                <c:pt idx="135">
                  <c:v>6.6666666666666654E-3</c:v>
                </c:pt>
                <c:pt idx="136">
                  <c:v>6.3333333333333332E-3</c:v>
                </c:pt>
                <c:pt idx="137">
                  <c:v>6.6666666666666662E-3</c:v>
                </c:pt>
                <c:pt idx="138">
                  <c:v>6.3333333333333323E-3</c:v>
                </c:pt>
                <c:pt idx="139">
                  <c:v>7.3333333333333332E-3</c:v>
                </c:pt>
                <c:pt idx="140">
                  <c:v>7.3333333333333315E-3</c:v>
                </c:pt>
                <c:pt idx="141">
                  <c:v>6.6666666666666671E-3</c:v>
                </c:pt>
                <c:pt idx="142">
                  <c:v>5.3333333333333332E-3</c:v>
                </c:pt>
                <c:pt idx="143">
                  <c:v>7.3333333333333323E-3</c:v>
                </c:pt>
                <c:pt idx="144">
                  <c:v>8.333333333333335E-3</c:v>
                </c:pt>
                <c:pt idx="145">
                  <c:v>6.6666666666666662E-3</c:v>
                </c:pt>
                <c:pt idx="146">
                  <c:v>6.000000000000001E-3</c:v>
                </c:pt>
                <c:pt idx="147">
                  <c:v>5.9999999999999993E-3</c:v>
                </c:pt>
                <c:pt idx="148">
                  <c:v>4.6666666666666671E-3</c:v>
                </c:pt>
                <c:pt idx="149">
                  <c:v>4.6666666666666662E-3</c:v>
                </c:pt>
                <c:pt idx="150">
                  <c:v>5.3333333333333323E-3</c:v>
                </c:pt>
                <c:pt idx="151">
                  <c:v>6.0000000000000001E-3</c:v>
                </c:pt>
                <c:pt idx="152">
                  <c:v>7.000000000000001E-3</c:v>
                </c:pt>
                <c:pt idx="153">
                  <c:v>5.6666666666666679E-3</c:v>
                </c:pt>
                <c:pt idx="154">
                  <c:v>5.333333333333334E-3</c:v>
                </c:pt>
                <c:pt idx="155">
                  <c:v>5.0000000000000001E-3</c:v>
                </c:pt>
                <c:pt idx="156">
                  <c:v>4.3333333333333331E-3</c:v>
                </c:pt>
                <c:pt idx="157">
                  <c:v>5.3333333333333323E-3</c:v>
                </c:pt>
                <c:pt idx="158">
                  <c:v>6.333333333333334E-3</c:v>
                </c:pt>
                <c:pt idx="159">
                  <c:v>4.6666666666666671E-3</c:v>
                </c:pt>
                <c:pt idx="160">
                  <c:v>3.6666666666666653E-3</c:v>
                </c:pt>
                <c:pt idx="161">
                  <c:v>5.9999999999999993E-3</c:v>
                </c:pt>
                <c:pt idx="162">
                  <c:v>5.6666666666666671E-3</c:v>
                </c:pt>
                <c:pt idx="163">
                  <c:v>4.6666666666666671E-3</c:v>
                </c:pt>
                <c:pt idx="164">
                  <c:v>3.6666666666666679E-3</c:v>
                </c:pt>
                <c:pt idx="165">
                  <c:v>4.6666666666666671E-3</c:v>
                </c:pt>
                <c:pt idx="166">
                  <c:v>5.0000000000000001E-3</c:v>
                </c:pt>
                <c:pt idx="167">
                  <c:v>4.6666666666666671E-3</c:v>
                </c:pt>
                <c:pt idx="168">
                  <c:v>4.333333333333334E-3</c:v>
                </c:pt>
                <c:pt idx="169">
                  <c:v>4.3333333333333323E-3</c:v>
                </c:pt>
                <c:pt idx="170">
                  <c:v>5.0000000000000001E-3</c:v>
                </c:pt>
                <c:pt idx="171">
                  <c:v>5.6666666666666662E-3</c:v>
                </c:pt>
                <c:pt idx="172">
                  <c:v>4.9999999999999992E-3</c:v>
                </c:pt>
                <c:pt idx="173">
                  <c:v>5.333333333333334E-3</c:v>
                </c:pt>
                <c:pt idx="174">
                  <c:v>3.6666666666666679E-3</c:v>
                </c:pt>
                <c:pt idx="175">
                  <c:v>4.0000000000000001E-3</c:v>
                </c:pt>
                <c:pt idx="176">
                  <c:v>4.000000000000001E-3</c:v>
                </c:pt>
                <c:pt idx="177">
                  <c:v>4.6666666666666679E-3</c:v>
                </c:pt>
                <c:pt idx="178">
                  <c:v>5.0000000000000001E-3</c:v>
                </c:pt>
                <c:pt idx="179">
                  <c:v>3.6666666666666679E-3</c:v>
                </c:pt>
                <c:pt idx="180">
                  <c:v>3.666666666666667E-3</c:v>
                </c:pt>
                <c:pt idx="181">
                  <c:v>4.6666666666666662E-3</c:v>
                </c:pt>
                <c:pt idx="182">
                  <c:v>3.9999999999999992E-3</c:v>
                </c:pt>
                <c:pt idx="183">
                  <c:v>4.6666666666666671E-3</c:v>
                </c:pt>
                <c:pt idx="184">
                  <c:v>3.666666666666667E-3</c:v>
                </c:pt>
                <c:pt idx="185">
                  <c:v>4.3333333333333331E-3</c:v>
                </c:pt>
                <c:pt idx="186">
                  <c:v>3.3333333333333348E-3</c:v>
                </c:pt>
                <c:pt idx="187">
                  <c:v>4.333333333333334E-3</c:v>
                </c:pt>
                <c:pt idx="188">
                  <c:v>4.3333333333333331E-3</c:v>
                </c:pt>
                <c:pt idx="189">
                  <c:v>3.333333333333334E-3</c:v>
                </c:pt>
                <c:pt idx="190">
                  <c:v>2.6666666666666666E-3</c:v>
                </c:pt>
                <c:pt idx="191">
                  <c:v>2.9999999999999996E-3</c:v>
                </c:pt>
                <c:pt idx="192">
                  <c:v>4.0000000000000001E-3</c:v>
                </c:pt>
                <c:pt idx="193">
                  <c:v>3.3333333333333322E-3</c:v>
                </c:pt>
                <c:pt idx="194">
                  <c:v>3.0000000000000001E-3</c:v>
                </c:pt>
                <c:pt idx="195">
                  <c:v>3.666666666666667E-3</c:v>
                </c:pt>
                <c:pt idx="196">
                  <c:v>3.0000000000000001E-3</c:v>
                </c:pt>
                <c:pt idx="197">
                  <c:v>3.0000000000000001E-3</c:v>
                </c:pt>
                <c:pt idx="198">
                  <c:v>3.0000000000000009E-3</c:v>
                </c:pt>
                <c:pt idx="199">
                  <c:v>3.666666666666667E-3</c:v>
                </c:pt>
                <c:pt idx="200">
                  <c:v>4.0000000000000001E-3</c:v>
                </c:pt>
                <c:pt idx="201">
                  <c:v>4.6666666666666671E-3</c:v>
                </c:pt>
                <c:pt idx="202">
                  <c:v>4.333333333333334E-3</c:v>
                </c:pt>
                <c:pt idx="203">
                  <c:v>4.6666666666666671E-3</c:v>
                </c:pt>
                <c:pt idx="204">
                  <c:v>4.6666666666666671E-3</c:v>
                </c:pt>
                <c:pt idx="205">
                  <c:v>5.3333333333333332E-3</c:v>
                </c:pt>
                <c:pt idx="206">
                  <c:v>5.3333333333333332E-3</c:v>
                </c:pt>
                <c:pt idx="207">
                  <c:v>4.6666666666666662E-3</c:v>
                </c:pt>
                <c:pt idx="208">
                  <c:v>5.6666666666666662E-3</c:v>
                </c:pt>
                <c:pt idx="209">
                  <c:v>5.9999999999999993E-3</c:v>
                </c:pt>
                <c:pt idx="210">
                  <c:v>5.0000000000000001E-3</c:v>
                </c:pt>
                <c:pt idx="211">
                  <c:v>5.333333333333334E-3</c:v>
                </c:pt>
                <c:pt idx="212">
                  <c:v>4.6666666666666662E-3</c:v>
                </c:pt>
                <c:pt idx="213">
                  <c:v>3.9999999999999983E-3</c:v>
                </c:pt>
                <c:pt idx="214">
                  <c:v>3.6666666666666666E-3</c:v>
                </c:pt>
                <c:pt idx="215">
                  <c:v>3.333333333333334E-3</c:v>
                </c:pt>
                <c:pt idx="216">
                  <c:v>3.3333333333333348E-3</c:v>
                </c:pt>
                <c:pt idx="217">
                  <c:v>2.666666666666667E-3</c:v>
                </c:pt>
                <c:pt idx="218">
                  <c:v>3.9999999999999992E-3</c:v>
                </c:pt>
                <c:pt idx="219">
                  <c:v>3.3333333333333322E-3</c:v>
                </c:pt>
                <c:pt idx="220">
                  <c:v>3.3333333333333335E-3</c:v>
                </c:pt>
                <c:pt idx="221">
                  <c:v>4.6666666666666679E-3</c:v>
                </c:pt>
                <c:pt idx="222">
                  <c:v>5.0000000000000001E-3</c:v>
                </c:pt>
                <c:pt idx="223">
                  <c:v>5.0000000000000018E-3</c:v>
                </c:pt>
                <c:pt idx="224">
                  <c:v>4.6666666666666671E-3</c:v>
                </c:pt>
                <c:pt idx="225">
                  <c:v>4.6666666666666671E-3</c:v>
                </c:pt>
                <c:pt idx="226">
                  <c:v>4.0000000000000001E-3</c:v>
                </c:pt>
                <c:pt idx="227">
                  <c:v>4.000000000000001E-3</c:v>
                </c:pt>
                <c:pt idx="228">
                  <c:v>3.3333333333333331E-3</c:v>
                </c:pt>
                <c:pt idx="229">
                  <c:v>3.0000000000000018E-3</c:v>
                </c:pt>
                <c:pt idx="230">
                  <c:v>4.0000000000000001E-3</c:v>
                </c:pt>
                <c:pt idx="231">
                  <c:v>4.3333333333333331E-3</c:v>
                </c:pt>
                <c:pt idx="232">
                  <c:v>4.000000000000001E-3</c:v>
                </c:pt>
                <c:pt idx="233">
                  <c:v>3.666666666666667E-3</c:v>
                </c:pt>
                <c:pt idx="234">
                  <c:v>3.0000000000000018E-3</c:v>
                </c:pt>
                <c:pt idx="235">
                  <c:v>2.333333333333334E-3</c:v>
                </c:pt>
                <c:pt idx="236">
                  <c:v>2.3333333333333335E-3</c:v>
                </c:pt>
                <c:pt idx="237">
                  <c:v>2.6666666666666674E-3</c:v>
                </c:pt>
                <c:pt idx="238">
                  <c:v>3.6666666666666662E-3</c:v>
                </c:pt>
                <c:pt idx="239">
                  <c:v>3.3333333333333344E-3</c:v>
                </c:pt>
                <c:pt idx="240">
                  <c:v>2.6666666666666674E-3</c:v>
                </c:pt>
                <c:pt idx="241">
                  <c:v>3.6666666666666653E-3</c:v>
                </c:pt>
                <c:pt idx="242">
                  <c:v>4.3333333333333331E-3</c:v>
                </c:pt>
                <c:pt idx="243">
                  <c:v>5.0000000000000001E-3</c:v>
                </c:pt>
                <c:pt idx="244">
                  <c:v>6.3333333333333332E-3</c:v>
                </c:pt>
                <c:pt idx="245">
                  <c:v>4.333333333333334E-3</c:v>
                </c:pt>
                <c:pt idx="246">
                  <c:v>3.666666666666667E-3</c:v>
                </c:pt>
                <c:pt idx="247">
                  <c:v>4.6666666666666679E-3</c:v>
                </c:pt>
                <c:pt idx="248">
                  <c:v>4.0000000000000018E-3</c:v>
                </c:pt>
                <c:pt idx="249">
                  <c:v>4.0000000000000001E-3</c:v>
                </c:pt>
                <c:pt idx="250">
                  <c:v>4.3333333333333331E-3</c:v>
                </c:pt>
                <c:pt idx="251">
                  <c:v>3.666666666666667E-3</c:v>
                </c:pt>
                <c:pt idx="252">
                  <c:v>3.333333333333334E-3</c:v>
                </c:pt>
                <c:pt idx="253">
                  <c:v>2.0000000000000005E-3</c:v>
                </c:pt>
                <c:pt idx="254">
                  <c:v>3.333333333333334E-3</c:v>
                </c:pt>
                <c:pt idx="255">
                  <c:v>4.0000000000000001E-3</c:v>
                </c:pt>
                <c:pt idx="256">
                  <c:v>3.6666666666666653E-3</c:v>
                </c:pt>
                <c:pt idx="257">
                  <c:v>3.3333333333333331E-3</c:v>
                </c:pt>
                <c:pt idx="258">
                  <c:v>1.666666666666667E-3</c:v>
                </c:pt>
                <c:pt idx="259">
                  <c:v>3.3333333333333322E-3</c:v>
                </c:pt>
                <c:pt idx="260">
                  <c:v>1.9999999999999992E-3</c:v>
                </c:pt>
                <c:pt idx="261">
                  <c:v>2.9999999999999992E-3</c:v>
                </c:pt>
                <c:pt idx="262">
                  <c:v>2.0000000000000013E-3</c:v>
                </c:pt>
                <c:pt idx="263">
                  <c:v>2.3333333333333331E-3</c:v>
                </c:pt>
                <c:pt idx="264">
                  <c:v>1.9999999999999992E-3</c:v>
                </c:pt>
                <c:pt idx="265">
                  <c:v>3.3333333333333335E-3</c:v>
                </c:pt>
                <c:pt idx="266">
                  <c:v>2.6666666666666657E-3</c:v>
                </c:pt>
                <c:pt idx="267">
                  <c:v>3.6666666666666662E-3</c:v>
                </c:pt>
                <c:pt idx="268">
                  <c:v>2.9999999999999992E-3</c:v>
                </c:pt>
                <c:pt idx="269">
                  <c:v>3.0000000000000005E-3</c:v>
                </c:pt>
                <c:pt idx="270">
                  <c:v>1.6666666666666657E-3</c:v>
                </c:pt>
                <c:pt idx="271">
                  <c:v>-3.333333333333337E-4</c:v>
                </c:pt>
                <c:pt idx="272">
                  <c:v>1.0000000000000009E-3</c:v>
                </c:pt>
                <c:pt idx="273">
                  <c:v>3.3333333333333348E-4</c:v>
                </c:pt>
                <c:pt idx="274">
                  <c:v>-6.6666666666666675E-4</c:v>
                </c:pt>
                <c:pt idx="275">
                  <c:v>6.6666666666666697E-4</c:v>
                </c:pt>
                <c:pt idx="276">
                  <c:v>1.6666666666666661E-3</c:v>
                </c:pt>
                <c:pt idx="277">
                  <c:v>1.3333333333333339E-3</c:v>
                </c:pt>
                <c:pt idx="278">
                  <c:v>3.3333333333333348E-4</c:v>
                </c:pt>
                <c:pt idx="279">
                  <c:v>2E-3</c:v>
                </c:pt>
                <c:pt idx="280">
                  <c:v>2.333333333333334E-3</c:v>
                </c:pt>
                <c:pt idx="281">
                  <c:v>1.3333333333333339E-3</c:v>
                </c:pt>
                <c:pt idx="282">
                  <c:v>6.6666666666666697E-4</c:v>
                </c:pt>
                <c:pt idx="283">
                  <c:v>6.666666666666674E-4</c:v>
                </c:pt>
                <c:pt idx="284">
                  <c:v>1.3333333333333326E-3</c:v>
                </c:pt>
                <c:pt idx="285">
                  <c:v>-6.6666666666666697E-4</c:v>
                </c:pt>
                <c:pt idx="286">
                  <c:v>3.3333333333333348E-4</c:v>
                </c:pt>
                <c:pt idx="287">
                  <c:v>1.666666666666667E-3</c:v>
                </c:pt>
                <c:pt idx="288">
                  <c:v>0</c:v>
                </c:pt>
                <c:pt idx="289">
                  <c:v>0</c:v>
                </c:pt>
                <c:pt idx="290">
                  <c:v>-3.3333333333333262E-4</c:v>
                </c:pt>
                <c:pt idx="291">
                  <c:v>1.666666666666667E-3</c:v>
                </c:pt>
                <c:pt idx="292">
                  <c:v>1.3333333333333339E-3</c:v>
                </c:pt>
                <c:pt idx="293">
                  <c:v>6.6666666666666567E-4</c:v>
                </c:pt>
                <c:pt idx="294">
                  <c:v>9.9999999999999959E-4</c:v>
                </c:pt>
                <c:pt idx="295">
                  <c:v>1.3333333333333339E-3</c:v>
                </c:pt>
                <c:pt idx="296">
                  <c:v>3.333333333333334E-3</c:v>
                </c:pt>
                <c:pt idx="297">
                  <c:v>2.6666666666666666E-3</c:v>
                </c:pt>
                <c:pt idx="298">
                  <c:v>0</c:v>
                </c:pt>
                <c:pt idx="299">
                  <c:v>-1.6666666666666659E-3</c:v>
                </c:pt>
                <c:pt idx="300">
                  <c:v>-1.3333333333333337E-3</c:v>
                </c:pt>
                <c:pt idx="301">
                  <c:v>-2.0000000000000009E-3</c:v>
                </c:pt>
                <c:pt idx="302">
                  <c:v>-6.6666666666666523E-4</c:v>
                </c:pt>
                <c:pt idx="303">
                  <c:v>-1.6666666666666661E-3</c:v>
                </c:pt>
                <c:pt idx="304">
                  <c:v>-3.3333333333333305E-4</c:v>
                </c:pt>
                <c:pt idx="305">
                  <c:v>-6.666666666666674E-4</c:v>
                </c:pt>
                <c:pt idx="306">
                  <c:v>1.3333333333333339E-3</c:v>
                </c:pt>
                <c:pt idx="307">
                  <c:v>-6.666666666666674E-4</c:v>
                </c:pt>
                <c:pt idx="308">
                  <c:v>-1.3010426069826053E-18</c:v>
                </c:pt>
                <c:pt idx="309">
                  <c:v>-6.6666666666666567E-4</c:v>
                </c:pt>
                <c:pt idx="310">
                  <c:v>-6.6666666666666545E-4</c:v>
                </c:pt>
                <c:pt idx="311">
                  <c:v>-1.3333333333333331E-3</c:v>
                </c:pt>
                <c:pt idx="312">
                  <c:v>-3.3333333333333392E-4</c:v>
                </c:pt>
                <c:pt idx="313">
                  <c:v>0</c:v>
                </c:pt>
                <c:pt idx="314">
                  <c:v>-1.3333333333333333E-3</c:v>
                </c:pt>
                <c:pt idx="315">
                  <c:v>-1.0000000000000005E-3</c:v>
                </c:pt>
                <c:pt idx="316">
                  <c:v>-3.3333333333333479E-4</c:v>
                </c:pt>
                <c:pt idx="317">
                  <c:v>-6.6666666666666697E-4</c:v>
                </c:pt>
                <c:pt idx="318">
                  <c:v>-6.6666666666666567E-4</c:v>
                </c:pt>
                <c:pt idx="319">
                  <c:v>6.6666666666666654E-4</c:v>
                </c:pt>
                <c:pt idx="320">
                  <c:v>1E-3</c:v>
                </c:pt>
                <c:pt idx="321">
                  <c:v>3.333333333333324E-4</c:v>
                </c:pt>
                <c:pt idx="322">
                  <c:v>-3.3333333333333305E-4</c:v>
                </c:pt>
                <c:pt idx="323">
                  <c:v>1.3333333333333331E-3</c:v>
                </c:pt>
                <c:pt idx="324">
                  <c:v>9.9999999999999915E-4</c:v>
                </c:pt>
                <c:pt idx="325">
                  <c:v>3.333333333333324E-4</c:v>
                </c:pt>
                <c:pt idx="326">
                  <c:v>-1E-3</c:v>
                </c:pt>
                <c:pt idx="327">
                  <c:v>-2.3333333333333348E-3</c:v>
                </c:pt>
                <c:pt idx="328">
                  <c:v>-1.0000000000000013E-3</c:v>
                </c:pt>
                <c:pt idx="329">
                  <c:v>-1.9999999999999992E-3</c:v>
                </c:pt>
                <c:pt idx="330">
                  <c:v>4.3368086899420177E-19</c:v>
                </c:pt>
                <c:pt idx="331">
                  <c:v>-2.9999999999999988E-3</c:v>
                </c:pt>
                <c:pt idx="332">
                  <c:v>-2.666666666666667E-3</c:v>
                </c:pt>
                <c:pt idx="333">
                  <c:v>-6.6666666666666719E-4</c:v>
                </c:pt>
                <c:pt idx="334">
                  <c:v>-3.3333333333333327E-3</c:v>
                </c:pt>
                <c:pt idx="335">
                  <c:v>-3.0000000000000014E-3</c:v>
                </c:pt>
                <c:pt idx="336">
                  <c:v>-2.0000000000000009E-3</c:v>
                </c:pt>
                <c:pt idx="337">
                  <c:v>-1.6666666666666653E-3</c:v>
                </c:pt>
                <c:pt idx="338">
                  <c:v>-1.3333333333333344E-3</c:v>
                </c:pt>
                <c:pt idx="339">
                  <c:v>-1.9999999999999992E-3</c:v>
                </c:pt>
                <c:pt idx="340">
                  <c:v>-2.3333333333333335E-3</c:v>
                </c:pt>
                <c:pt idx="341">
                  <c:v>-2.3333333333333335E-3</c:v>
                </c:pt>
                <c:pt idx="342">
                  <c:v>-1.6666666666666705E-3</c:v>
                </c:pt>
                <c:pt idx="343">
                  <c:v>-2.6666666666666666E-3</c:v>
                </c:pt>
                <c:pt idx="344">
                  <c:v>-6.6666666666666697E-4</c:v>
                </c:pt>
                <c:pt idx="345">
                  <c:v>-3.6666666666666688E-3</c:v>
                </c:pt>
                <c:pt idx="346">
                  <c:v>-5.6666666666666671E-3</c:v>
                </c:pt>
                <c:pt idx="347">
                  <c:v>-3.0000000000000022E-3</c:v>
                </c:pt>
                <c:pt idx="348">
                  <c:v>-2.0000000000000013E-3</c:v>
                </c:pt>
                <c:pt idx="349">
                  <c:v>-2.6666666666666666E-3</c:v>
                </c:pt>
                <c:pt idx="350">
                  <c:v>-2.3333333333333318E-3</c:v>
                </c:pt>
                <c:pt idx="351">
                  <c:v>-1.6666666666666657E-3</c:v>
                </c:pt>
                <c:pt idx="352">
                  <c:v>-9.9999999999999959E-4</c:v>
                </c:pt>
                <c:pt idx="353">
                  <c:v>-1.3333333333333335E-3</c:v>
                </c:pt>
                <c:pt idx="354">
                  <c:v>1.3333333333333331E-3</c:v>
                </c:pt>
                <c:pt idx="355">
                  <c:v>6.6666666666666675E-4</c:v>
                </c:pt>
                <c:pt idx="356">
                  <c:v>9.9999999999999915E-4</c:v>
                </c:pt>
                <c:pt idx="357">
                  <c:v>-3.3333333333333262E-4</c:v>
                </c:pt>
                <c:pt idx="358">
                  <c:v>9.9999999999999872E-4</c:v>
                </c:pt>
                <c:pt idx="359">
                  <c:v>6.6666666666666784E-4</c:v>
                </c:pt>
                <c:pt idx="360">
                  <c:v>-3.3333333333333045E-4</c:v>
                </c:pt>
                <c:pt idx="361">
                  <c:v>-1.3333333333333322E-3</c:v>
                </c:pt>
                <c:pt idx="362">
                  <c:v>-1.9999999999999996E-3</c:v>
                </c:pt>
                <c:pt idx="363">
                  <c:v>-4.3333333333333314E-3</c:v>
                </c:pt>
                <c:pt idx="364">
                  <c:v>-1.6666666666666687E-3</c:v>
                </c:pt>
                <c:pt idx="365">
                  <c:v>-1.3333333333333331E-3</c:v>
                </c:pt>
                <c:pt idx="366">
                  <c:v>-4.6666666666666671E-3</c:v>
                </c:pt>
                <c:pt idx="367">
                  <c:v>-6.6666666666666645E-3</c:v>
                </c:pt>
                <c:pt idx="368">
                  <c:v>-6.3333333333333332E-3</c:v>
                </c:pt>
                <c:pt idx="369">
                  <c:v>-4.0000000000000001E-3</c:v>
                </c:pt>
                <c:pt idx="370">
                  <c:v>-3.6666666666666662E-3</c:v>
                </c:pt>
                <c:pt idx="371">
                  <c:v>-2.6666666666666692E-3</c:v>
                </c:pt>
                <c:pt idx="372">
                  <c:v>-4.0000000000000018E-3</c:v>
                </c:pt>
                <c:pt idx="373">
                  <c:v>-3.6666666666666649E-3</c:v>
                </c:pt>
                <c:pt idx="374">
                  <c:v>-3.6666666666666649E-3</c:v>
                </c:pt>
                <c:pt idx="375">
                  <c:v>-6.000000000000001E-3</c:v>
                </c:pt>
                <c:pt idx="376">
                  <c:v>-7.0000000000000001E-3</c:v>
                </c:pt>
                <c:pt idx="377">
                  <c:v>-2.9999999999999992E-3</c:v>
                </c:pt>
                <c:pt idx="378">
                  <c:v>-6.6666666666666654E-4</c:v>
                </c:pt>
                <c:pt idx="379">
                  <c:v>-1E-3</c:v>
                </c:pt>
                <c:pt idx="380">
                  <c:v>-3.6666666666666679E-3</c:v>
                </c:pt>
                <c:pt idx="381">
                  <c:v>-2.9999999999999988E-3</c:v>
                </c:pt>
                <c:pt idx="382">
                  <c:v>-6.6666666666666654E-3</c:v>
                </c:pt>
                <c:pt idx="383">
                  <c:v>-6.0000000000000001E-3</c:v>
                </c:pt>
                <c:pt idx="384">
                  <c:v>-2.6666666666666666E-3</c:v>
                </c:pt>
                <c:pt idx="385">
                  <c:v>-6.6666666666666697E-4</c:v>
                </c:pt>
                <c:pt idx="386">
                  <c:v>-6.6666666666666697E-4</c:v>
                </c:pt>
                <c:pt idx="387">
                  <c:v>-1.6666666666666674E-3</c:v>
                </c:pt>
                <c:pt idx="388">
                  <c:v>-4.3333333333333331E-3</c:v>
                </c:pt>
                <c:pt idx="389">
                  <c:v>-4.9999999999999992E-3</c:v>
                </c:pt>
                <c:pt idx="390">
                  <c:v>-4.6666666666666671E-3</c:v>
                </c:pt>
                <c:pt idx="391">
                  <c:v>-7.3333333333333349E-3</c:v>
                </c:pt>
                <c:pt idx="392">
                  <c:v>-4.3333333333333349E-3</c:v>
                </c:pt>
                <c:pt idx="393">
                  <c:v>9.9999999999999915E-4</c:v>
                </c:pt>
                <c:pt idx="394">
                  <c:v>-1.6666666666666668E-3</c:v>
                </c:pt>
                <c:pt idx="395">
                  <c:v>-2.333333333333334E-3</c:v>
                </c:pt>
                <c:pt idx="396">
                  <c:v>-2.3333333333333335E-3</c:v>
                </c:pt>
                <c:pt idx="397">
                  <c:v>-1.3333333333333329E-3</c:v>
                </c:pt>
                <c:pt idx="398">
                  <c:v>2.3333333333333331E-3</c:v>
                </c:pt>
                <c:pt idx="399">
                  <c:v>-9.999999999999985E-4</c:v>
                </c:pt>
                <c:pt idx="400">
                  <c:v>9.9999999999999829E-4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B6C-4EB6-98D9-A42253CFE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0222143"/>
        <c:axId val="1310219743"/>
      </c:scatterChart>
      <c:valAx>
        <c:axId val="1310222143"/>
        <c:scaling>
          <c:orientation val="minMax"/>
          <c:max val="750"/>
          <c:min val="35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19743"/>
        <c:crosses val="autoZero"/>
        <c:crossBetween val="midCat"/>
      </c:valAx>
      <c:valAx>
        <c:axId val="1310219743"/>
        <c:scaling>
          <c:orientation val="minMax"/>
          <c:min val="-5.000000000000001E-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22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298720472440943"/>
          <c:y val="3.8745504034217941E-2"/>
          <c:w val="0.81280074365704291"/>
          <c:h val="0.92490571250589704"/>
        </c:manualLayout>
      </c:layout>
      <c:scatterChart>
        <c:scatterStyle val="lineMarker"/>
        <c:varyColors val="0"/>
        <c:ser>
          <c:idx val="0"/>
          <c:order val="0"/>
          <c:tx>
            <c:strRef>
              <c:f>'Baseline Corrections'!$AI$3</c:f>
              <c:strCache>
                <c:ptCount val="1"/>
                <c:pt idx="0">
                  <c:v>Sample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Corrections'!$AI$4:$AI$404</c:f>
              <c:numCache>
                <c:formatCode>General</c:formatCode>
                <c:ptCount val="401"/>
                <c:pt idx="0">
                  <c:v>4.0722222222222222E-2</c:v>
                </c:pt>
                <c:pt idx="1">
                  <c:v>4.3055555555555555E-2</c:v>
                </c:pt>
                <c:pt idx="2">
                  <c:v>3.9722222222222221E-2</c:v>
                </c:pt>
                <c:pt idx="3">
                  <c:v>4.1166666666666664E-2</c:v>
                </c:pt>
                <c:pt idx="4">
                  <c:v>4.2388888888888893E-2</c:v>
                </c:pt>
                <c:pt idx="5">
                  <c:v>4.2166666666666672E-2</c:v>
                </c:pt>
                <c:pt idx="6">
                  <c:v>4.1944444444444451E-2</c:v>
                </c:pt>
                <c:pt idx="7">
                  <c:v>4.1722222222222223E-2</c:v>
                </c:pt>
                <c:pt idx="8">
                  <c:v>3.8055555555555558E-2</c:v>
                </c:pt>
                <c:pt idx="9">
                  <c:v>3.6611111111111115E-2</c:v>
                </c:pt>
                <c:pt idx="10">
                  <c:v>3.2833333333333332E-2</c:v>
                </c:pt>
                <c:pt idx="11">
                  <c:v>3.4722222222222224E-2</c:v>
                </c:pt>
                <c:pt idx="12">
                  <c:v>3.5388888888888893E-2</c:v>
                </c:pt>
                <c:pt idx="13">
                  <c:v>3.305555555555556E-2</c:v>
                </c:pt>
                <c:pt idx="14">
                  <c:v>3.4611111111111113E-2</c:v>
                </c:pt>
                <c:pt idx="15">
                  <c:v>3.5388888888888886E-2</c:v>
                </c:pt>
                <c:pt idx="16">
                  <c:v>3.4166666666666665E-2</c:v>
                </c:pt>
                <c:pt idx="17">
                  <c:v>3.3166666666666671E-2</c:v>
                </c:pt>
                <c:pt idx="18">
                  <c:v>3.2500000000000001E-2</c:v>
                </c:pt>
                <c:pt idx="19">
                  <c:v>3.4833333333333334E-2</c:v>
                </c:pt>
                <c:pt idx="20">
                  <c:v>3.1722222222222228E-2</c:v>
                </c:pt>
                <c:pt idx="21">
                  <c:v>3.1722222222222228E-2</c:v>
                </c:pt>
                <c:pt idx="22">
                  <c:v>3.0500000000000003E-2</c:v>
                </c:pt>
                <c:pt idx="23">
                  <c:v>3.0388888888888892E-2</c:v>
                </c:pt>
                <c:pt idx="24">
                  <c:v>3.4277777777777782E-2</c:v>
                </c:pt>
                <c:pt idx="25">
                  <c:v>3.2722222222222229E-2</c:v>
                </c:pt>
                <c:pt idx="26">
                  <c:v>3.0722222222222224E-2</c:v>
                </c:pt>
                <c:pt idx="27">
                  <c:v>3.3166666666666664E-2</c:v>
                </c:pt>
                <c:pt idx="28">
                  <c:v>3.2833333333333339E-2</c:v>
                </c:pt>
                <c:pt idx="29">
                  <c:v>3.2500000000000001E-2</c:v>
                </c:pt>
                <c:pt idx="30">
                  <c:v>3.216666666666667E-2</c:v>
                </c:pt>
                <c:pt idx="31">
                  <c:v>3.1833333333333338E-2</c:v>
                </c:pt>
                <c:pt idx="32">
                  <c:v>3.2388888888888891E-2</c:v>
                </c:pt>
                <c:pt idx="33">
                  <c:v>2.9944444444444447E-2</c:v>
                </c:pt>
                <c:pt idx="34">
                  <c:v>3.0166666666666668E-2</c:v>
                </c:pt>
                <c:pt idx="35">
                  <c:v>2.9388888888888891E-2</c:v>
                </c:pt>
                <c:pt idx="36">
                  <c:v>3.1388888888888883E-2</c:v>
                </c:pt>
                <c:pt idx="37">
                  <c:v>2.9166666666666667E-2</c:v>
                </c:pt>
                <c:pt idx="38">
                  <c:v>2.8722222222222222E-2</c:v>
                </c:pt>
                <c:pt idx="39">
                  <c:v>2.9055555555555557E-2</c:v>
                </c:pt>
                <c:pt idx="40">
                  <c:v>2.8388888888888894E-2</c:v>
                </c:pt>
                <c:pt idx="41">
                  <c:v>2.7833333333333335E-2</c:v>
                </c:pt>
                <c:pt idx="42">
                  <c:v>2.9166666666666667E-2</c:v>
                </c:pt>
                <c:pt idx="43">
                  <c:v>2.7944444444444445E-2</c:v>
                </c:pt>
                <c:pt idx="44">
                  <c:v>2.6611111111111106E-2</c:v>
                </c:pt>
                <c:pt idx="45">
                  <c:v>2.7277777777777783E-2</c:v>
                </c:pt>
                <c:pt idx="46">
                  <c:v>2.7388888888888893E-2</c:v>
                </c:pt>
                <c:pt idx="47">
                  <c:v>2.6833333333333334E-2</c:v>
                </c:pt>
                <c:pt idx="48">
                  <c:v>2.7055555555555562E-2</c:v>
                </c:pt>
                <c:pt idx="49">
                  <c:v>2.5500000000000005E-2</c:v>
                </c:pt>
                <c:pt idx="50">
                  <c:v>2.6722222222222227E-2</c:v>
                </c:pt>
                <c:pt idx="51">
                  <c:v>2.6277777777777782E-2</c:v>
                </c:pt>
                <c:pt idx="52">
                  <c:v>2.494444444444445E-2</c:v>
                </c:pt>
                <c:pt idx="53">
                  <c:v>2.4722222222222225E-2</c:v>
                </c:pt>
                <c:pt idx="54">
                  <c:v>2.3833333333333335E-2</c:v>
                </c:pt>
                <c:pt idx="55">
                  <c:v>2.4500000000000004E-2</c:v>
                </c:pt>
                <c:pt idx="56">
                  <c:v>2.4166666666666666E-2</c:v>
                </c:pt>
                <c:pt idx="57">
                  <c:v>2.3055555555555558E-2</c:v>
                </c:pt>
                <c:pt idx="58">
                  <c:v>2.272222222222222E-2</c:v>
                </c:pt>
                <c:pt idx="59">
                  <c:v>2.4499999999999997E-2</c:v>
                </c:pt>
                <c:pt idx="60">
                  <c:v>2.4944444444444443E-2</c:v>
                </c:pt>
                <c:pt idx="61">
                  <c:v>2.5388888888888888E-2</c:v>
                </c:pt>
                <c:pt idx="62">
                  <c:v>2.5166666666666667E-2</c:v>
                </c:pt>
                <c:pt idx="63">
                  <c:v>2.7277777777777776E-2</c:v>
                </c:pt>
                <c:pt idx="64">
                  <c:v>2.6611111111111113E-2</c:v>
                </c:pt>
                <c:pt idx="65">
                  <c:v>2.6166666666666668E-2</c:v>
                </c:pt>
                <c:pt idx="66">
                  <c:v>2.5722222222222219E-2</c:v>
                </c:pt>
                <c:pt idx="67">
                  <c:v>2.6166666666666668E-2</c:v>
                </c:pt>
                <c:pt idx="68">
                  <c:v>2.6944444444444444E-2</c:v>
                </c:pt>
                <c:pt idx="69">
                  <c:v>2.6944444444444444E-2</c:v>
                </c:pt>
                <c:pt idx="70">
                  <c:v>2.6055555555555557E-2</c:v>
                </c:pt>
                <c:pt idx="71">
                  <c:v>2.5611111111111109E-2</c:v>
                </c:pt>
                <c:pt idx="72">
                  <c:v>2.5388888888888888E-2</c:v>
                </c:pt>
                <c:pt idx="73">
                  <c:v>2.7277777777777776E-2</c:v>
                </c:pt>
                <c:pt idx="74">
                  <c:v>2.7166666666666665E-2</c:v>
                </c:pt>
                <c:pt idx="75">
                  <c:v>2.661111111111111E-2</c:v>
                </c:pt>
                <c:pt idx="76">
                  <c:v>2.7277777777777776E-2</c:v>
                </c:pt>
                <c:pt idx="77">
                  <c:v>2.7833333333333335E-2</c:v>
                </c:pt>
                <c:pt idx="78">
                  <c:v>2.6055555555555557E-2</c:v>
                </c:pt>
                <c:pt idx="79">
                  <c:v>2.7944444444444445E-2</c:v>
                </c:pt>
                <c:pt idx="80">
                  <c:v>2.7611111111111111E-2</c:v>
                </c:pt>
                <c:pt idx="81">
                  <c:v>2.7166666666666665E-2</c:v>
                </c:pt>
                <c:pt idx="82">
                  <c:v>2.7277777777777776E-2</c:v>
                </c:pt>
                <c:pt idx="83">
                  <c:v>2.7055555555555555E-2</c:v>
                </c:pt>
                <c:pt idx="84">
                  <c:v>2.8055555555555556E-2</c:v>
                </c:pt>
                <c:pt idx="85">
                  <c:v>2.8611111111111111E-2</c:v>
                </c:pt>
                <c:pt idx="86">
                  <c:v>2.8388888888888891E-2</c:v>
                </c:pt>
                <c:pt idx="87">
                  <c:v>2.9166666666666667E-2</c:v>
                </c:pt>
                <c:pt idx="88">
                  <c:v>2.8388888888888891E-2</c:v>
                </c:pt>
                <c:pt idx="89">
                  <c:v>2.7833333333333335E-2</c:v>
                </c:pt>
                <c:pt idx="90">
                  <c:v>2.8277777777777777E-2</c:v>
                </c:pt>
                <c:pt idx="91">
                  <c:v>2.8611111111111111E-2</c:v>
                </c:pt>
                <c:pt idx="92">
                  <c:v>2.9055555555555557E-2</c:v>
                </c:pt>
                <c:pt idx="93">
                  <c:v>3.0388888888888892E-2</c:v>
                </c:pt>
                <c:pt idx="94">
                  <c:v>3.1055555555555558E-2</c:v>
                </c:pt>
                <c:pt idx="95">
                  <c:v>3.1722222222222228E-2</c:v>
                </c:pt>
                <c:pt idx="96">
                  <c:v>3.0833333333333338E-2</c:v>
                </c:pt>
                <c:pt idx="97">
                  <c:v>3.1611111111111118E-2</c:v>
                </c:pt>
                <c:pt idx="98">
                  <c:v>3.2500000000000001E-2</c:v>
                </c:pt>
                <c:pt idx="99">
                  <c:v>3.2388888888888891E-2</c:v>
                </c:pt>
                <c:pt idx="100">
                  <c:v>3.216666666666667E-2</c:v>
                </c:pt>
                <c:pt idx="101">
                  <c:v>3.2611111111111112E-2</c:v>
                </c:pt>
                <c:pt idx="102">
                  <c:v>3.3611111111111119E-2</c:v>
                </c:pt>
                <c:pt idx="103">
                  <c:v>3.4277777777777782E-2</c:v>
                </c:pt>
                <c:pt idx="104">
                  <c:v>3.4500000000000003E-2</c:v>
                </c:pt>
                <c:pt idx="105">
                  <c:v>3.4055555555555561E-2</c:v>
                </c:pt>
                <c:pt idx="106">
                  <c:v>3.4277777777777782E-2</c:v>
                </c:pt>
                <c:pt idx="107">
                  <c:v>3.4944444444444452E-2</c:v>
                </c:pt>
                <c:pt idx="108">
                  <c:v>3.461111111111112E-2</c:v>
                </c:pt>
                <c:pt idx="109">
                  <c:v>3.4722222222222231E-2</c:v>
                </c:pt>
                <c:pt idx="110">
                  <c:v>3.5166666666666672E-2</c:v>
                </c:pt>
                <c:pt idx="111">
                  <c:v>3.5611111111111114E-2</c:v>
                </c:pt>
                <c:pt idx="112">
                  <c:v>3.5833333333333328E-2</c:v>
                </c:pt>
                <c:pt idx="113">
                  <c:v>3.5722222222222225E-2</c:v>
                </c:pt>
                <c:pt idx="114">
                  <c:v>3.7277777777777771E-2</c:v>
                </c:pt>
                <c:pt idx="115">
                  <c:v>3.6944444444444439E-2</c:v>
                </c:pt>
                <c:pt idx="116">
                  <c:v>3.783333333333333E-2</c:v>
                </c:pt>
                <c:pt idx="117">
                  <c:v>3.794444444444444E-2</c:v>
                </c:pt>
                <c:pt idx="118">
                  <c:v>3.861111111111111E-2</c:v>
                </c:pt>
                <c:pt idx="119">
                  <c:v>3.861111111111111E-2</c:v>
                </c:pt>
                <c:pt idx="120">
                  <c:v>3.9277777777777773E-2</c:v>
                </c:pt>
                <c:pt idx="121">
                  <c:v>3.9166666666666662E-2</c:v>
                </c:pt>
                <c:pt idx="122">
                  <c:v>3.85E-2</c:v>
                </c:pt>
                <c:pt idx="123">
                  <c:v>3.8944444444444441E-2</c:v>
                </c:pt>
                <c:pt idx="124">
                  <c:v>3.8833333333333331E-2</c:v>
                </c:pt>
                <c:pt idx="125">
                  <c:v>3.95E-2</c:v>
                </c:pt>
                <c:pt idx="126">
                  <c:v>3.9055555555555552E-2</c:v>
                </c:pt>
                <c:pt idx="127">
                  <c:v>3.938888888888889E-2</c:v>
                </c:pt>
                <c:pt idx="128">
                  <c:v>4.0944444444444443E-2</c:v>
                </c:pt>
                <c:pt idx="129">
                  <c:v>4.1055555555555553E-2</c:v>
                </c:pt>
                <c:pt idx="130">
                  <c:v>4.0388888888888891E-2</c:v>
                </c:pt>
                <c:pt idx="131">
                  <c:v>4.0055555555555553E-2</c:v>
                </c:pt>
                <c:pt idx="132">
                  <c:v>4.0388888888888891E-2</c:v>
                </c:pt>
                <c:pt idx="133">
                  <c:v>4.0722222222222222E-2</c:v>
                </c:pt>
                <c:pt idx="134">
                  <c:v>4.0611111111111112E-2</c:v>
                </c:pt>
                <c:pt idx="135">
                  <c:v>4.0722222222222222E-2</c:v>
                </c:pt>
                <c:pt idx="136">
                  <c:v>4.1277777777777774E-2</c:v>
                </c:pt>
                <c:pt idx="137">
                  <c:v>4.1055555555555553E-2</c:v>
                </c:pt>
                <c:pt idx="138">
                  <c:v>4.0722222222222222E-2</c:v>
                </c:pt>
                <c:pt idx="139">
                  <c:v>4.1055555555555553E-2</c:v>
                </c:pt>
                <c:pt idx="140">
                  <c:v>4.1611111111111113E-2</c:v>
                </c:pt>
                <c:pt idx="141">
                  <c:v>4.1055555555555553E-2</c:v>
                </c:pt>
                <c:pt idx="142">
                  <c:v>4.2055555555555554E-2</c:v>
                </c:pt>
                <c:pt idx="143">
                  <c:v>4.1833333333333333E-2</c:v>
                </c:pt>
                <c:pt idx="144">
                  <c:v>4.1500000000000002E-2</c:v>
                </c:pt>
                <c:pt idx="145">
                  <c:v>4.1055555555555553E-2</c:v>
                </c:pt>
                <c:pt idx="146">
                  <c:v>4.1055555555555553E-2</c:v>
                </c:pt>
                <c:pt idx="147">
                  <c:v>4.0722222222222222E-2</c:v>
                </c:pt>
                <c:pt idx="148">
                  <c:v>4.0500000000000001E-2</c:v>
                </c:pt>
                <c:pt idx="149">
                  <c:v>4.0166666666666663E-2</c:v>
                </c:pt>
                <c:pt idx="150">
                  <c:v>3.938888888888889E-2</c:v>
                </c:pt>
                <c:pt idx="151">
                  <c:v>3.9722222222222221E-2</c:v>
                </c:pt>
                <c:pt idx="152">
                  <c:v>3.938888888888889E-2</c:v>
                </c:pt>
                <c:pt idx="153">
                  <c:v>3.8388888888888889E-2</c:v>
                </c:pt>
                <c:pt idx="154">
                  <c:v>3.872222222222222E-2</c:v>
                </c:pt>
                <c:pt idx="155">
                  <c:v>3.861111111111111E-2</c:v>
                </c:pt>
                <c:pt idx="156">
                  <c:v>3.8055555555555551E-2</c:v>
                </c:pt>
                <c:pt idx="157">
                  <c:v>3.8055555555555551E-2</c:v>
                </c:pt>
                <c:pt idx="158">
                  <c:v>3.7722222222222219E-2</c:v>
                </c:pt>
                <c:pt idx="159">
                  <c:v>3.7722222222222219E-2</c:v>
                </c:pt>
                <c:pt idx="160">
                  <c:v>3.6944444444444439E-2</c:v>
                </c:pt>
                <c:pt idx="161">
                  <c:v>3.705555555555555E-2</c:v>
                </c:pt>
                <c:pt idx="162">
                  <c:v>3.6944444444444439E-2</c:v>
                </c:pt>
                <c:pt idx="163">
                  <c:v>3.6833333333333329E-2</c:v>
                </c:pt>
                <c:pt idx="164">
                  <c:v>3.6944444444444439E-2</c:v>
                </c:pt>
                <c:pt idx="165">
                  <c:v>3.6722222222222219E-2</c:v>
                </c:pt>
                <c:pt idx="166">
                  <c:v>3.5388888888888886E-2</c:v>
                </c:pt>
                <c:pt idx="167">
                  <c:v>3.4944444444444445E-2</c:v>
                </c:pt>
                <c:pt idx="168">
                  <c:v>3.5388888888888886E-2</c:v>
                </c:pt>
                <c:pt idx="169">
                  <c:v>3.5055555555555555E-2</c:v>
                </c:pt>
                <c:pt idx="170">
                  <c:v>3.4166666666666665E-2</c:v>
                </c:pt>
                <c:pt idx="171">
                  <c:v>3.383333333333334E-2</c:v>
                </c:pt>
                <c:pt idx="172">
                  <c:v>3.3388888888888892E-2</c:v>
                </c:pt>
                <c:pt idx="173">
                  <c:v>3.3388888888888892E-2</c:v>
                </c:pt>
                <c:pt idx="174">
                  <c:v>3.305555555555556E-2</c:v>
                </c:pt>
                <c:pt idx="175">
                  <c:v>3.294444444444445E-2</c:v>
                </c:pt>
                <c:pt idx="176">
                  <c:v>3.227777777777778E-2</c:v>
                </c:pt>
                <c:pt idx="177">
                  <c:v>3.138888888888889E-2</c:v>
                </c:pt>
                <c:pt idx="178">
                  <c:v>3.0388888888888892E-2</c:v>
                </c:pt>
                <c:pt idx="179">
                  <c:v>3.0277777777777778E-2</c:v>
                </c:pt>
                <c:pt idx="180">
                  <c:v>2.9833333333333337E-2</c:v>
                </c:pt>
                <c:pt idx="181">
                  <c:v>2.8722222222222222E-2</c:v>
                </c:pt>
                <c:pt idx="182">
                  <c:v>2.9055555555555557E-2</c:v>
                </c:pt>
                <c:pt idx="183">
                  <c:v>2.8166666666666666E-2</c:v>
                </c:pt>
                <c:pt idx="184">
                  <c:v>2.7833333333333335E-2</c:v>
                </c:pt>
                <c:pt idx="185">
                  <c:v>2.7611111111111111E-2</c:v>
                </c:pt>
                <c:pt idx="186">
                  <c:v>2.672222222222222E-2</c:v>
                </c:pt>
                <c:pt idx="187">
                  <c:v>2.6499999999999999E-2</c:v>
                </c:pt>
                <c:pt idx="188">
                  <c:v>2.5611111111111109E-2</c:v>
                </c:pt>
                <c:pt idx="189">
                  <c:v>2.4944444444444446E-2</c:v>
                </c:pt>
                <c:pt idx="190">
                  <c:v>2.4055555555555556E-2</c:v>
                </c:pt>
                <c:pt idx="191">
                  <c:v>2.3833333333333331E-2</c:v>
                </c:pt>
                <c:pt idx="192">
                  <c:v>2.338888888888889E-2</c:v>
                </c:pt>
                <c:pt idx="193">
                  <c:v>2.3055555555555558E-2</c:v>
                </c:pt>
                <c:pt idx="194">
                  <c:v>2.2166666666666668E-2</c:v>
                </c:pt>
                <c:pt idx="195">
                  <c:v>2.2055555555555557E-2</c:v>
                </c:pt>
                <c:pt idx="196">
                  <c:v>2.1388888888888888E-2</c:v>
                </c:pt>
                <c:pt idx="197">
                  <c:v>2.0500000000000001E-2</c:v>
                </c:pt>
                <c:pt idx="198">
                  <c:v>1.9944444444444445E-2</c:v>
                </c:pt>
                <c:pt idx="199">
                  <c:v>1.9722222222222221E-2</c:v>
                </c:pt>
                <c:pt idx="200">
                  <c:v>1.8944444444444444E-2</c:v>
                </c:pt>
                <c:pt idx="201">
                  <c:v>1.8388888888888885E-2</c:v>
                </c:pt>
                <c:pt idx="202">
                  <c:v>1.7944444444444443E-2</c:v>
                </c:pt>
                <c:pt idx="203">
                  <c:v>1.7166666666666663E-2</c:v>
                </c:pt>
                <c:pt idx="204">
                  <c:v>1.627777777777778E-2</c:v>
                </c:pt>
                <c:pt idx="205">
                  <c:v>1.5388888888888889E-2</c:v>
                </c:pt>
                <c:pt idx="206">
                  <c:v>1.4722222222222223E-2</c:v>
                </c:pt>
                <c:pt idx="207">
                  <c:v>1.4500000000000001E-2</c:v>
                </c:pt>
                <c:pt idx="208">
                  <c:v>1.3944444444444445E-2</c:v>
                </c:pt>
                <c:pt idx="209">
                  <c:v>1.3833333333333333E-2</c:v>
                </c:pt>
                <c:pt idx="210">
                  <c:v>1.35E-2</c:v>
                </c:pt>
                <c:pt idx="211">
                  <c:v>1.3277777777777777E-2</c:v>
                </c:pt>
                <c:pt idx="212">
                  <c:v>1.2055555555555555E-2</c:v>
                </c:pt>
                <c:pt idx="213">
                  <c:v>1.1944444444444445E-2</c:v>
                </c:pt>
                <c:pt idx="214">
                  <c:v>1.1722222222222222E-2</c:v>
                </c:pt>
                <c:pt idx="215">
                  <c:v>1.1055555555555556E-2</c:v>
                </c:pt>
                <c:pt idx="216">
                  <c:v>1.1166666666666667E-2</c:v>
                </c:pt>
                <c:pt idx="217">
                  <c:v>1.0611111111111111E-2</c:v>
                </c:pt>
                <c:pt idx="218">
                  <c:v>1.0833333333333332E-2</c:v>
                </c:pt>
                <c:pt idx="219">
                  <c:v>1.0388888888888887E-2</c:v>
                </c:pt>
                <c:pt idx="220">
                  <c:v>9.166666666666665E-3</c:v>
                </c:pt>
                <c:pt idx="221">
                  <c:v>9.0555555555555545E-3</c:v>
                </c:pt>
                <c:pt idx="222">
                  <c:v>8.3888888888888867E-3</c:v>
                </c:pt>
                <c:pt idx="223">
                  <c:v>8.1666666666666658E-3</c:v>
                </c:pt>
                <c:pt idx="224">
                  <c:v>8.6111111111111128E-3</c:v>
                </c:pt>
                <c:pt idx="225">
                  <c:v>7.8333333333333345E-3</c:v>
                </c:pt>
                <c:pt idx="226">
                  <c:v>7.0555555555555562E-3</c:v>
                </c:pt>
                <c:pt idx="227">
                  <c:v>6.5000000000000006E-3</c:v>
                </c:pt>
                <c:pt idx="228">
                  <c:v>6.1666666666666658E-3</c:v>
                </c:pt>
                <c:pt idx="229">
                  <c:v>6.0555555555555553E-3</c:v>
                </c:pt>
                <c:pt idx="230">
                  <c:v>5.8333333333333327E-3</c:v>
                </c:pt>
                <c:pt idx="231">
                  <c:v>5.8333333333333327E-3</c:v>
                </c:pt>
                <c:pt idx="232">
                  <c:v>5.4999999999999997E-3</c:v>
                </c:pt>
                <c:pt idx="233">
                  <c:v>5.1666666666666666E-3</c:v>
                </c:pt>
                <c:pt idx="234">
                  <c:v>4.7222222222222214E-3</c:v>
                </c:pt>
                <c:pt idx="235">
                  <c:v>5.0555555555555545E-3</c:v>
                </c:pt>
                <c:pt idx="236">
                  <c:v>5.0555555555555545E-3</c:v>
                </c:pt>
                <c:pt idx="237">
                  <c:v>4.611111111111111E-3</c:v>
                </c:pt>
                <c:pt idx="238">
                  <c:v>3.833333333333334E-3</c:v>
                </c:pt>
                <c:pt idx="239">
                  <c:v>4.3888888888888901E-3</c:v>
                </c:pt>
                <c:pt idx="240">
                  <c:v>4.5000000000000005E-3</c:v>
                </c:pt>
                <c:pt idx="241">
                  <c:v>3.7222222222222227E-3</c:v>
                </c:pt>
                <c:pt idx="242">
                  <c:v>3.833333333333334E-3</c:v>
                </c:pt>
                <c:pt idx="243">
                  <c:v>3.3888888888888892E-3</c:v>
                </c:pt>
                <c:pt idx="244">
                  <c:v>2.8333333333333335E-3</c:v>
                </c:pt>
                <c:pt idx="245">
                  <c:v>3.2777777777777775E-3</c:v>
                </c:pt>
                <c:pt idx="246">
                  <c:v>3.7222222222222227E-3</c:v>
                </c:pt>
                <c:pt idx="247">
                  <c:v>3.8333333333333323E-3</c:v>
                </c:pt>
                <c:pt idx="248">
                  <c:v>3.2777777777777779E-3</c:v>
                </c:pt>
                <c:pt idx="249">
                  <c:v>2.6111111111111109E-3</c:v>
                </c:pt>
                <c:pt idx="250">
                  <c:v>2.0555555555555557E-3</c:v>
                </c:pt>
                <c:pt idx="251">
                  <c:v>1.7222222222222222E-3</c:v>
                </c:pt>
                <c:pt idx="252">
                  <c:v>2.0555555555555557E-3</c:v>
                </c:pt>
                <c:pt idx="253">
                  <c:v>2.5000000000000001E-3</c:v>
                </c:pt>
                <c:pt idx="254">
                  <c:v>2.2777777777777774E-3</c:v>
                </c:pt>
                <c:pt idx="255">
                  <c:v>2.4999999999999996E-3</c:v>
                </c:pt>
                <c:pt idx="256">
                  <c:v>2.944444444444444E-3</c:v>
                </c:pt>
                <c:pt idx="257">
                  <c:v>2.3888888888888892E-3</c:v>
                </c:pt>
                <c:pt idx="258">
                  <c:v>1.5E-3</c:v>
                </c:pt>
                <c:pt idx="259">
                  <c:v>1.6111111111111113E-3</c:v>
                </c:pt>
                <c:pt idx="260">
                  <c:v>6.111111111111111E-4</c:v>
                </c:pt>
                <c:pt idx="261">
                  <c:v>1.6111111111111113E-3</c:v>
                </c:pt>
                <c:pt idx="262">
                  <c:v>1.3888888888888889E-3</c:v>
                </c:pt>
                <c:pt idx="263">
                  <c:v>1.5E-3</c:v>
                </c:pt>
                <c:pt idx="264">
                  <c:v>1.9444444444444448E-3</c:v>
                </c:pt>
                <c:pt idx="265">
                  <c:v>1.0555555555555557E-3</c:v>
                </c:pt>
                <c:pt idx="266">
                  <c:v>1.0555555555555557E-3</c:v>
                </c:pt>
                <c:pt idx="267">
                  <c:v>1.0555555555555557E-3</c:v>
                </c:pt>
                <c:pt idx="268">
                  <c:v>8.3333333333333328E-4</c:v>
                </c:pt>
                <c:pt idx="269">
                  <c:v>1.166666666666667E-3</c:v>
                </c:pt>
                <c:pt idx="270">
                  <c:v>1.5E-3</c:v>
                </c:pt>
                <c:pt idx="271">
                  <c:v>1.9444444444444448E-3</c:v>
                </c:pt>
                <c:pt idx="272">
                  <c:v>2.166666666666667E-3</c:v>
                </c:pt>
                <c:pt idx="273">
                  <c:v>1.7222222222222222E-3</c:v>
                </c:pt>
                <c:pt idx="274">
                  <c:v>9.4444444444444458E-4</c:v>
                </c:pt>
                <c:pt idx="275">
                  <c:v>2.0555555555555553E-3</c:v>
                </c:pt>
                <c:pt idx="276">
                  <c:v>1.9444444444444444E-3</c:v>
                </c:pt>
                <c:pt idx="277">
                  <c:v>2.0555555555555557E-3</c:v>
                </c:pt>
                <c:pt idx="278">
                  <c:v>1.6111111111111109E-3</c:v>
                </c:pt>
                <c:pt idx="279">
                  <c:v>1.0555555555555557E-3</c:v>
                </c:pt>
                <c:pt idx="280">
                  <c:v>1.8333333333333331E-3</c:v>
                </c:pt>
                <c:pt idx="281">
                  <c:v>1.6111111111111109E-3</c:v>
                </c:pt>
                <c:pt idx="282">
                  <c:v>1.1666666666666665E-3</c:v>
                </c:pt>
                <c:pt idx="283">
                  <c:v>9.4444444444444415E-4</c:v>
                </c:pt>
                <c:pt idx="284">
                  <c:v>1.0555555555555557E-3</c:v>
                </c:pt>
                <c:pt idx="285">
                  <c:v>1.1666666666666665E-3</c:v>
                </c:pt>
                <c:pt idx="286">
                  <c:v>9.4444444444444437E-4</c:v>
                </c:pt>
                <c:pt idx="287">
                  <c:v>1.8333333333333339E-3</c:v>
                </c:pt>
                <c:pt idx="288">
                  <c:v>1.9444444444444444E-3</c:v>
                </c:pt>
                <c:pt idx="289">
                  <c:v>1.6111111111111113E-3</c:v>
                </c:pt>
                <c:pt idx="290">
                  <c:v>9.4444444444444437E-4</c:v>
                </c:pt>
                <c:pt idx="291">
                  <c:v>-1.6666666666666669E-4</c:v>
                </c:pt>
                <c:pt idx="292">
                  <c:v>1.0555555555555557E-3</c:v>
                </c:pt>
                <c:pt idx="293">
                  <c:v>1.6111111111111113E-3</c:v>
                </c:pt>
                <c:pt idx="294">
                  <c:v>1.9444444444444444E-3</c:v>
                </c:pt>
                <c:pt idx="295">
                  <c:v>2.2777777777777774E-3</c:v>
                </c:pt>
                <c:pt idx="296">
                  <c:v>1.3888888888888889E-3</c:v>
                </c:pt>
                <c:pt idx="297">
                  <c:v>1.1666666666666665E-3</c:v>
                </c:pt>
                <c:pt idx="298">
                  <c:v>1.9444444444444444E-3</c:v>
                </c:pt>
                <c:pt idx="299">
                  <c:v>1.0555555555555555E-3</c:v>
                </c:pt>
                <c:pt idx="300">
                  <c:v>7.2222222222222219E-4</c:v>
                </c:pt>
                <c:pt idx="301">
                  <c:v>7.2222222222222219E-4</c:v>
                </c:pt>
                <c:pt idx="302">
                  <c:v>1.1666666666666665E-3</c:v>
                </c:pt>
                <c:pt idx="303">
                  <c:v>1.0555555555555557E-3</c:v>
                </c:pt>
                <c:pt idx="304">
                  <c:v>1.5E-3</c:v>
                </c:pt>
                <c:pt idx="305">
                  <c:v>2.0555555555555557E-3</c:v>
                </c:pt>
                <c:pt idx="306">
                  <c:v>2.6111111111111109E-3</c:v>
                </c:pt>
                <c:pt idx="307">
                  <c:v>1.5E-3</c:v>
                </c:pt>
                <c:pt idx="308">
                  <c:v>9.4444444444444458E-4</c:v>
                </c:pt>
                <c:pt idx="309">
                  <c:v>1.2777777777777779E-3</c:v>
                </c:pt>
                <c:pt idx="310">
                  <c:v>9.4444444444444458E-4</c:v>
                </c:pt>
                <c:pt idx="311">
                  <c:v>1.1666666666666665E-3</c:v>
                </c:pt>
                <c:pt idx="312">
                  <c:v>1.1666666666666665E-3</c:v>
                </c:pt>
                <c:pt idx="313">
                  <c:v>1.3888888888888889E-3</c:v>
                </c:pt>
                <c:pt idx="314">
                  <c:v>1.0555555555555557E-3</c:v>
                </c:pt>
                <c:pt idx="315">
                  <c:v>7.2222222222222219E-4</c:v>
                </c:pt>
                <c:pt idx="316">
                  <c:v>1.6111111111111109E-3</c:v>
                </c:pt>
                <c:pt idx="317">
                  <c:v>1.2777777777777779E-3</c:v>
                </c:pt>
                <c:pt idx="318">
                  <c:v>1.1666666666666665E-3</c:v>
                </c:pt>
                <c:pt idx="319">
                  <c:v>-5.5555555555555545E-5</c:v>
                </c:pt>
                <c:pt idx="320">
                  <c:v>6.111111111111111E-4</c:v>
                </c:pt>
                <c:pt idx="321">
                  <c:v>5.0000000000000001E-4</c:v>
                </c:pt>
                <c:pt idx="322">
                  <c:v>9.4444444444444458E-4</c:v>
                </c:pt>
                <c:pt idx="323">
                  <c:v>1.9444444444444444E-3</c:v>
                </c:pt>
                <c:pt idx="324">
                  <c:v>2.2777777777777774E-3</c:v>
                </c:pt>
                <c:pt idx="325">
                  <c:v>1.0555555555555557E-3</c:v>
                </c:pt>
                <c:pt idx="326">
                  <c:v>5.5555555555555545E-5</c:v>
                </c:pt>
                <c:pt idx="327">
                  <c:v>1.1666666666666665E-3</c:v>
                </c:pt>
                <c:pt idx="328">
                  <c:v>3.8888888888888892E-4</c:v>
                </c:pt>
                <c:pt idx="329">
                  <c:v>-5.0000000000000001E-4</c:v>
                </c:pt>
                <c:pt idx="330">
                  <c:v>5.5555555555555653E-5</c:v>
                </c:pt>
                <c:pt idx="331">
                  <c:v>1.1666666666666665E-3</c:v>
                </c:pt>
                <c:pt idx="332">
                  <c:v>1.166666666666667E-3</c:v>
                </c:pt>
                <c:pt idx="333">
                  <c:v>1.166666666666667E-3</c:v>
                </c:pt>
                <c:pt idx="334">
                  <c:v>1.166666666666667E-3</c:v>
                </c:pt>
                <c:pt idx="335">
                  <c:v>1.6111111111111113E-3</c:v>
                </c:pt>
                <c:pt idx="336">
                  <c:v>1.5E-3</c:v>
                </c:pt>
                <c:pt idx="337">
                  <c:v>1.3888888888888889E-3</c:v>
                </c:pt>
                <c:pt idx="338">
                  <c:v>3.8888888888888892E-4</c:v>
                </c:pt>
                <c:pt idx="339">
                  <c:v>1.3888888888888889E-3</c:v>
                </c:pt>
                <c:pt idx="340">
                  <c:v>2.8333333333333331E-3</c:v>
                </c:pt>
                <c:pt idx="341">
                  <c:v>1.5E-3</c:v>
                </c:pt>
                <c:pt idx="342">
                  <c:v>-8.3333333333333328E-4</c:v>
                </c:pt>
                <c:pt idx="343">
                  <c:v>6.1111111111111067E-4</c:v>
                </c:pt>
                <c:pt idx="344">
                  <c:v>5.5555555555555436E-5</c:v>
                </c:pt>
                <c:pt idx="345">
                  <c:v>1.6666666666666663E-4</c:v>
                </c:pt>
                <c:pt idx="346">
                  <c:v>8.3333333333333328E-4</c:v>
                </c:pt>
                <c:pt idx="347">
                  <c:v>1.5E-3</c:v>
                </c:pt>
                <c:pt idx="348">
                  <c:v>1.9444444444444444E-3</c:v>
                </c:pt>
                <c:pt idx="349">
                  <c:v>8.3333333333333328E-4</c:v>
                </c:pt>
                <c:pt idx="350">
                  <c:v>8.3333333333333328E-4</c:v>
                </c:pt>
                <c:pt idx="351">
                  <c:v>1.5E-3</c:v>
                </c:pt>
                <c:pt idx="352">
                  <c:v>1.7222222222222218E-3</c:v>
                </c:pt>
                <c:pt idx="353">
                  <c:v>6.111111111111111E-4</c:v>
                </c:pt>
                <c:pt idx="354">
                  <c:v>-5.5555555555555545E-5</c:v>
                </c:pt>
                <c:pt idx="355">
                  <c:v>5.5555555555555545E-5</c:v>
                </c:pt>
                <c:pt idx="356">
                  <c:v>1.8333333333333331E-3</c:v>
                </c:pt>
                <c:pt idx="357">
                  <c:v>8.3333333333333328E-4</c:v>
                </c:pt>
                <c:pt idx="358">
                  <c:v>6.1111111111111132E-4</c:v>
                </c:pt>
                <c:pt idx="359">
                  <c:v>-1.6666666666666658E-4</c:v>
                </c:pt>
                <c:pt idx="360">
                  <c:v>-5.5555555555555545E-5</c:v>
                </c:pt>
                <c:pt idx="361">
                  <c:v>-5.5555555555555436E-5</c:v>
                </c:pt>
                <c:pt idx="362">
                  <c:v>6.1111111111111088E-4</c:v>
                </c:pt>
                <c:pt idx="363">
                  <c:v>1.0555555555555557E-3</c:v>
                </c:pt>
                <c:pt idx="364">
                  <c:v>1.5E-3</c:v>
                </c:pt>
                <c:pt idx="365">
                  <c:v>1.0555555555555557E-3</c:v>
                </c:pt>
                <c:pt idx="366">
                  <c:v>6.111111111111111E-4</c:v>
                </c:pt>
                <c:pt idx="367">
                  <c:v>2.8333333333333331E-3</c:v>
                </c:pt>
                <c:pt idx="368">
                  <c:v>2.5000000000000001E-3</c:v>
                </c:pt>
                <c:pt idx="369">
                  <c:v>2.5000000000000005E-3</c:v>
                </c:pt>
                <c:pt idx="370">
                  <c:v>9.4444444444444458E-4</c:v>
                </c:pt>
                <c:pt idx="371">
                  <c:v>8.3333333333333328E-4</c:v>
                </c:pt>
                <c:pt idx="372">
                  <c:v>9.4444444444444437E-4</c:v>
                </c:pt>
                <c:pt idx="373">
                  <c:v>1.8333333333333335E-3</c:v>
                </c:pt>
                <c:pt idx="374">
                  <c:v>2.7222222222222222E-3</c:v>
                </c:pt>
                <c:pt idx="375">
                  <c:v>2.2777777777777774E-3</c:v>
                </c:pt>
                <c:pt idx="376">
                  <c:v>2.7222222222222222E-3</c:v>
                </c:pt>
                <c:pt idx="377">
                  <c:v>1.9444444444444444E-3</c:v>
                </c:pt>
                <c:pt idx="378">
                  <c:v>2.0555555555555557E-3</c:v>
                </c:pt>
                <c:pt idx="379">
                  <c:v>1.5E-3</c:v>
                </c:pt>
                <c:pt idx="380">
                  <c:v>2.4999999999999996E-3</c:v>
                </c:pt>
                <c:pt idx="381">
                  <c:v>1.2777777777777779E-3</c:v>
                </c:pt>
                <c:pt idx="382">
                  <c:v>1.0555555555555555E-3</c:v>
                </c:pt>
                <c:pt idx="383">
                  <c:v>1.2777777777777779E-3</c:v>
                </c:pt>
                <c:pt idx="384">
                  <c:v>5.5555555555555545E-5</c:v>
                </c:pt>
                <c:pt idx="385">
                  <c:v>3.8888888888888892E-4</c:v>
                </c:pt>
                <c:pt idx="386">
                  <c:v>1.6666666666666685E-4</c:v>
                </c:pt>
                <c:pt idx="387">
                  <c:v>2.6111111111111114E-3</c:v>
                </c:pt>
                <c:pt idx="388">
                  <c:v>3.3888888888888892E-3</c:v>
                </c:pt>
                <c:pt idx="389">
                  <c:v>2.8333333333333335E-3</c:v>
                </c:pt>
                <c:pt idx="390">
                  <c:v>2.0555555555555557E-3</c:v>
                </c:pt>
                <c:pt idx="391">
                  <c:v>2.8333333333333331E-3</c:v>
                </c:pt>
                <c:pt idx="392">
                  <c:v>3.3888888888888892E-3</c:v>
                </c:pt>
                <c:pt idx="393">
                  <c:v>2.2777777777777774E-3</c:v>
                </c:pt>
                <c:pt idx="394">
                  <c:v>1.6111111111111105E-3</c:v>
                </c:pt>
                <c:pt idx="395">
                  <c:v>-1.6666666666666685E-4</c:v>
                </c:pt>
                <c:pt idx="396">
                  <c:v>1.0555555555555555E-3</c:v>
                </c:pt>
                <c:pt idx="397">
                  <c:v>1.2777777777777779E-3</c:v>
                </c:pt>
                <c:pt idx="398">
                  <c:v>1.1666666666666665E-3</c:v>
                </c:pt>
                <c:pt idx="399">
                  <c:v>-2.0555555555555553E-3</c:v>
                </c:pt>
                <c:pt idx="400">
                  <c:v>9.4444444444444458E-4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96C-4397-8AEC-D7C93775B08F}"/>
            </c:ext>
          </c:extLst>
        </c:ser>
        <c:ser>
          <c:idx val="1"/>
          <c:order val="1"/>
          <c:tx>
            <c:strRef>
              <c:f>'Baseline Corrections'!$AJ$3</c:f>
              <c:strCache>
                <c:ptCount val="1"/>
                <c:pt idx="0">
                  <c:v>Bleach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Corrections'!$AJ$4:$AJ$404</c:f>
              <c:numCache>
                <c:formatCode>General</c:formatCode>
                <c:ptCount val="401"/>
                <c:pt idx="0">
                  <c:v>7.0777777777777773E-2</c:v>
                </c:pt>
                <c:pt idx="1">
                  <c:v>7.3111111111111099E-2</c:v>
                </c:pt>
                <c:pt idx="2">
                  <c:v>6.8888888888888902E-2</c:v>
                </c:pt>
                <c:pt idx="3">
                  <c:v>7.2666666666666685E-2</c:v>
                </c:pt>
                <c:pt idx="4">
                  <c:v>7.5111111111111115E-2</c:v>
                </c:pt>
                <c:pt idx="5">
                  <c:v>7.5222222222222232E-2</c:v>
                </c:pt>
                <c:pt idx="6">
                  <c:v>7.2444444444444464E-2</c:v>
                </c:pt>
                <c:pt idx="7">
                  <c:v>7.1555555555555567E-2</c:v>
                </c:pt>
                <c:pt idx="8">
                  <c:v>6.9666666666666682E-2</c:v>
                </c:pt>
                <c:pt idx="9">
                  <c:v>7.0888888888888904E-2</c:v>
                </c:pt>
                <c:pt idx="10">
                  <c:v>7.0000000000000007E-2</c:v>
                </c:pt>
                <c:pt idx="11">
                  <c:v>7.0222222222222241E-2</c:v>
                </c:pt>
                <c:pt idx="12">
                  <c:v>7.1333333333333346E-2</c:v>
                </c:pt>
                <c:pt idx="13">
                  <c:v>6.8777777777777771E-2</c:v>
                </c:pt>
                <c:pt idx="14">
                  <c:v>6.9888888888888889E-2</c:v>
                </c:pt>
                <c:pt idx="15">
                  <c:v>7.011111111111111E-2</c:v>
                </c:pt>
                <c:pt idx="16">
                  <c:v>7.2888888888888906E-2</c:v>
                </c:pt>
                <c:pt idx="17">
                  <c:v>7.1888888888888905E-2</c:v>
                </c:pt>
                <c:pt idx="18">
                  <c:v>7.0666666666666669E-2</c:v>
                </c:pt>
                <c:pt idx="19">
                  <c:v>7.244444444444445E-2</c:v>
                </c:pt>
                <c:pt idx="20">
                  <c:v>7.2777777777777788E-2</c:v>
                </c:pt>
                <c:pt idx="21">
                  <c:v>7.322222222222223E-2</c:v>
                </c:pt>
                <c:pt idx="22">
                  <c:v>7.3888888888888893E-2</c:v>
                </c:pt>
                <c:pt idx="23">
                  <c:v>7.2666666666666685E-2</c:v>
                </c:pt>
                <c:pt idx="24">
                  <c:v>7.4888888888888908E-2</c:v>
                </c:pt>
                <c:pt idx="25">
                  <c:v>7.2000000000000008E-2</c:v>
                </c:pt>
                <c:pt idx="26">
                  <c:v>7.3222222222222244E-2</c:v>
                </c:pt>
                <c:pt idx="27">
                  <c:v>7.5111111111111128E-2</c:v>
                </c:pt>
                <c:pt idx="28">
                  <c:v>7.4444444444444466E-2</c:v>
                </c:pt>
                <c:pt idx="29">
                  <c:v>7.3888888888888907E-2</c:v>
                </c:pt>
                <c:pt idx="30">
                  <c:v>7.4777777777777776E-2</c:v>
                </c:pt>
                <c:pt idx="31">
                  <c:v>7.4222222222222217E-2</c:v>
                </c:pt>
                <c:pt idx="32">
                  <c:v>7.4444444444444466E-2</c:v>
                </c:pt>
                <c:pt idx="33">
                  <c:v>7.2333333333333347E-2</c:v>
                </c:pt>
                <c:pt idx="34">
                  <c:v>7.166666666666667E-2</c:v>
                </c:pt>
                <c:pt idx="35">
                  <c:v>7.2000000000000008E-2</c:v>
                </c:pt>
                <c:pt idx="36">
                  <c:v>7.3888888888888907E-2</c:v>
                </c:pt>
                <c:pt idx="37">
                  <c:v>7.1888888888888905E-2</c:v>
                </c:pt>
                <c:pt idx="38">
                  <c:v>7.2222222222222243E-2</c:v>
                </c:pt>
                <c:pt idx="39">
                  <c:v>7.2444444444444464E-2</c:v>
                </c:pt>
                <c:pt idx="40">
                  <c:v>7.0111111111111124E-2</c:v>
                </c:pt>
                <c:pt idx="41">
                  <c:v>7.0333333333333345E-2</c:v>
                </c:pt>
                <c:pt idx="42">
                  <c:v>6.8777777777777785E-2</c:v>
                </c:pt>
                <c:pt idx="43">
                  <c:v>6.9444444444444461E-2</c:v>
                </c:pt>
                <c:pt idx="44">
                  <c:v>6.8444444444444461E-2</c:v>
                </c:pt>
                <c:pt idx="45">
                  <c:v>6.9444444444444461E-2</c:v>
                </c:pt>
                <c:pt idx="46">
                  <c:v>6.9111111111111123E-2</c:v>
                </c:pt>
                <c:pt idx="47">
                  <c:v>6.7888888888888901E-2</c:v>
                </c:pt>
                <c:pt idx="48">
                  <c:v>6.744444444444446E-2</c:v>
                </c:pt>
                <c:pt idx="49">
                  <c:v>6.5222222222222237E-2</c:v>
                </c:pt>
                <c:pt idx="50">
                  <c:v>6.4111111111111119E-2</c:v>
                </c:pt>
                <c:pt idx="51">
                  <c:v>6.2555555555555559E-2</c:v>
                </c:pt>
                <c:pt idx="52">
                  <c:v>6.1111111111111116E-2</c:v>
                </c:pt>
                <c:pt idx="53">
                  <c:v>5.9111111111111114E-2</c:v>
                </c:pt>
                <c:pt idx="54">
                  <c:v>5.7000000000000002E-2</c:v>
                </c:pt>
                <c:pt idx="55">
                  <c:v>5.7222222222222223E-2</c:v>
                </c:pt>
                <c:pt idx="56">
                  <c:v>5.8000000000000003E-2</c:v>
                </c:pt>
                <c:pt idx="57">
                  <c:v>5.7222222222222223E-2</c:v>
                </c:pt>
                <c:pt idx="58">
                  <c:v>5.411111111111111E-2</c:v>
                </c:pt>
                <c:pt idx="59">
                  <c:v>5.2999999999999999E-2</c:v>
                </c:pt>
                <c:pt idx="60">
                  <c:v>5.1777777777777784E-2</c:v>
                </c:pt>
                <c:pt idx="61">
                  <c:v>5.0666666666666665E-2</c:v>
                </c:pt>
                <c:pt idx="62">
                  <c:v>5.0777777777777776E-2</c:v>
                </c:pt>
                <c:pt idx="63">
                  <c:v>4.9777777777777775E-2</c:v>
                </c:pt>
                <c:pt idx="64">
                  <c:v>4.7E-2</c:v>
                </c:pt>
                <c:pt idx="65">
                  <c:v>4.4000000000000004E-2</c:v>
                </c:pt>
                <c:pt idx="66">
                  <c:v>4.3777777777777777E-2</c:v>
                </c:pt>
                <c:pt idx="67">
                  <c:v>4.2555555555555541E-2</c:v>
                </c:pt>
                <c:pt idx="68">
                  <c:v>4.1777777777777768E-2</c:v>
                </c:pt>
                <c:pt idx="69">
                  <c:v>4.1444444444444443E-2</c:v>
                </c:pt>
                <c:pt idx="70">
                  <c:v>3.9E-2</c:v>
                </c:pt>
                <c:pt idx="71">
                  <c:v>3.7222222222222219E-2</c:v>
                </c:pt>
                <c:pt idx="72">
                  <c:v>3.6222222222222218E-2</c:v>
                </c:pt>
                <c:pt idx="73">
                  <c:v>3.6555555555555549E-2</c:v>
                </c:pt>
                <c:pt idx="74">
                  <c:v>3.6222222222222218E-2</c:v>
                </c:pt>
                <c:pt idx="75">
                  <c:v>3.5444444444444452E-2</c:v>
                </c:pt>
                <c:pt idx="76">
                  <c:v>3.5111111111111121E-2</c:v>
                </c:pt>
                <c:pt idx="77">
                  <c:v>3.333333333333334E-2</c:v>
                </c:pt>
                <c:pt idx="78">
                  <c:v>3.177777777777778E-2</c:v>
                </c:pt>
                <c:pt idx="79">
                  <c:v>3.1000000000000003E-2</c:v>
                </c:pt>
                <c:pt idx="80">
                  <c:v>3.0333333333333337E-2</c:v>
                </c:pt>
                <c:pt idx="81">
                  <c:v>2.9888888888888892E-2</c:v>
                </c:pt>
                <c:pt idx="82">
                  <c:v>2.8555555555555556E-2</c:v>
                </c:pt>
                <c:pt idx="83">
                  <c:v>2.7555555555555555E-2</c:v>
                </c:pt>
                <c:pt idx="84">
                  <c:v>2.6555555555555554E-2</c:v>
                </c:pt>
                <c:pt idx="85">
                  <c:v>2.6111111111111109E-2</c:v>
                </c:pt>
                <c:pt idx="86">
                  <c:v>2.5000000000000001E-2</c:v>
                </c:pt>
                <c:pt idx="87">
                  <c:v>2.5000000000000001E-2</c:v>
                </c:pt>
                <c:pt idx="88">
                  <c:v>2.4888888888888891E-2</c:v>
                </c:pt>
                <c:pt idx="89">
                  <c:v>2.3777777777777776E-2</c:v>
                </c:pt>
                <c:pt idx="90">
                  <c:v>2.2666666666666665E-2</c:v>
                </c:pt>
                <c:pt idx="91">
                  <c:v>2.2555555555555554E-2</c:v>
                </c:pt>
                <c:pt idx="92">
                  <c:v>2.1888888888888888E-2</c:v>
                </c:pt>
                <c:pt idx="93">
                  <c:v>2.2666666666666668E-2</c:v>
                </c:pt>
                <c:pt idx="94">
                  <c:v>2.1555555555555557E-2</c:v>
                </c:pt>
                <c:pt idx="95">
                  <c:v>2.1222222222222222E-2</c:v>
                </c:pt>
                <c:pt idx="96">
                  <c:v>2.0333333333333332E-2</c:v>
                </c:pt>
                <c:pt idx="97">
                  <c:v>2.1666666666666664E-2</c:v>
                </c:pt>
                <c:pt idx="98">
                  <c:v>2.1666666666666667E-2</c:v>
                </c:pt>
                <c:pt idx="99">
                  <c:v>2.1111111111111112E-2</c:v>
                </c:pt>
                <c:pt idx="100">
                  <c:v>2.0222222222222221E-2</c:v>
                </c:pt>
                <c:pt idx="101">
                  <c:v>2.1222222222222219E-2</c:v>
                </c:pt>
                <c:pt idx="102">
                  <c:v>2.0555555555555556E-2</c:v>
                </c:pt>
                <c:pt idx="103">
                  <c:v>2.0333333333333332E-2</c:v>
                </c:pt>
                <c:pt idx="104">
                  <c:v>2.1000000000000001E-2</c:v>
                </c:pt>
                <c:pt idx="105">
                  <c:v>2.0333333333333332E-2</c:v>
                </c:pt>
                <c:pt idx="106">
                  <c:v>2.0555555555555556E-2</c:v>
                </c:pt>
                <c:pt idx="107">
                  <c:v>2.0444444444444446E-2</c:v>
                </c:pt>
                <c:pt idx="108">
                  <c:v>1.8666666666666665E-2</c:v>
                </c:pt>
                <c:pt idx="109">
                  <c:v>1.822222222222222E-2</c:v>
                </c:pt>
                <c:pt idx="110">
                  <c:v>1.922222222222222E-2</c:v>
                </c:pt>
                <c:pt idx="111">
                  <c:v>1.9333333333333331E-2</c:v>
                </c:pt>
                <c:pt idx="112">
                  <c:v>1.8777777777777775E-2</c:v>
                </c:pt>
                <c:pt idx="113">
                  <c:v>1.8111111111111109E-2</c:v>
                </c:pt>
                <c:pt idx="114">
                  <c:v>1.7888888888888885E-2</c:v>
                </c:pt>
                <c:pt idx="115">
                  <c:v>1.7999999999999999E-2</c:v>
                </c:pt>
                <c:pt idx="116">
                  <c:v>1.7777777777777774E-2</c:v>
                </c:pt>
                <c:pt idx="117">
                  <c:v>1.7888888888888885E-2</c:v>
                </c:pt>
                <c:pt idx="118">
                  <c:v>1.8666666666666665E-2</c:v>
                </c:pt>
                <c:pt idx="119">
                  <c:v>1.8555555555555554E-2</c:v>
                </c:pt>
                <c:pt idx="120">
                  <c:v>1.7777777777777774E-2</c:v>
                </c:pt>
                <c:pt idx="121">
                  <c:v>1.7999999999999999E-2</c:v>
                </c:pt>
                <c:pt idx="122">
                  <c:v>1.7444444444444443E-2</c:v>
                </c:pt>
                <c:pt idx="123">
                  <c:v>1.7111111111111112E-2</c:v>
                </c:pt>
                <c:pt idx="124">
                  <c:v>1.6222222222222225E-2</c:v>
                </c:pt>
                <c:pt idx="125">
                  <c:v>1.6555555555555559E-2</c:v>
                </c:pt>
                <c:pt idx="126">
                  <c:v>1.6555555555555553E-2</c:v>
                </c:pt>
                <c:pt idx="127">
                  <c:v>1.6E-2</c:v>
                </c:pt>
                <c:pt idx="128">
                  <c:v>1.6444444444444442E-2</c:v>
                </c:pt>
                <c:pt idx="129">
                  <c:v>1.6222222222222218E-2</c:v>
                </c:pt>
                <c:pt idx="130">
                  <c:v>1.6111111111111107E-2</c:v>
                </c:pt>
                <c:pt idx="131">
                  <c:v>1.5777777777777773E-2</c:v>
                </c:pt>
                <c:pt idx="132">
                  <c:v>1.5777777777777773E-2</c:v>
                </c:pt>
                <c:pt idx="133">
                  <c:v>1.5666666666666669E-2</c:v>
                </c:pt>
                <c:pt idx="134">
                  <c:v>1.4444444444444446E-2</c:v>
                </c:pt>
                <c:pt idx="135">
                  <c:v>1.4222222222222223E-2</c:v>
                </c:pt>
                <c:pt idx="136">
                  <c:v>1.4222222222222223E-2</c:v>
                </c:pt>
                <c:pt idx="137">
                  <c:v>1.4333333333333333E-2</c:v>
                </c:pt>
                <c:pt idx="138">
                  <c:v>1.3777777777777778E-2</c:v>
                </c:pt>
                <c:pt idx="139">
                  <c:v>1.3888888888888888E-2</c:v>
                </c:pt>
                <c:pt idx="140">
                  <c:v>1.4111111111111111E-2</c:v>
                </c:pt>
                <c:pt idx="141">
                  <c:v>1.4333333333333333E-2</c:v>
                </c:pt>
                <c:pt idx="142">
                  <c:v>1.4444444444444446E-2</c:v>
                </c:pt>
                <c:pt idx="143">
                  <c:v>1.4444444444444446E-2</c:v>
                </c:pt>
                <c:pt idx="144">
                  <c:v>1.3444444444444445E-2</c:v>
                </c:pt>
                <c:pt idx="145">
                  <c:v>1.2333333333333333E-2</c:v>
                </c:pt>
                <c:pt idx="146">
                  <c:v>1.2666666666666666E-2</c:v>
                </c:pt>
                <c:pt idx="147">
                  <c:v>1.3444444444444445E-2</c:v>
                </c:pt>
                <c:pt idx="148">
                  <c:v>1.3222222222222222E-2</c:v>
                </c:pt>
                <c:pt idx="149">
                  <c:v>1.2555555555555554E-2</c:v>
                </c:pt>
                <c:pt idx="150">
                  <c:v>1.2111111111111111E-2</c:v>
                </c:pt>
                <c:pt idx="151">
                  <c:v>1.2111111111111111E-2</c:v>
                </c:pt>
                <c:pt idx="152">
                  <c:v>1.1888888888888888E-2</c:v>
                </c:pt>
                <c:pt idx="153">
                  <c:v>1.1777777777777778E-2</c:v>
                </c:pt>
                <c:pt idx="154">
                  <c:v>1.1666666666666665E-2</c:v>
                </c:pt>
                <c:pt idx="155">
                  <c:v>1.1777777777777778E-2</c:v>
                </c:pt>
                <c:pt idx="156">
                  <c:v>1.1333333333333332E-2</c:v>
                </c:pt>
                <c:pt idx="157">
                  <c:v>1.1444444444444445E-2</c:v>
                </c:pt>
                <c:pt idx="158">
                  <c:v>1.0777777777777777E-2</c:v>
                </c:pt>
                <c:pt idx="159">
                  <c:v>9.888888888888888E-3</c:v>
                </c:pt>
                <c:pt idx="160">
                  <c:v>9.555555555555555E-3</c:v>
                </c:pt>
                <c:pt idx="161">
                  <c:v>9.5555555555555585E-3</c:v>
                </c:pt>
                <c:pt idx="162">
                  <c:v>9.7777777777777776E-3</c:v>
                </c:pt>
                <c:pt idx="163">
                  <c:v>9.1111111111111115E-3</c:v>
                </c:pt>
                <c:pt idx="164">
                  <c:v>9.555555555555555E-3</c:v>
                </c:pt>
                <c:pt idx="165">
                  <c:v>9.9999999999999985E-3</c:v>
                </c:pt>
                <c:pt idx="166">
                  <c:v>9.6666666666666654E-3</c:v>
                </c:pt>
                <c:pt idx="167">
                  <c:v>9.4444444444444445E-3</c:v>
                </c:pt>
                <c:pt idx="168">
                  <c:v>9.1111111111111115E-3</c:v>
                </c:pt>
                <c:pt idx="169">
                  <c:v>8.7777777777777802E-3</c:v>
                </c:pt>
                <c:pt idx="170">
                  <c:v>9.3333333333333358E-3</c:v>
                </c:pt>
                <c:pt idx="171">
                  <c:v>9.1111111111111132E-3</c:v>
                </c:pt>
                <c:pt idx="172">
                  <c:v>8.4444444444444437E-3</c:v>
                </c:pt>
                <c:pt idx="173">
                  <c:v>8.2222222222222228E-3</c:v>
                </c:pt>
                <c:pt idx="174">
                  <c:v>8.666666666666668E-3</c:v>
                </c:pt>
                <c:pt idx="175">
                  <c:v>8.0000000000000002E-3</c:v>
                </c:pt>
                <c:pt idx="176">
                  <c:v>7.5555555555555549E-3</c:v>
                </c:pt>
                <c:pt idx="177">
                  <c:v>7.6666666666666671E-3</c:v>
                </c:pt>
                <c:pt idx="178">
                  <c:v>7.4444444444444445E-3</c:v>
                </c:pt>
                <c:pt idx="179">
                  <c:v>7.5555555555555549E-3</c:v>
                </c:pt>
                <c:pt idx="180">
                  <c:v>7.222222222222221E-3</c:v>
                </c:pt>
                <c:pt idx="181">
                  <c:v>7.1111111111111115E-3</c:v>
                </c:pt>
                <c:pt idx="182">
                  <c:v>7.4444444444444445E-3</c:v>
                </c:pt>
                <c:pt idx="183">
                  <c:v>7.6666666666666671E-3</c:v>
                </c:pt>
                <c:pt idx="184">
                  <c:v>6.8888888888888888E-3</c:v>
                </c:pt>
                <c:pt idx="185">
                  <c:v>6.4444444444444436E-3</c:v>
                </c:pt>
                <c:pt idx="186">
                  <c:v>6.1111111111111106E-3</c:v>
                </c:pt>
                <c:pt idx="187">
                  <c:v>6.7777777777777767E-3</c:v>
                </c:pt>
                <c:pt idx="188">
                  <c:v>6.3333333333333332E-3</c:v>
                </c:pt>
                <c:pt idx="189">
                  <c:v>5.8888888888888888E-3</c:v>
                </c:pt>
                <c:pt idx="190">
                  <c:v>5.6666666666666662E-3</c:v>
                </c:pt>
                <c:pt idx="191">
                  <c:v>5.5555555555555549E-3</c:v>
                </c:pt>
                <c:pt idx="192">
                  <c:v>6.5555555555555558E-3</c:v>
                </c:pt>
                <c:pt idx="193">
                  <c:v>6.3333333333333332E-3</c:v>
                </c:pt>
                <c:pt idx="194">
                  <c:v>6.3333333333333332E-3</c:v>
                </c:pt>
                <c:pt idx="195">
                  <c:v>6.1111111111111123E-3</c:v>
                </c:pt>
                <c:pt idx="196">
                  <c:v>5.2222222222222227E-3</c:v>
                </c:pt>
                <c:pt idx="197">
                  <c:v>5.0000000000000001E-3</c:v>
                </c:pt>
                <c:pt idx="198">
                  <c:v>5.3333333333333323E-3</c:v>
                </c:pt>
                <c:pt idx="199">
                  <c:v>4.7777777777777775E-3</c:v>
                </c:pt>
                <c:pt idx="200">
                  <c:v>4.2222222222222218E-3</c:v>
                </c:pt>
                <c:pt idx="201">
                  <c:v>4.2222222222222218E-3</c:v>
                </c:pt>
                <c:pt idx="202">
                  <c:v>4.5555555555555549E-3</c:v>
                </c:pt>
                <c:pt idx="203">
                  <c:v>4.3333333333333323E-3</c:v>
                </c:pt>
                <c:pt idx="204">
                  <c:v>4.0000000000000001E-3</c:v>
                </c:pt>
                <c:pt idx="205">
                  <c:v>4.3333333333333331E-3</c:v>
                </c:pt>
                <c:pt idx="206">
                  <c:v>4.2222222222222218E-3</c:v>
                </c:pt>
                <c:pt idx="207">
                  <c:v>3.7777777777777779E-3</c:v>
                </c:pt>
                <c:pt idx="208">
                  <c:v>2.8888888888888892E-3</c:v>
                </c:pt>
                <c:pt idx="209">
                  <c:v>3.4444444444444444E-3</c:v>
                </c:pt>
                <c:pt idx="210">
                  <c:v>3.3333333333333335E-3</c:v>
                </c:pt>
                <c:pt idx="211">
                  <c:v>3.666666666666667E-3</c:v>
                </c:pt>
                <c:pt idx="212">
                  <c:v>2.5555555555555557E-3</c:v>
                </c:pt>
                <c:pt idx="213">
                  <c:v>3.4444444444444444E-3</c:v>
                </c:pt>
                <c:pt idx="214">
                  <c:v>3.3333333333333331E-3</c:v>
                </c:pt>
                <c:pt idx="215">
                  <c:v>2.9999999999999996E-3</c:v>
                </c:pt>
                <c:pt idx="216">
                  <c:v>3.5555555555555557E-3</c:v>
                </c:pt>
                <c:pt idx="217">
                  <c:v>3.2222222222222218E-3</c:v>
                </c:pt>
                <c:pt idx="218">
                  <c:v>3.1111111111111114E-3</c:v>
                </c:pt>
                <c:pt idx="219">
                  <c:v>3.0000000000000001E-3</c:v>
                </c:pt>
                <c:pt idx="220">
                  <c:v>2.5555555555555557E-3</c:v>
                </c:pt>
                <c:pt idx="221">
                  <c:v>3.666666666666667E-3</c:v>
                </c:pt>
                <c:pt idx="222">
                  <c:v>3.3333333333333331E-3</c:v>
                </c:pt>
                <c:pt idx="223">
                  <c:v>2.7777777777777779E-3</c:v>
                </c:pt>
                <c:pt idx="224">
                  <c:v>2.6666666666666666E-3</c:v>
                </c:pt>
                <c:pt idx="225">
                  <c:v>2.7777777777777779E-3</c:v>
                </c:pt>
                <c:pt idx="226">
                  <c:v>2.5555555555555557E-3</c:v>
                </c:pt>
                <c:pt idx="227">
                  <c:v>2.5555555555555557E-3</c:v>
                </c:pt>
                <c:pt idx="228">
                  <c:v>2E-3</c:v>
                </c:pt>
                <c:pt idx="229">
                  <c:v>1.7777777777777779E-3</c:v>
                </c:pt>
                <c:pt idx="230">
                  <c:v>2.4444444444444448E-3</c:v>
                </c:pt>
                <c:pt idx="231">
                  <c:v>2.6666666666666666E-3</c:v>
                </c:pt>
                <c:pt idx="232">
                  <c:v>2.5555555555555557E-3</c:v>
                </c:pt>
                <c:pt idx="233">
                  <c:v>2.5555555555555557E-3</c:v>
                </c:pt>
                <c:pt idx="234">
                  <c:v>2.3333333333333335E-3</c:v>
                </c:pt>
                <c:pt idx="235">
                  <c:v>2.2222222222222227E-3</c:v>
                </c:pt>
                <c:pt idx="236">
                  <c:v>2.2222222222222227E-3</c:v>
                </c:pt>
                <c:pt idx="237">
                  <c:v>2.333333333333334E-3</c:v>
                </c:pt>
                <c:pt idx="238">
                  <c:v>2E-3</c:v>
                </c:pt>
                <c:pt idx="239">
                  <c:v>1.4444444444444446E-3</c:v>
                </c:pt>
                <c:pt idx="240">
                  <c:v>1.888888888888889E-3</c:v>
                </c:pt>
                <c:pt idx="241">
                  <c:v>2E-3</c:v>
                </c:pt>
                <c:pt idx="242">
                  <c:v>1.6666666666666668E-3</c:v>
                </c:pt>
                <c:pt idx="243">
                  <c:v>2E-3</c:v>
                </c:pt>
                <c:pt idx="244">
                  <c:v>2E-3</c:v>
                </c:pt>
                <c:pt idx="245">
                  <c:v>2.5555555555555557E-3</c:v>
                </c:pt>
                <c:pt idx="246">
                  <c:v>2.3333333333333335E-3</c:v>
                </c:pt>
                <c:pt idx="247">
                  <c:v>2.5555555555555557E-3</c:v>
                </c:pt>
                <c:pt idx="248">
                  <c:v>2.4444444444444444E-3</c:v>
                </c:pt>
                <c:pt idx="249">
                  <c:v>2.2222222222222222E-3</c:v>
                </c:pt>
                <c:pt idx="250">
                  <c:v>1.5555555555555557E-3</c:v>
                </c:pt>
                <c:pt idx="251">
                  <c:v>1.4444444444444444E-3</c:v>
                </c:pt>
                <c:pt idx="252">
                  <c:v>2E-3</c:v>
                </c:pt>
                <c:pt idx="253">
                  <c:v>1.888888888888889E-3</c:v>
                </c:pt>
                <c:pt idx="254">
                  <c:v>1.6666666666666668E-3</c:v>
                </c:pt>
                <c:pt idx="255">
                  <c:v>1.4444444444444446E-3</c:v>
                </c:pt>
                <c:pt idx="256">
                  <c:v>1.7777777777777783E-3</c:v>
                </c:pt>
                <c:pt idx="257">
                  <c:v>1.888888888888889E-3</c:v>
                </c:pt>
                <c:pt idx="258">
                  <c:v>1.5555555555555557E-3</c:v>
                </c:pt>
                <c:pt idx="259">
                  <c:v>1.5555555555555555E-3</c:v>
                </c:pt>
                <c:pt idx="260">
                  <c:v>2.2222222222222223E-4</c:v>
                </c:pt>
                <c:pt idx="261">
                  <c:v>1E-3</c:v>
                </c:pt>
                <c:pt idx="262">
                  <c:v>4.4444444444444447E-4</c:v>
                </c:pt>
                <c:pt idx="263">
                  <c:v>7.7777777777777784E-4</c:v>
                </c:pt>
                <c:pt idx="264">
                  <c:v>7.7777777777777773E-4</c:v>
                </c:pt>
                <c:pt idx="265">
                  <c:v>7.7777777777777784E-4</c:v>
                </c:pt>
                <c:pt idx="266">
                  <c:v>2E-3</c:v>
                </c:pt>
                <c:pt idx="267">
                  <c:v>1.7777777777777779E-3</c:v>
                </c:pt>
                <c:pt idx="268">
                  <c:v>1.7777777777777779E-3</c:v>
                </c:pt>
                <c:pt idx="269">
                  <c:v>7.7777777777777784E-4</c:v>
                </c:pt>
                <c:pt idx="270">
                  <c:v>1E-3</c:v>
                </c:pt>
                <c:pt idx="271">
                  <c:v>3.3333333333333332E-4</c:v>
                </c:pt>
                <c:pt idx="272">
                  <c:v>5.5555555555555556E-4</c:v>
                </c:pt>
                <c:pt idx="273">
                  <c:v>7.7777777777777784E-4</c:v>
                </c:pt>
                <c:pt idx="274">
                  <c:v>1E-3</c:v>
                </c:pt>
                <c:pt idx="275">
                  <c:v>1.4444444444444446E-3</c:v>
                </c:pt>
                <c:pt idx="276">
                  <c:v>1.4444444444444446E-3</c:v>
                </c:pt>
                <c:pt idx="277">
                  <c:v>1.7777777777777779E-3</c:v>
                </c:pt>
                <c:pt idx="278">
                  <c:v>1.4444444444444446E-3</c:v>
                </c:pt>
                <c:pt idx="279">
                  <c:v>4.4444444444444457E-4</c:v>
                </c:pt>
                <c:pt idx="280">
                  <c:v>1.5555555555555557E-3</c:v>
                </c:pt>
                <c:pt idx="281">
                  <c:v>1.1111111111111111E-3</c:v>
                </c:pt>
                <c:pt idx="282">
                  <c:v>8.8888888888888893E-4</c:v>
                </c:pt>
                <c:pt idx="283">
                  <c:v>4.4444444444444447E-4</c:v>
                </c:pt>
                <c:pt idx="284">
                  <c:v>5.5555555555555545E-4</c:v>
                </c:pt>
                <c:pt idx="285">
                  <c:v>3.3333333333333332E-4</c:v>
                </c:pt>
                <c:pt idx="286">
                  <c:v>4.4444444444444447E-4</c:v>
                </c:pt>
                <c:pt idx="287">
                  <c:v>1.2222222222222226E-3</c:v>
                </c:pt>
                <c:pt idx="288">
                  <c:v>1.1111111111111111E-3</c:v>
                </c:pt>
                <c:pt idx="289">
                  <c:v>1E-3</c:v>
                </c:pt>
                <c:pt idx="290">
                  <c:v>5.5555555555555523E-4</c:v>
                </c:pt>
                <c:pt idx="291">
                  <c:v>6.6666666666666654E-4</c:v>
                </c:pt>
                <c:pt idx="292">
                  <c:v>1.2222222222222224E-3</c:v>
                </c:pt>
                <c:pt idx="293">
                  <c:v>1.5555555555555555E-3</c:v>
                </c:pt>
                <c:pt idx="294">
                  <c:v>1.2222222222222226E-3</c:v>
                </c:pt>
                <c:pt idx="295">
                  <c:v>1.2222222222222222E-3</c:v>
                </c:pt>
                <c:pt idx="296">
                  <c:v>7.7777777777777784E-4</c:v>
                </c:pt>
                <c:pt idx="297">
                  <c:v>7.7777777777777763E-4</c:v>
                </c:pt>
                <c:pt idx="298">
                  <c:v>8.8888888888888871E-4</c:v>
                </c:pt>
                <c:pt idx="299">
                  <c:v>0</c:v>
                </c:pt>
                <c:pt idx="300">
                  <c:v>4.4444444444444425E-4</c:v>
                </c:pt>
                <c:pt idx="301">
                  <c:v>5.5555555555555556E-4</c:v>
                </c:pt>
                <c:pt idx="302">
                  <c:v>4.4444444444444447E-4</c:v>
                </c:pt>
                <c:pt idx="303">
                  <c:v>2.2222222222222231E-4</c:v>
                </c:pt>
                <c:pt idx="304">
                  <c:v>6.6666666666666654E-4</c:v>
                </c:pt>
                <c:pt idx="305">
                  <c:v>7.7777777777777784E-4</c:v>
                </c:pt>
                <c:pt idx="306">
                  <c:v>6.6666666666666675E-4</c:v>
                </c:pt>
                <c:pt idx="307">
                  <c:v>1.2222222222222222E-3</c:v>
                </c:pt>
                <c:pt idx="308">
                  <c:v>1.4444444444444446E-3</c:v>
                </c:pt>
                <c:pt idx="309">
                  <c:v>1.1111111111111113E-3</c:v>
                </c:pt>
                <c:pt idx="310">
                  <c:v>3.3333333333333332E-4</c:v>
                </c:pt>
                <c:pt idx="311">
                  <c:v>5.5555555555555545E-4</c:v>
                </c:pt>
                <c:pt idx="312">
                  <c:v>8.8888888888888893E-4</c:v>
                </c:pt>
                <c:pt idx="313">
                  <c:v>1.1111111111111113E-3</c:v>
                </c:pt>
                <c:pt idx="314">
                  <c:v>4.4444444444444457E-4</c:v>
                </c:pt>
                <c:pt idx="315">
                  <c:v>1.1111111111111121E-4</c:v>
                </c:pt>
                <c:pt idx="316">
                  <c:v>8.8888888888888893E-4</c:v>
                </c:pt>
                <c:pt idx="317">
                  <c:v>4.4444444444444447E-4</c:v>
                </c:pt>
                <c:pt idx="318">
                  <c:v>-1.1111111111111131E-4</c:v>
                </c:pt>
                <c:pt idx="319">
                  <c:v>-5.5555555555555556E-4</c:v>
                </c:pt>
                <c:pt idx="320">
                  <c:v>-3.3333333333333332E-4</c:v>
                </c:pt>
                <c:pt idx="321">
                  <c:v>4.4444444444444414E-4</c:v>
                </c:pt>
                <c:pt idx="322">
                  <c:v>6.6666666666666654E-4</c:v>
                </c:pt>
                <c:pt idx="323">
                  <c:v>1.1111111111111111E-3</c:v>
                </c:pt>
                <c:pt idx="324">
                  <c:v>1.1111111111111109E-3</c:v>
                </c:pt>
                <c:pt idx="325">
                  <c:v>4.4444444444444447E-4</c:v>
                </c:pt>
                <c:pt idx="326">
                  <c:v>5.5555555555555556E-4</c:v>
                </c:pt>
                <c:pt idx="327">
                  <c:v>1.888888888888889E-3</c:v>
                </c:pt>
                <c:pt idx="328">
                  <c:v>8.888888888888885E-4</c:v>
                </c:pt>
                <c:pt idx="329">
                  <c:v>-3.3333333333333316E-4</c:v>
                </c:pt>
                <c:pt idx="330">
                  <c:v>4.4444444444444457E-4</c:v>
                </c:pt>
                <c:pt idx="331">
                  <c:v>1.1111111111111113E-3</c:v>
                </c:pt>
                <c:pt idx="332">
                  <c:v>1.5555555555555557E-3</c:v>
                </c:pt>
                <c:pt idx="333">
                  <c:v>1.666666666666667E-3</c:v>
                </c:pt>
                <c:pt idx="334">
                  <c:v>5.5555555555555577E-4</c:v>
                </c:pt>
                <c:pt idx="335">
                  <c:v>7.7777777777777784E-4</c:v>
                </c:pt>
                <c:pt idx="336">
                  <c:v>1.1111111111111113E-3</c:v>
                </c:pt>
                <c:pt idx="337">
                  <c:v>1.1111111111111112E-4</c:v>
                </c:pt>
                <c:pt idx="338">
                  <c:v>-1.1111111111111131E-4</c:v>
                </c:pt>
                <c:pt idx="339">
                  <c:v>4.4444444444444447E-4</c:v>
                </c:pt>
                <c:pt idx="340">
                  <c:v>1.4444444444444442E-3</c:v>
                </c:pt>
                <c:pt idx="341">
                  <c:v>2.3333333333333331E-3</c:v>
                </c:pt>
                <c:pt idx="342">
                  <c:v>1.0000000000000005E-3</c:v>
                </c:pt>
                <c:pt idx="343">
                  <c:v>1E-3</c:v>
                </c:pt>
                <c:pt idx="344">
                  <c:v>1.1111111111111093E-4</c:v>
                </c:pt>
                <c:pt idx="345">
                  <c:v>3.3333333333333332E-4</c:v>
                </c:pt>
                <c:pt idx="346">
                  <c:v>-6.6666666666666675E-4</c:v>
                </c:pt>
                <c:pt idx="347">
                  <c:v>4.4444444444444457E-4</c:v>
                </c:pt>
                <c:pt idx="348">
                  <c:v>6.6666666666666654E-4</c:v>
                </c:pt>
                <c:pt idx="349">
                  <c:v>-3.3333333333333332E-4</c:v>
                </c:pt>
                <c:pt idx="350">
                  <c:v>5.5555555555555523E-4</c:v>
                </c:pt>
                <c:pt idx="351">
                  <c:v>-6.6666666666666654E-4</c:v>
                </c:pt>
                <c:pt idx="352">
                  <c:v>-1.1111111111111131E-4</c:v>
                </c:pt>
                <c:pt idx="353">
                  <c:v>6.6666666666666664E-4</c:v>
                </c:pt>
                <c:pt idx="354">
                  <c:v>-7.7777777777777795E-4</c:v>
                </c:pt>
                <c:pt idx="355">
                  <c:v>0</c:v>
                </c:pt>
                <c:pt idx="356">
                  <c:v>7.7777777777777784E-4</c:v>
                </c:pt>
                <c:pt idx="357">
                  <c:v>0</c:v>
                </c:pt>
                <c:pt idx="358">
                  <c:v>5.5555555555555523E-4</c:v>
                </c:pt>
                <c:pt idx="359">
                  <c:v>-1E-3</c:v>
                </c:pt>
                <c:pt idx="360">
                  <c:v>-1.4444444444444446E-3</c:v>
                </c:pt>
                <c:pt idx="361">
                  <c:v>-2.7777777777777775E-3</c:v>
                </c:pt>
                <c:pt idx="362">
                  <c:v>-6.6666666666666654E-4</c:v>
                </c:pt>
                <c:pt idx="363">
                  <c:v>-3.3333333333333354E-4</c:v>
                </c:pt>
                <c:pt idx="364">
                  <c:v>6.6666666666666686E-4</c:v>
                </c:pt>
                <c:pt idx="365">
                  <c:v>5.5555555555555523E-4</c:v>
                </c:pt>
                <c:pt idx="366">
                  <c:v>2.2222222222222242E-4</c:v>
                </c:pt>
                <c:pt idx="367">
                  <c:v>1.3333333333333333E-3</c:v>
                </c:pt>
                <c:pt idx="368">
                  <c:v>1E-3</c:v>
                </c:pt>
                <c:pt idx="369">
                  <c:v>6.6666666666666686E-4</c:v>
                </c:pt>
                <c:pt idx="370">
                  <c:v>1.4444444444444444E-3</c:v>
                </c:pt>
                <c:pt idx="371">
                  <c:v>1E-3</c:v>
                </c:pt>
                <c:pt idx="372">
                  <c:v>7.7777777777777795E-4</c:v>
                </c:pt>
                <c:pt idx="373">
                  <c:v>8.8888888888888893E-4</c:v>
                </c:pt>
                <c:pt idx="374">
                  <c:v>6.6666666666666654E-4</c:v>
                </c:pt>
                <c:pt idx="375">
                  <c:v>0</c:v>
                </c:pt>
                <c:pt idx="376">
                  <c:v>1.1111111111111072E-4</c:v>
                </c:pt>
                <c:pt idx="377">
                  <c:v>8.888888888888885E-4</c:v>
                </c:pt>
                <c:pt idx="378">
                  <c:v>2.2222222222222242E-4</c:v>
                </c:pt>
                <c:pt idx="379">
                  <c:v>3.3333333333333343E-4</c:v>
                </c:pt>
                <c:pt idx="380">
                  <c:v>1E-3</c:v>
                </c:pt>
                <c:pt idx="381">
                  <c:v>-1.4444444444444446E-3</c:v>
                </c:pt>
                <c:pt idx="382">
                  <c:v>-2E-3</c:v>
                </c:pt>
                <c:pt idx="383">
                  <c:v>-3.3333333333333343E-4</c:v>
                </c:pt>
                <c:pt idx="384">
                  <c:v>-1.888888888888889E-3</c:v>
                </c:pt>
                <c:pt idx="385">
                  <c:v>-2.1111111111111113E-3</c:v>
                </c:pt>
                <c:pt idx="386">
                  <c:v>-1.1111111111111111E-3</c:v>
                </c:pt>
                <c:pt idx="387">
                  <c:v>-2.8912057932946783E-19</c:v>
                </c:pt>
                <c:pt idx="388">
                  <c:v>-7.7777777777777784E-4</c:v>
                </c:pt>
                <c:pt idx="389">
                  <c:v>1.2222222222222224E-3</c:v>
                </c:pt>
                <c:pt idx="390">
                  <c:v>1.1111111111111111E-3</c:v>
                </c:pt>
                <c:pt idx="391">
                  <c:v>2.2222222222222227E-3</c:v>
                </c:pt>
                <c:pt idx="392">
                  <c:v>1.4444444444444446E-3</c:v>
                </c:pt>
                <c:pt idx="393">
                  <c:v>5.5555555555555556E-4</c:v>
                </c:pt>
                <c:pt idx="394">
                  <c:v>5.5555555555555566E-4</c:v>
                </c:pt>
                <c:pt idx="395">
                  <c:v>3.3333333333333332E-4</c:v>
                </c:pt>
                <c:pt idx="396">
                  <c:v>-3.3333333333333354E-4</c:v>
                </c:pt>
                <c:pt idx="397">
                  <c:v>6.6666666666666686E-4</c:v>
                </c:pt>
                <c:pt idx="398">
                  <c:v>-2.3333333333333335E-3</c:v>
                </c:pt>
                <c:pt idx="399">
                  <c:v>-4.4444444444444444E-3</c:v>
                </c:pt>
                <c:pt idx="400">
                  <c:v>-2.1111111111111109E-3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96C-4397-8AEC-D7C93775B08F}"/>
            </c:ext>
          </c:extLst>
        </c:ser>
        <c:ser>
          <c:idx val="2"/>
          <c:order val="2"/>
          <c:tx>
            <c:strRef>
              <c:f>'Baseline Corrections'!$AK$3</c:f>
              <c:strCache>
                <c:ptCount val="1"/>
                <c:pt idx="0">
                  <c:v>Difference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50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Corrections'!$AK$4:$AK$404</c:f>
              <c:numCache>
                <c:formatCode>General</c:formatCode>
                <c:ptCount val="401"/>
                <c:pt idx="0">
                  <c:v>-3.0055555555555551E-2</c:v>
                </c:pt>
                <c:pt idx="1">
                  <c:v>-3.0055555555555544E-2</c:v>
                </c:pt>
                <c:pt idx="2">
                  <c:v>-2.9166666666666681E-2</c:v>
                </c:pt>
                <c:pt idx="3">
                  <c:v>-3.1500000000000021E-2</c:v>
                </c:pt>
                <c:pt idx="4">
                  <c:v>-3.2722222222222222E-2</c:v>
                </c:pt>
                <c:pt idx="5">
                  <c:v>-3.305555555555556E-2</c:v>
                </c:pt>
                <c:pt idx="6">
                  <c:v>-3.0500000000000013E-2</c:v>
                </c:pt>
                <c:pt idx="7">
                  <c:v>-2.9833333333333344E-2</c:v>
                </c:pt>
                <c:pt idx="8">
                  <c:v>-3.1611111111111125E-2</c:v>
                </c:pt>
                <c:pt idx="9">
                  <c:v>-3.4277777777777789E-2</c:v>
                </c:pt>
                <c:pt idx="10">
                  <c:v>-3.7166666666666674E-2</c:v>
                </c:pt>
                <c:pt idx="11">
                  <c:v>-3.5500000000000018E-2</c:v>
                </c:pt>
                <c:pt idx="12">
                  <c:v>-3.5944444444444452E-2</c:v>
                </c:pt>
                <c:pt idx="13">
                  <c:v>-3.5722222222222211E-2</c:v>
                </c:pt>
                <c:pt idx="14">
                  <c:v>-3.5277777777777776E-2</c:v>
                </c:pt>
                <c:pt idx="15">
                  <c:v>-3.4722222222222224E-2</c:v>
                </c:pt>
                <c:pt idx="16">
                  <c:v>-3.8722222222222241E-2</c:v>
                </c:pt>
                <c:pt idx="17">
                  <c:v>-3.8722222222222234E-2</c:v>
                </c:pt>
                <c:pt idx="18">
                  <c:v>-3.8166666666666668E-2</c:v>
                </c:pt>
                <c:pt idx="19">
                  <c:v>-3.7611111111111116E-2</c:v>
                </c:pt>
                <c:pt idx="20">
                  <c:v>-4.105555555555556E-2</c:v>
                </c:pt>
                <c:pt idx="21">
                  <c:v>-4.1500000000000002E-2</c:v>
                </c:pt>
                <c:pt idx="22">
                  <c:v>-4.3388888888888894E-2</c:v>
                </c:pt>
                <c:pt idx="23">
                  <c:v>-4.2277777777777789E-2</c:v>
                </c:pt>
                <c:pt idx="24">
                  <c:v>-4.0611111111111126E-2</c:v>
                </c:pt>
                <c:pt idx="25">
                  <c:v>-3.927777777777778E-2</c:v>
                </c:pt>
                <c:pt idx="26">
                  <c:v>-4.2500000000000024E-2</c:v>
                </c:pt>
                <c:pt idx="27">
                  <c:v>-4.1944444444444465E-2</c:v>
                </c:pt>
                <c:pt idx="28">
                  <c:v>-4.1611111111111126E-2</c:v>
                </c:pt>
                <c:pt idx="29">
                  <c:v>-4.1388888888888906E-2</c:v>
                </c:pt>
                <c:pt idx="30">
                  <c:v>-4.2611111111111107E-2</c:v>
                </c:pt>
                <c:pt idx="31">
                  <c:v>-4.2388888888888879E-2</c:v>
                </c:pt>
                <c:pt idx="32">
                  <c:v>-4.2055555555555575E-2</c:v>
                </c:pt>
                <c:pt idx="33">
                  <c:v>-4.23888888888889E-2</c:v>
                </c:pt>
                <c:pt idx="34">
                  <c:v>-4.1500000000000002E-2</c:v>
                </c:pt>
                <c:pt idx="35">
                  <c:v>-4.2611111111111113E-2</c:v>
                </c:pt>
                <c:pt idx="36">
                  <c:v>-4.2500000000000024E-2</c:v>
                </c:pt>
                <c:pt idx="37">
                  <c:v>-4.2722222222222238E-2</c:v>
                </c:pt>
                <c:pt idx="38">
                  <c:v>-4.3500000000000025E-2</c:v>
                </c:pt>
                <c:pt idx="39">
                  <c:v>-4.3388888888888907E-2</c:v>
                </c:pt>
                <c:pt idx="40">
                  <c:v>-4.172222222222223E-2</c:v>
                </c:pt>
                <c:pt idx="41">
                  <c:v>-4.250000000000001E-2</c:v>
                </c:pt>
                <c:pt idx="42">
                  <c:v>-3.9611111111111118E-2</c:v>
                </c:pt>
                <c:pt idx="43">
                  <c:v>-4.1500000000000016E-2</c:v>
                </c:pt>
                <c:pt idx="44">
                  <c:v>-4.1833333333333354E-2</c:v>
                </c:pt>
                <c:pt idx="45">
                  <c:v>-4.2166666666666679E-2</c:v>
                </c:pt>
                <c:pt idx="46">
                  <c:v>-4.172222222222223E-2</c:v>
                </c:pt>
                <c:pt idx="47">
                  <c:v>-4.1055555555555567E-2</c:v>
                </c:pt>
                <c:pt idx="48">
                  <c:v>-4.0388888888888898E-2</c:v>
                </c:pt>
                <c:pt idx="49">
                  <c:v>-3.9722222222222228E-2</c:v>
                </c:pt>
                <c:pt idx="50">
                  <c:v>-3.7388888888888888E-2</c:v>
                </c:pt>
                <c:pt idx="51">
                  <c:v>-3.6277777777777777E-2</c:v>
                </c:pt>
                <c:pt idx="52">
                  <c:v>-3.6166666666666666E-2</c:v>
                </c:pt>
                <c:pt idx="53">
                  <c:v>-3.4388888888888886E-2</c:v>
                </c:pt>
                <c:pt idx="54">
                  <c:v>-3.3166666666666664E-2</c:v>
                </c:pt>
                <c:pt idx="55">
                  <c:v>-3.2722222222222222E-2</c:v>
                </c:pt>
                <c:pt idx="56">
                  <c:v>-3.383333333333334E-2</c:v>
                </c:pt>
                <c:pt idx="57">
                  <c:v>-3.4166666666666665E-2</c:v>
                </c:pt>
                <c:pt idx="58">
                  <c:v>-3.138888888888889E-2</c:v>
                </c:pt>
                <c:pt idx="59">
                  <c:v>-2.8500000000000001E-2</c:v>
                </c:pt>
                <c:pt idx="60">
                  <c:v>-2.6833333333333341E-2</c:v>
                </c:pt>
                <c:pt idx="61">
                  <c:v>-2.5277777777777777E-2</c:v>
                </c:pt>
                <c:pt idx="62">
                  <c:v>-2.5611111111111109E-2</c:v>
                </c:pt>
                <c:pt idx="63">
                  <c:v>-2.2499999999999999E-2</c:v>
                </c:pt>
                <c:pt idx="64">
                  <c:v>-2.0388888888888887E-2</c:v>
                </c:pt>
                <c:pt idx="65">
                  <c:v>-1.7833333333333336E-2</c:v>
                </c:pt>
                <c:pt idx="66">
                  <c:v>-1.8055555555555557E-2</c:v>
                </c:pt>
                <c:pt idx="67">
                  <c:v>-1.6388888888888873E-2</c:v>
                </c:pt>
                <c:pt idx="68">
                  <c:v>-1.4833333333333323E-2</c:v>
                </c:pt>
                <c:pt idx="69">
                  <c:v>-1.4499999999999999E-2</c:v>
                </c:pt>
                <c:pt idx="70">
                  <c:v>-1.2944444444444442E-2</c:v>
                </c:pt>
                <c:pt idx="71">
                  <c:v>-1.161111111111111E-2</c:v>
                </c:pt>
                <c:pt idx="72">
                  <c:v>-1.083333333333333E-2</c:v>
                </c:pt>
                <c:pt idx="73">
                  <c:v>-9.2777777777777737E-3</c:v>
                </c:pt>
                <c:pt idx="74">
                  <c:v>-9.0555555555555528E-3</c:v>
                </c:pt>
                <c:pt idx="75">
                  <c:v>-8.8333333333333423E-3</c:v>
                </c:pt>
                <c:pt idx="76">
                  <c:v>-7.8333333333333449E-3</c:v>
                </c:pt>
                <c:pt idx="77">
                  <c:v>-5.5000000000000049E-3</c:v>
                </c:pt>
                <c:pt idx="78">
                  <c:v>-5.7222222222222223E-3</c:v>
                </c:pt>
                <c:pt idx="79">
                  <c:v>-3.0555555555555579E-3</c:v>
                </c:pt>
                <c:pt idx="80">
                  <c:v>-2.7222222222222266E-3</c:v>
                </c:pt>
                <c:pt idx="81">
                  <c:v>-2.7222222222222266E-3</c:v>
                </c:pt>
                <c:pt idx="82">
                  <c:v>-1.2777777777777805E-3</c:v>
                </c:pt>
                <c:pt idx="83">
                  <c:v>-5.0000000000000044E-4</c:v>
                </c:pt>
                <c:pt idx="84">
                  <c:v>1.5000000000000013E-3</c:v>
                </c:pt>
                <c:pt idx="85">
                  <c:v>2.5000000000000022E-3</c:v>
                </c:pt>
                <c:pt idx="86">
                  <c:v>3.3888888888888892E-3</c:v>
                </c:pt>
                <c:pt idx="87">
                  <c:v>4.1666666666666657E-3</c:v>
                </c:pt>
                <c:pt idx="88">
                  <c:v>3.4999999999999996E-3</c:v>
                </c:pt>
                <c:pt idx="89">
                  <c:v>4.0555555555555588E-3</c:v>
                </c:pt>
                <c:pt idx="90">
                  <c:v>5.6111111111111119E-3</c:v>
                </c:pt>
                <c:pt idx="91">
                  <c:v>6.0555555555555571E-3</c:v>
                </c:pt>
                <c:pt idx="92">
                  <c:v>7.1666666666666684E-3</c:v>
                </c:pt>
                <c:pt idx="93">
                  <c:v>7.7222222222222241E-3</c:v>
                </c:pt>
                <c:pt idx="94">
                  <c:v>9.5000000000000015E-3</c:v>
                </c:pt>
                <c:pt idx="95">
                  <c:v>1.0500000000000006E-2</c:v>
                </c:pt>
                <c:pt idx="96">
                  <c:v>1.0500000000000006E-2</c:v>
                </c:pt>
                <c:pt idx="97">
                  <c:v>9.9444444444444537E-3</c:v>
                </c:pt>
                <c:pt idx="98">
                  <c:v>1.0833333333333334E-2</c:v>
                </c:pt>
                <c:pt idx="99">
                  <c:v>1.1277777777777779E-2</c:v>
                </c:pt>
                <c:pt idx="100">
                  <c:v>1.1944444444444448E-2</c:v>
                </c:pt>
                <c:pt idx="101">
                  <c:v>1.1388888888888893E-2</c:v>
                </c:pt>
                <c:pt idx="102">
                  <c:v>1.3055555555555563E-2</c:v>
                </c:pt>
                <c:pt idx="103">
                  <c:v>1.394444444444445E-2</c:v>
                </c:pt>
                <c:pt idx="104">
                  <c:v>1.3500000000000002E-2</c:v>
                </c:pt>
                <c:pt idx="105">
                  <c:v>1.3722222222222229E-2</c:v>
                </c:pt>
                <c:pt idx="106">
                  <c:v>1.3722222222222226E-2</c:v>
                </c:pt>
                <c:pt idx="107">
                  <c:v>1.4500000000000006E-2</c:v>
                </c:pt>
                <c:pt idx="108">
                  <c:v>1.5944444444444456E-2</c:v>
                </c:pt>
                <c:pt idx="109">
                  <c:v>1.6500000000000011E-2</c:v>
                </c:pt>
                <c:pt idx="110">
                  <c:v>1.5944444444444452E-2</c:v>
                </c:pt>
                <c:pt idx="111">
                  <c:v>1.6277777777777783E-2</c:v>
                </c:pt>
                <c:pt idx="112">
                  <c:v>1.7055555555555553E-2</c:v>
                </c:pt>
                <c:pt idx="113">
                  <c:v>1.7611111111111116E-2</c:v>
                </c:pt>
                <c:pt idx="114">
                  <c:v>1.9388888888888886E-2</c:v>
                </c:pt>
                <c:pt idx="115">
                  <c:v>1.8944444444444441E-2</c:v>
                </c:pt>
                <c:pt idx="116">
                  <c:v>2.0055555555555556E-2</c:v>
                </c:pt>
                <c:pt idx="117">
                  <c:v>2.0055555555555556E-2</c:v>
                </c:pt>
                <c:pt idx="118">
                  <c:v>1.9944444444444445E-2</c:v>
                </c:pt>
                <c:pt idx="119">
                  <c:v>2.0055555555555556E-2</c:v>
                </c:pt>
                <c:pt idx="120">
                  <c:v>2.1499999999999998E-2</c:v>
                </c:pt>
                <c:pt idx="121">
                  <c:v>2.1166666666666663E-2</c:v>
                </c:pt>
                <c:pt idx="122">
                  <c:v>2.1055555555555557E-2</c:v>
                </c:pt>
                <c:pt idx="123">
                  <c:v>2.183333333333333E-2</c:v>
                </c:pt>
                <c:pt idx="124">
                  <c:v>2.2611111111111106E-2</c:v>
                </c:pt>
                <c:pt idx="125">
                  <c:v>2.2944444444444441E-2</c:v>
                </c:pt>
                <c:pt idx="126">
                  <c:v>2.2499999999999999E-2</c:v>
                </c:pt>
                <c:pt idx="127">
                  <c:v>2.338888888888889E-2</c:v>
                </c:pt>
                <c:pt idx="128">
                  <c:v>2.4500000000000001E-2</c:v>
                </c:pt>
                <c:pt idx="129">
                  <c:v>2.4833333333333336E-2</c:v>
                </c:pt>
                <c:pt idx="130">
                  <c:v>2.4277777777777784E-2</c:v>
                </c:pt>
                <c:pt idx="131">
                  <c:v>2.427777777777778E-2</c:v>
                </c:pt>
                <c:pt idx="132">
                  <c:v>2.4611111111111118E-2</c:v>
                </c:pt>
                <c:pt idx="133">
                  <c:v>2.5055555555555553E-2</c:v>
                </c:pt>
                <c:pt idx="134">
                  <c:v>2.6166666666666664E-2</c:v>
                </c:pt>
                <c:pt idx="135">
                  <c:v>2.6499999999999999E-2</c:v>
                </c:pt>
                <c:pt idx="136">
                  <c:v>2.7055555555555551E-2</c:v>
                </c:pt>
                <c:pt idx="137">
                  <c:v>2.672222222222222E-2</c:v>
                </c:pt>
                <c:pt idx="138">
                  <c:v>2.6944444444444444E-2</c:v>
                </c:pt>
                <c:pt idx="139">
                  <c:v>2.7166666666666665E-2</c:v>
                </c:pt>
                <c:pt idx="140">
                  <c:v>2.7500000000000004E-2</c:v>
                </c:pt>
                <c:pt idx="141">
                  <c:v>2.672222222222222E-2</c:v>
                </c:pt>
                <c:pt idx="142">
                  <c:v>2.7611111111111107E-2</c:v>
                </c:pt>
                <c:pt idx="143">
                  <c:v>2.7388888888888886E-2</c:v>
                </c:pt>
                <c:pt idx="144">
                  <c:v>2.8055555555555556E-2</c:v>
                </c:pt>
                <c:pt idx="145">
                  <c:v>2.8722222222222218E-2</c:v>
                </c:pt>
                <c:pt idx="146">
                  <c:v>2.8388888888888887E-2</c:v>
                </c:pt>
                <c:pt idx="147">
                  <c:v>2.7277777777777776E-2</c:v>
                </c:pt>
                <c:pt idx="148">
                  <c:v>2.7277777777777779E-2</c:v>
                </c:pt>
                <c:pt idx="149">
                  <c:v>2.7611111111111107E-2</c:v>
                </c:pt>
                <c:pt idx="150">
                  <c:v>2.7277777777777779E-2</c:v>
                </c:pt>
                <c:pt idx="151">
                  <c:v>2.7611111111111111E-2</c:v>
                </c:pt>
                <c:pt idx="152">
                  <c:v>2.7500000000000004E-2</c:v>
                </c:pt>
                <c:pt idx="153">
                  <c:v>2.6611111111111113E-2</c:v>
                </c:pt>
                <c:pt idx="154">
                  <c:v>2.7055555555555555E-2</c:v>
                </c:pt>
                <c:pt idx="155">
                  <c:v>2.6833333333333334E-2</c:v>
                </c:pt>
                <c:pt idx="156">
                  <c:v>2.6722222222222217E-2</c:v>
                </c:pt>
                <c:pt idx="157">
                  <c:v>2.6611111111111106E-2</c:v>
                </c:pt>
                <c:pt idx="158">
                  <c:v>2.6944444444444444E-2</c:v>
                </c:pt>
                <c:pt idx="159">
                  <c:v>2.7833333333333331E-2</c:v>
                </c:pt>
                <c:pt idx="160">
                  <c:v>2.7388888888888886E-2</c:v>
                </c:pt>
                <c:pt idx="161">
                  <c:v>2.749999999999999E-2</c:v>
                </c:pt>
                <c:pt idx="162">
                  <c:v>2.7166666666666662E-2</c:v>
                </c:pt>
                <c:pt idx="163">
                  <c:v>2.7722222222222218E-2</c:v>
                </c:pt>
                <c:pt idx="164">
                  <c:v>2.7388888888888886E-2</c:v>
                </c:pt>
                <c:pt idx="165">
                  <c:v>2.672222222222222E-2</c:v>
                </c:pt>
                <c:pt idx="166">
                  <c:v>2.5722222222222223E-2</c:v>
                </c:pt>
                <c:pt idx="167">
                  <c:v>2.5500000000000002E-2</c:v>
                </c:pt>
                <c:pt idx="168">
                  <c:v>2.6277777777777775E-2</c:v>
                </c:pt>
                <c:pt idx="169">
                  <c:v>2.6277777777777775E-2</c:v>
                </c:pt>
                <c:pt idx="170">
                  <c:v>2.4833333333333329E-2</c:v>
                </c:pt>
                <c:pt idx="171">
                  <c:v>2.4722222222222229E-2</c:v>
                </c:pt>
                <c:pt idx="172">
                  <c:v>2.494444444444445E-2</c:v>
                </c:pt>
                <c:pt idx="173">
                  <c:v>2.5166666666666671E-2</c:v>
                </c:pt>
                <c:pt idx="174">
                  <c:v>2.4388888888888891E-2</c:v>
                </c:pt>
                <c:pt idx="175">
                  <c:v>2.494444444444445E-2</c:v>
                </c:pt>
                <c:pt idx="176">
                  <c:v>2.4722222222222225E-2</c:v>
                </c:pt>
                <c:pt idx="177">
                  <c:v>2.3722222222222221E-2</c:v>
                </c:pt>
                <c:pt idx="178">
                  <c:v>2.2944444444444448E-2</c:v>
                </c:pt>
                <c:pt idx="179">
                  <c:v>2.2722222222222224E-2</c:v>
                </c:pt>
                <c:pt idx="180">
                  <c:v>2.2611111111111117E-2</c:v>
                </c:pt>
                <c:pt idx="181">
                  <c:v>2.1611111111111109E-2</c:v>
                </c:pt>
                <c:pt idx="182">
                  <c:v>2.1611111111111112E-2</c:v>
                </c:pt>
                <c:pt idx="183">
                  <c:v>2.0499999999999997E-2</c:v>
                </c:pt>
                <c:pt idx="184">
                  <c:v>2.0944444444444446E-2</c:v>
                </c:pt>
                <c:pt idx="185">
                  <c:v>2.1166666666666667E-2</c:v>
                </c:pt>
                <c:pt idx="186">
                  <c:v>2.0611111111111108E-2</c:v>
                </c:pt>
                <c:pt idx="187">
                  <c:v>1.9722222222222224E-2</c:v>
                </c:pt>
                <c:pt idx="188">
                  <c:v>1.9277777777777776E-2</c:v>
                </c:pt>
                <c:pt idx="189">
                  <c:v>1.9055555555555558E-2</c:v>
                </c:pt>
                <c:pt idx="190">
                  <c:v>1.8388888888888889E-2</c:v>
                </c:pt>
                <c:pt idx="191">
                  <c:v>1.8277777777777775E-2</c:v>
                </c:pt>
                <c:pt idx="192">
                  <c:v>1.6833333333333332E-2</c:v>
                </c:pt>
                <c:pt idx="193">
                  <c:v>1.6722222222222225E-2</c:v>
                </c:pt>
                <c:pt idx="194">
                  <c:v>1.5833333333333335E-2</c:v>
                </c:pt>
                <c:pt idx="195">
                  <c:v>1.5944444444444445E-2</c:v>
                </c:pt>
                <c:pt idx="196">
                  <c:v>1.6166666666666666E-2</c:v>
                </c:pt>
                <c:pt idx="197">
                  <c:v>1.55E-2</c:v>
                </c:pt>
                <c:pt idx="198">
                  <c:v>1.4611111111111113E-2</c:v>
                </c:pt>
                <c:pt idx="199">
                  <c:v>1.4944444444444444E-2</c:v>
                </c:pt>
                <c:pt idx="200">
                  <c:v>1.4722222222222223E-2</c:v>
                </c:pt>
                <c:pt idx="201">
                  <c:v>1.4166666666666664E-2</c:v>
                </c:pt>
                <c:pt idx="202">
                  <c:v>1.3388888888888888E-2</c:v>
                </c:pt>
                <c:pt idx="203">
                  <c:v>1.2833333333333332E-2</c:v>
                </c:pt>
                <c:pt idx="204">
                  <c:v>1.227777777777778E-2</c:v>
                </c:pt>
                <c:pt idx="205">
                  <c:v>1.1055555555555556E-2</c:v>
                </c:pt>
                <c:pt idx="206">
                  <c:v>1.0500000000000002E-2</c:v>
                </c:pt>
                <c:pt idx="207">
                  <c:v>1.0722222222222223E-2</c:v>
                </c:pt>
                <c:pt idx="208">
                  <c:v>1.1055555555555556E-2</c:v>
                </c:pt>
                <c:pt idx="209">
                  <c:v>1.0388888888888888E-2</c:v>
                </c:pt>
                <c:pt idx="210">
                  <c:v>1.0166666666666666E-2</c:v>
                </c:pt>
                <c:pt idx="211">
                  <c:v>9.6111111111111102E-3</c:v>
                </c:pt>
                <c:pt idx="212">
                  <c:v>9.4999999999999998E-3</c:v>
                </c:pt>
                <c:pt idx="213">
                  <c:v>8.5000000000000006E-3</c:v>
                </c:pt>
                <c:pt idx="214">
                  <c:v>8.3888888888888902E-3</c:v>
                </c:pt>
                <c:pt idx="215">
                  <c:v>8.0555555555555571E-3</c:v>
                </c:pt>
                <c:pt idx="216">
                  <c:v>7.611111111111111E-3</c:v>
                </c:pt>
                <c:pt idx="217">
                  <c:v>7.3888888888888893E-3</c:v>
                </c:pt>
                <c:pt idx="218">
                  <c:v>7.7222222222222206E-3</c:v>
                </c:pt>
                <c:pt idx="219">
                  <c:v>7.3888888888888867E-3</c:v>
                </c:pt>
                <c:pt idx="220">
                  <c:v>6.6111111111111093E-3</c:v>
                </c:pt>
                <c:pt idx="221">
                  <c:v>5.3888888888888875E-3</c:v>
                </c:pt>
                <c:pt idx="222">
                  <c:v>5.0555555555555536E-3</c:v>
                </c:pt>
                <c:pt idx="223">
                  <c:v>5.3888888888888875E-3</c:v>
                </c:pt>
                <c:pt idx="224">
                  <c:v>5.9444444444444466E-3</c:v>
                </c:pt>
                <c:pt idx="225">
                  <c:v>5.0555555555555562E-3</c:v>
                </c:pt>
                <c:pt idx="226">
                  <c:v>4.5000000000000005E-3</c:v>
                </c:pt>
                <c:pt idx="227">
                  <c:v>3.9444444444444449E-3</c:v>
                </c:pt>
                <c:pt idx="228">
                  <c:v>4.1666666666666657E-3</c:v>
                </c:pt>
                <c:pt idx="229">
                  <c:v>4.2777777777777779E-3</c:v>
                </c:pt>
                <c:pt idx="230">
                  <c:v>3.3888888888888879E-3</c:v>
                </c:pt>
                <c:pt idx="231">
                  <c:v>3.1666666666666662E-3</c:v>
                </c:pt>
                <c:pt idx="232">
                  <c:v>2.944444444444444E-3</c:v>
                </c:pt>
                <c:pt idx="233">
                  <c:v>2.6111111111111109E-3</c:v>
                </c:pt>
                <c:pt idx="234">
                  <c:v>2.3888888888888879E-3</c:v>
                </c:pt>
                <c:pt idx="235">
                  <c:v>2.8333333333333318E-3</c:v>
                </c:pt>
                <c:pt idx="236">
                  <c:v>2.8333333333333318E-3</c:v>
                </c:pt>
                <c:pt idx="237">
                  <c:v>2.277777777777777E-3</c:v>
                </c:pt>
                <c:pt idx="238">
                  <c:v>1.8333333333333339E-3</c:v>
                </c:pt>
                <c:pt idx="239">
                  <c:v>2.9444444444444457E-3</c:v>
                </c:pt>
                <c:pt idx="240">
                  <c:v>2.6111111111111118E-3</c:v>
                </c:pt>
                <c:pt idx="241">
                  <c:v>1.7222222222222226E-3</c:v>
                </c:pt>
                <c:pt idx="242">
                  <c:v>2.1666666666666674E-3</c:v>
                </c:pt>
                <c:pt idx="243">
                  <c:v>1.3888888888888892E-3</c:v>
                </c:pt>
                <c:pt idx="244">
                  <c:v>8.333333333333335E-4</c:v>
                </c:pt>
                <c:pt idx="245">
                  <c:v>7.2222222222222176E-4</c:v>
                </c:pt>
                <c:pt idx="246">
                  <c:v>1.3888888888888892E-3</c:v>
                </c:pt>
                <c:pt idx="247">
                  <c:v>1.2777777777777766E-3</c:v>
                </c:pt>
                <c:pt idx="248">
                  <c:v>8.333333333333335E-4</c:v>
                </c:pt>
                <c:pt idx="249">
                  <c:v>3.888888888888887E-4</c:v>
                </c:pt>
                <c:pt idx="250">
                  <c:v>5.0000000000000001E-4</c:v>
                </c:pt>
                <c:pt idx="251">
                  <c:v>2.7777777777777783E-4</c:v>
                </c:pt>
                <c:pt idx="252">
                  <c:v>5.5555555555555653E-5</c:v>
                </c:pt>
                <c:pt idx="253">
                  <c:v>6.111111111111111E-4</c:v>
                </c:pt>
                <c:pt idx="254">
                  <c:v>6.1111111111111067E-4</c:v>
                </c:pt>
                <c:pt idx="255">
                  <c:v>1.055555555555555E-3</c:v>
                </c:pt>
                <c:pt idx="256">
                  <c:v>1.1666666666666657E-3</c:v>
                </c:pt>
                <c:pt idx="257">
                  <c:v>5.0000000000000023E-4</c:v>
                </c:pt>
                <c:pt idx="258">
                  <c:v>-5.5555555555555653E-5</c:v>
                </c:pt>
                <c:pt idx="259">
                  <c:v>5.555555555555587E-5</c:v>
                </c:pt>
                <c:pt idx="260">
                  <c:v>3.8888888888888887E-4</c:v>
                </c:pt>
                <c:pt idx="261">
                  <c:v>6.1111111111111132E-4</c:v>
                </c:pt>
                <c:pt idx="262">
                  <c:v>9.4444444444444448E-4</c:v>
                </c:pt>
                <c:pt idx="263">
                  <c:v>7.2222222222222219E-4</c:v>
                </c:pt>
                <c:pt idx="264">
                  <c:v>1.166666666666667E-3</c:v>
                </c:pt>
                <c:pt idx="265">
                  <c:v>2.7777777777777783E-4</c:v>
                </c:pt>
                <c:pt idx="266">
                  <c:v>-9.4444444444444437E-4</c:v>
                </c:pt>
                <c:pt idx="267">
                  <c:v>-7.2222222222222219E-4</c:v>
                </c:pt>
                <c:pt idx="268">
                  <c:v>-9.4444444444444458E-4</c:v>
                </c:pt>
                <c:pt idx="269">
                  <c:v>3.8888888888888914E-4</c:v>
                </c:pt>
                <c:pt idx="270">
                  <c:v>5.0000000000000001E-4</c:v>
                </c:pt>
                <c:pt idx="271">
                  <c:v>1.6111111111111116E-3</c:v>
                </c:pt>
                <c:pt idx="272">
                  <c:v>1.6111111111111113E-3</c:v>
                </c:pt>
                <c:pt idx="273">
                  <c:v>9.4444444444444437E-4</c:v>
                </c:pt>
                <c:pt idx="274">
                  <c:v>-5.5555555555555436E-5</c:v>
                </c:pt>
                <c:pt idx="275">
                  <c:v>6.1111111111111067E-4</c:v>
                </c:pt>
                <c:pt idx="276">
                  <c:v>4.9999999999999979E-4</c:v>
                </c:pt>
                <c:pt idx="277">
                  <c:v>2.7777777777777783E-4</c:v>
                </c:pt>
                <c:pt idx="278">
                  <c:v>1.6666666666666631E-4</c:v>
                </c:pt>
                <c:pt idx="279">
                  <c:v>6.111111111111111E-4</c:v>
                </c:pt>
                <c:pt idx="280">
                  <c:v>2.777777777777774E-4</c:v>
                </c:pt>
                <c:pt idx="281">
                  <c:v>4.9999999999999979E-4</c:v>
                </c:pt>
                <c:pt idx="282">
                  <c:v>2.7777777777777761E-4</c:v>
                </c:pt>
                <c:pt idx="283">
                  <c:v>4.9999999999999969E-4</c:v>
                </c:pt>
                <c:pt idx="284">
                  <c:v>5.0000000000000023E-4</c:v>
                </c:pt>
                <c:pt idx="285">
                  <c:v>8.3333333333333328E-4</c:v>
                </c:pt>
                <c:pt idx="286">
                  <c:v>4.999999999999999E-4</c:v>
                </c:pt>
                <c:pt idx="287">
                  <c:v>6.1111111111111132E-4</c:v>
                </c:pt>
                <c:pt idx="288">
                  <c:v>8.3333333333333328E-4</c:v>
                </c:pt>
                <c:pt idx="289">
                  <c:v>6.1111111111111132E-4</c:v>
                </c:pt>
                <c:pt idx="290">
                  <c:v>3.8888888888888914E-4</c:v>
                </c:pt>
                <c:pt idx="291">
                  <c:v>-8.3333333333333328E-4</c:v>
                </c:pt>
                <c:pt idx="292">
                  <c:v>-1.6666666666666674E-4</c:v>
                </c:pt>
                <c:pt idx="293">
                  <c:v>5.555555555555587E-5</c:v>
                </c:pt>
                <c:pt idx="294">
                  <c:v>7.2222222222222176E-4</c:v>
                </c:pt>
                <c:pt idx="295">
                  <c:v>1.0555555555555552E-3</c:v>
                </c:pt>
                <c:pt idx="296">
                  <c:v>6.111111111111111E-4</c:v>
                </c:pt>
                <c:pt idx="297">
                  <c:v>3.8888888888888892E-4</c:v>
                </c:pt>
                <c:pt idx="298">
                  <c:v>1.0555555555555557E-3</c:v>
                </c:pt>
                <c:pt idx="299">
                  <c:v>1.0555555555555555E-3</c:v>
                </c:pt>
                <c:pt idx="300">
                  <c:v>2.7777777777777794E-4</c:v>
                </c:pt>
                <c:pt idx="301">
                  <c:v>1.6666666666666663E-4</c:v>
                </c:pt>
                <c:pt idx="302">
                  <c:v>7.2222222222222208E-4</c:v>
                </c:pt>
                <c:pt idx="303">
                  <c:v>8.3333333333333339E-4</c:v>
                </c:pt>
                <c:pt idx="304">
                  <c:v>8.333333333333335E-4</c:v>
                </c:pt>
                <c:pt idx="305">
                  <c:v>1.2777777777777779E-3</c:v>
                </c:pt>
                <c:pt idx="306">
                  <c:v>1.9444444444444442E-3</c:v>
                </c:pt>
                <c:pt idx="307">
                  <c:v>2.7777777777777783E-4</c:v>
                </c:pt>
                <c:pt idx="308">
                  <c:v>-5.0000000000000001E-4</c:v>
                </c:pt>
                <c:pt idx="309">
                  <c:v>1.6666666666666653E-4</c:v>
                </c:pt>
                <c:pt idx="310">
                  <c:v>6.1111111111111132E-4</c:v>
                </c:pt>
                <c:pt idx="311">
                  <c:v>6.111111111111111E-4</c:v>
                </c:pt>
                <c:pt idx="312">
                  <c:v>2.7777777777777761E-4</c:v>
                </c:pt>
                <c:pt idx="313">
                  <c:v>2.7777777777777761E-4</c:v>
                </c:pt>
                <c:pt idx="314">
                  <c:v>6.111111111111111E-4</c:v>
                </c:pt>
                <c:pt idx="315">
                  <c:v>6.1111111111111099E-4</c:v>
                </c:pt>
                <c:pt idx="316">
                  <c:v>7.2222222222222197E-4</c:v>
                </c:pt>
                <c:pt idx="317">
                  <c:v>8.3333333333333339E-4</c:v>
                </c:pt>
                <c:pt idx="318">
                  <c:v>1.2777777777777779E-3</c:v>
                </c:pt>
                <c:pt idx="319">
                  <c:v>5.0000000000000001E-4</c:v>
                </c:pt>
                <c:pt idx="320">
                  <c:v>9.4444444444444437E-4</c:v>
                </c:pt>
                <c:pt idx="321">
                  <c:v>5.555555555555587E-5</c:v>
                </c:pt>
                <c:pt idx="322">
                  <c:v>2.7777777777777805E-4</c:v>
                </c:pt>
                <c:pt idx="323">
                  <c:v>8.3333333333333328E-4</c:v>
                </c:pt>
                <c:pt idx="324">
                  <c:v>1.1666666666666665E-3</c:v>
                </c:pt>
                <c:pt idx="325">
                  <c:v>6.1111111111111121E-4</c:v>
                </c:pt>
                <c:pt idx="326">
                  <c:v>-5.0000000000000001E-4</c:v>
                </c:pt>
                <c:pt idx="327">
                  <c:v>-7.2222222222222241E-4</c:v>
                </c:pt>
                <c:pt idx="328">
                  <c:v>-4.9999999999999958E-4</c:v>
                </c:pt>
                <c:pt idx="329">
                  <c:v>-1.6666666666666685E-4</c:v>
                </c:pt>
                <c:pt idx="330">
                  <c:v>-3.8888888888888892E-4</c:v>
                </c:pt>
                <c:pt idx="331">
                  <c:v>5.5555555555555219E-5</c:v>
                </c:pt>
                <c:pt idx="332">
                  <c:v>-3.888888888888887E-4</c:v>
                </c:pt>
                <c:pt idx="333">
                  <c:v>-5.0000000000000001E-4</c:v>
                </c:pt>
                <c:pt idx="334">
                  <c:v>6.1111111111111121E-4</c:v>
                </c:pt>
                <c:pt idx="335">
                  <c:v>8.333333333333335E-4</c:v>
                </c:pt>
                <c:pt idx="336">
                  <c:v>3.888888888888887E-4</c:v>
                </c:pt>
                <c:pt idx="337">
                  <c:v>1.2777777777777779E-3</c:v>
                </c:pt>
                <c:pt idx="338">
                  <c:v>5.0000000000000023E-4</c:v>
                </c:pt>
                <c:pt idx="339">
                  <c:v>9.4444444444444448E-4</c:v>
                </c:pt>
                <c:pt idx="340">
                  <c:v>1.3888888888888889E-3</c:v>
                </c:pt>
                <c:pt idx="341">
                  <c:v>-8.3333333333333306E-4</c:v>
                </c:pt>
                <c:pt idx="342">
                  <c:v>-1.8333333333333337E-3</c:v>
                </c:pt>
                <c:pt idx="343">
                  <c:v>-3.8888888888888935E-4</c:v>
                </c:pt>
                <c:pt idx="344">
                  <c:v>-5.555555555555549E-5</c:v>
                </c:pt>
                <c:pt idx="345">
                  <c:v>-1.6666666666666669E-4</c:v>
                </c:pt>
                <c:pt idx="346">
                  <c:v>1.5E-3</c:v>
                </c:pt>
                <c:pt idx="347">
                  <c:v>1.0555555555555555E-3</c:v>
                </c:pt>
                <c:pt idx="348">
                  <c:v>1.2777777777777779E-3</c:v>
                </c:pt>
                <c:pt idx="349">
                  <c:v>1.1666666666666665E-3</c:v>
                </c:pt>
                <c:pt idx="350">
                  <c:v>2.7777777777777805E-4</c:v>
                </c:pt>
                <c:pt idx="351">
                  <c:v>2.1666666666666666E-3</c:v>
                </c:pt>
                <c:pt idx="352">
                  <c:v>1.8333333333333331E-3</c:v>
                </c:pt>
                <c:pt idx="353">
                  <c:v>-5.5555555555555545E-5</c:v>
                </c:pt>
                <c:pt idx="354">
                  <c:v>7.2222222222222241E-4</c:v>
                </c:pt>
                <c:pt idx="355">
                  <c:v>5.5555555555555545E-5</c:v>
                </c:pt>
                <c:pt idx="356">
                  <c:v>1.0555555555555552E-3</c:v>
                </c:pt>
                <c:pt idx="357">
                  <c:v>8.3333333333333328E-4</c:v>
                </c:pt>
                <c:pt idx="358">
                  <c:v>5.5555555555556087E-5</c:v>
                </c:pt>
                <c:pt idx="359">
                  <c:v>8.333333333333335E-4</c:v>
                </c:pt>
                <c:pt idx="360">
                  <c:v>1.3888888888888892E-3</c:v>
                </c:pt>
                <c:pt idx="361">
                  <c:v>2.7222222222222222E-3</c:v>
                </c:pt>
                <c:pt idx="362">
                  <c:v>1.2777777777777774E-3</c:v>
                </c:pt>
                <c:pt idx="363">
                  <c:v>1.3888888888888892E-3</c:v>
                </c:pt>
                <c:pt idx="364">
                  <c:v>8.3333333333333317E-4</c:v>
                </c:pt>
                <c:pt idx="365">
                  <c:v>5.0000000000000044E-4</c:v>
                </c:pt>
                <c:pt idx="366">
                  <c:v>3.888888888888887E-4</c:v>
                </c:pt>
                <c:pt idx="367">
                  <c:v>1.4999999999999998E-3</c:v>
                </c:pt>
                <c:pt idx="368">
                  <c:v>1.5E-3</c:v>
                </c:pt>
                <c:pt idx="369">
                  <c:v>1.8333333333333335E-3</c:v>
                </c:pt>
                <c:pt idx="370">
                  <c:v>-4.9999999999999979E-4</c:v>
                </c:pt>
                <c:pt idx="371">
                  <c:v>-1.6666666666666674E-4</c:v>
                </c:pt>
                <c:pt idx="372">
                  <c:v>1.6666666666666642E-4</c:v>
                </c:pt>
                <c:pt idx="373">
                  <c:v>9.4444444444444458E-4</c:v>
                </c:pt>
                <c:pt idx="374">
                  <c:v>2.0555555555555557E-3</c:v>
                </c:pt>
                <c:pt idx="375">
                  <c:v>2.2777777777777774E-3</c:v>
                </c:pt>
                <c:pt idx="376">
                  <c:v>2.6111111111111114E-3</c:v>
                </c:pt>
                <c:pt idx="377">
                  <c:v>1.0555555555555559E-3</c:v>
                </c:pt>
                <c:pt idx="378">
                  <c:v>1.8333333333333333E-3</c:v>
                </c:pt>
                <c:pt idx="379">
                  <c:v>1.1666666666666665E-3</c:v>
                </c:pt>
                <c:pt idx="380">
                  <c:v>1.4999999999999996E-3</c:v>
                </c:pt>
                <c:pt idx="381">
                  <c:v>2.7222222222222222E-3</c:v>
                </c:pt>
                <c:pt idx="382">
                  <c:v>3.0555555555555553E-3</c:v>
                </c:pt>
                <c:pt idx="383">
                  <c:v>1.6111111111111113E-3</c:v>
                </c:pt>
                <c:pt idx="384">
                  <c:v>1.9444444444444444E-3</c:v>
                </c:pt>
                <c:pt idx="385">
                  <c:v>2.5000000000000005E-3</c:v>
                </c:pt>
                <c:pt idx="386">
                  <c:v>1.2777777777777779E-3</c:v>
                </c:pt>
                <c:pt idx="387">
                  <c:v>2.6111111111111118E-3</c:v>
                </c:pt>
                <c:pt idx="388">
                  <c:v>4.1666666666666675E-3</c:v>
                </c:pt>
                <c:pt idx="389">
                  <c:v>1.6111111111111111E-3</c:v>
                </c:pt>
                <c:pt idx="390">
                  <c:v>9.4444444444444458E-4</c:v>
                </c:pt>
                <c:pt idx="391">
                  <c:v>6.1111111111111045E-4</c:v>
                </c:pt>
                <c:pt idx="392">
                  <c:v>1.9444444444444446E-3</c:v>
                </c:pt>
                <c:pt idx="393">
                  <c:v>1.7222222222222218E-3</c:v>
                </c:pt>
                <c:pt idx="394">
                  <c:v>1.0555555555555548E-3</c:v>
                </c:pt>
                <c:pt idx="395">
                  <c:v>-5.0000000000000023E-4</c:v>
                </c:pt>
                <c:pt idx="396">
                  <c:v>1.3888888888888889E-3</c:v>
                </c:pt>
                <c:pt idx="397">
                  <c:v>6.1111111111111099E-4</c:v>
                </c:pt>
                <c:pt idx="398">
                  <c:v>3.5000000000000001E-3</c:v>
                </c:pt>
                <c:pt idx="399">
                  <c:v>2.3888888888888892E-3</c:v>
                </c:pt>
                <c:pt idx="400">
                  <c:v>3.0555555555555553E-3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96C-4397-8AEC-D7C93775B0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0222143"/>
        <c:axId val="1310219743"/>
      </c:scatterChart>
      <c:valAx>
        <c:axId val="1310222143"/>
        <c:scaling>
          <c:orientation val="minMax"/>
          <c:max val="750"/>
          <c:min val="35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19743"/>
        <c:crosses val="autoZero"/>
        <c:crossBetween val="midCat"/>
      </c:valAx>
      <c:valAx>
        <c:axId val="1310219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22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5456009175324"/>
          <c:y val="3.8745578848324198E-2"/>
          <c:w val="0.85620358379572303"/>
          <c:h val="0.92490571250589704"/>
        </c:manualLayout>
      </c:layout>
      <c:scatterChart>
        <c:scatterStyle val="lineMarker"/>
        <c:varyColors val="0"/>
        <c:ser>
          <c:idx val="0"/>
          <c:order val="0"/>
          <c:tx>
            <c:strRef>
              <c:f>'Baseline Corrections'!$E$3</c:f>
              <c:strCache>
                <c:ptCount val="1"/>
                <c:pt idx="0">
                  <c:v>Sample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Corrections'!$E$4:$E$404</c:f>
              <c:numCache>
                <c:formatCode>General</c:formatCode>
                <c:ptCount val="401"/>
                <c:pt idx="0">
                  <c:v>1.915E-2</c:v>
                </c:pt>
                <c:pt idx="1">
                  <c:v>1.865E-2</c:v>
                </c:pt>
                <c:pt idx="2">
                  <c:v>1.2649999999999998E-2</c:v>
                </c:pt>
                <c:pt idx="3">
                  <c:v>1.2650000000000002E-2</c:v>
                </c:pt>
                <c:pt idx="4">
                  <c:v>1.2900000000000002E-2</c:v>
                </c:pt>
                <c:pt idx="5">
                  <c:v>1.9649999999999997E-2</c:v>
                </c:pt>
                <c:pt idx="6">
                  <c:v>1.89E-2</c:v>
                </c:pt>
                <c:pt idx="7">
                  <c:v>1.6649999999999998E-2</c:v>
                </c:pt>
                <c:pt idx="8">
                  <c:v>1.89E-2</c:v>
                </c:pt>
                <c:pt idx="9">
                  <c:v>1.3899999999999999E-2</c:v>
                </c:pt>
                <c:pt idx="10">
                  <c:v>1.2649999999999998E-2</c:v>
                </c:pt>
                <c:pt idx="11">
                  <c:v>1.1650000000000001E-2</c:v>
                </c:pt>
                <c:pt idx="12">
                  <c:v>1.49E-2</c:v>
                </c:pt>
                <c:pt idx="13">
                  <c:v>1.7649999999999999E-2</c:v>
                </c:pt>
                <c:pt idx="14">
                  <c:v>1.5399999999999997E-2</c:v>
                </c:pt>
                <c:pt idx="15">
                  <c:v>1.6149999999999998E-2</c:v>
                </c:pt>
                <c:pt idx="16">
                  <c:v>1.3399999999999999E-2</c:v>
                </c:pt>
                <c:pt idx="17">
                  <c:v>9.8999999999999991E-3</c:v>
                </c:pt>
                <c:pt idx="18">
                  <c:v>1.5899999999999997E-2</c:v>
                </c:pt>
                <c:pt idx="19">
                  <c:v>1.5900000000000001E-2</c:v>
                </c:pt>
                <c:pt idx="20">
                  <c:v>1.8149999999999999E-2</c:v>
                </c:pt>
                <c:pt idx="21">
                  <c:v>1.115E-2</c:v>
                </c:pt>
                <c:pt idx="22">
                  <c:v>1.3649999999999999E-2</c:v>
                </c:pt>
                <c:pt idx="23">
                  <c:v>1.2650000000000002E-2</c:v>
                </c:pt>
                <c:pt idx="24">
                  <c:v>1.49E-2</c:v>
                </c:pt>
                <c:pt idx="25">
                  <c:v>1.5649999999999997E-2</c:v>
                </c:pt>
                <c:pt idx="26">
                  <c:v>1.2150000000000001E-2</c:v>
                </c:pt>
                <c:pt idx="27">
                  <c:v>1.5149999999999997E-2</c:v>
                </c:pt>
                <c:pt idx="28">
                  <c:v>8.6500000000000014E-3</c:v>
                </c:pt>
                <c:pt idx="29">
                  <c:v>8.6500000000000014E-3</c:v>
                </c:pt>
                <c:pt idx="30">
                  <c:v>1.065E-2</c:v>
                </c:pt>
                <c:pt idx="31">
                  <c:v>1.1149999999999997E-2</c:v>
                </c:pt>
                <c:pt idx="32">
                  <c:v>1.3899999999999999E-2</c:v>
                </c:pt>
                <c:pt idx="33">
                  <c:v>1.3899999999999999E-2</c:v>
                </c:pt>
                <c:pt idx="34">
                  <c:v>1.0149999999999999E-2</c:v>
                </c:pt>
                <c:pt idx="35">
                  <c:v>1.2399999999999998E-2</c:v>
                </c:pt>
                <c:pt idx="36">
                  <c:v>1.2899999999999998E-2</c:v>
                </c:pt>
                <c:pt idx="37">
                  <c:v>1.44E-2</c:v>
                </c:pt>
                <c:pt idx="38">
                  <c:v>1.54E-2</c:v>
                </c:pt>
                <c:pt idx="39">
                  <c:v>1.3649999999999999E-2</c:v>
                </c:pt>
                <c:pt idx="40">
                  <c:v>1.49E-2</c:v>
                </c:pt>
                <c:pt idx="41">
                  <c:v>1.1899999999999997E-2</c:v>
                </c:pt>
                <c:pt idx="42">
                  <c:v>1.1649999999999997E-2</c:v>
                </c:pt>
                <c:pt idx="43">
                  <c:v>1.49E-2</c:v>
                </c:pt>
                <c:pt idx="44">
                  <c:v>1.515E-2</c:v>
                </c:pt>
                <c:pt idx="45">
                  <c:v>1.54E-2</c:v>
                </c:pt>
                <c:pt idx="46">
                  <c:v>1.2649999999999998E-2</c:v>
                </c:pt>
                <c:pt idx="47">
                  <c:v>1.0149999999999996E-2</c:v>
                </c:pt>
                <c:pt idx="48">
                  <c:v>1.4149999999999999E-2</c:v>
                </c:pt>
                <c:pt idx="49">
                  <c:v>1.44E-2</c:v>
                </c:pt>
                <c:pt idx="50">
                  <c:v>1.2649999999999998E-2</c:v>
                </c:pt>
                <c:pt idx="51">
                  <c:v>1.2649999999999998E-2</c:v>
                </c:pt>
                <c:pt idx="52">
                  <c:v>1.1650000000000001E-2</c:v>
                </c:pt>
                <c:pt idx="53">
                  <c:v>1.2650000000000002E-2</c:v>
                </c:pt>
                <c:pt idx="54">
                  <c:v>1.1649999999999997E-2</c:v>
                </c:pt>
                <c:pt idx="55">
                  <c:v>1.3149999999999998E-2</c:v>
                </c:pt>
                <c:pt idx="56">
                  <c:v>1.465E-2</c:v>
                </c:pt>
                <c:pt idx="57">
                  <c:v>1.3649999999999999E-2</c:v>
                </c:pt>
                <c:pt idx="58">
                  <c:v>1.3899999999999999E-2</c:v>
                </c:pt>
                <c:pt idx="59">
                  <c:v>1.3649999999999999E-2</c:v>
                </c:pt>
                <c:pt idx="60">
                  <c:v>1.2399999999999998E-2</c:v>
                </c:pt>
                <c:pt idx="61">
                  <c:v>1.4899999999999997E-2</c:v>
                </c:pt>
                <c:pt idx="62">
                  <c:v>1.54E-2</c:v>
                </c:pt>
                <c:pt idx="63">
                  <c:v>1.3899999999999999E-2</c:v>
                </c:pt>
                <c:pt idx="64">
                  <c:v>1.3149999999999998E-2</c:v>
                </c:pt>
                <c:pt idx="65">
                  <c:v>1.3399999999999999E-2</c:v>
                </c:pt>
                <c:pt idx="66">
                  <c:v>1.4149999999999999E-2</c:v>
                </c:pt>
                <c:pt idx="67">
                  <c:v>1.49E-2</c:v>
                </c:pt>
                <c:pt idx="68">
                  <c:v>1.3649999999999999E-2</c:v>
                </c:pt>
                <c:pt idx="69">
                  <c:v>1.3899999999999999E-2</c:v>
                </c:pt>
                <c:pt idx="70">
                  <c:v>1.065E-2</c:v>
                </c:pt>
                <c:pt idx="71">
                  <c:v>9.3999999999999986E-3</c:v>
                </c:pt>
                <c:pt idx="72">
                  <c:v>9.8999999999999991E-3</c:v>
                </c:pt>
                <c:pt idx="73">
                  <c:v>9.8999999999999956E-3</c:v>
                </c:pt>
                <c:pt idx="74">
                  <c:v>1.04E-2</c:v>
                </c:pt>
                <c:pt idx="75">
                  <c:v>9.3999999999999986E-3</c:v>
                </c:pt>
                <c:pt idx="76">
                  <c:v>9.6499999999999989E-3</c:v>
                </c:pt>
                <c:pt idx="77">
                  <c:v>9.6499999999999989E-3</c:v>
                </c:pt>
                <c:pt idx="78">
                  <c:v>9.6499999999999989E-3</c:v>
                </c:pt>
                <c:pt idx="79">
                  <c:v>1.065E-2</c:v>
                </c:pt>
                <c:pt idx="80">
                  <c:v>1.1399999999999997E-2</c:v>
                </c:pt>
                <c:pt idx="81">
                  <c:v>1.04E-2</c:v>
                </c:pt>
                <c:pt idx="82">
                  <c:v>1.065E-2</c:v>
                </c:pt>
                <c:pt idx="83">
                  <c:v>9.3999999999999986E-3</c:v>
                </c:pt>
                <c:pt idx="84">
                  <c:v>9.3999999999999986E-3</c:v>
                </c:pt>
                <c:pt idx="85">
                  <c:v>6.1500000000000001E-3</c:v>
                </c:pt>
                <c:pt idx="86">
                  <c:v>6.6500000000000005E-3</c:v>
                </c:pt>
                <c:pt idx="87">
                  <c:v>8.1499999999999975E-3</c:v>
                </c:pt>
                <c:pt idx="88">
                  <c:v>7.4000000000000012E-3</c:v>
                </c:pt>
                <c:pt idx="89">
                  <c:v>8.6500000000000014E-3</c:v>
                </c:pt>
                <c:pt idx="90">
                  <c:v>8.3999999999999977E-3</c:v>
                </c:pt>
                <c:pt idx="91">
                  <c:v>8.6500000000000014E-3</c:v>
                </c:pt>
                <c:pt idx="92">
                  <c:v>6.9000000000000008E-3</c:v>
                </c:pt>
                <c:pt idx="93">
                  <c:v>6.1500000000000001E-3</c:v>
                </c:pt>
                <c:pt idx="94">
                  <c:v>6.1500000000000001E-3</c:v>
                </c:pt>
                <c:pt idx="95">
                  <c:v>7.3999999999999995E-3</c:v>
                </c:pt>
                <c:pt idx="96">
                  <c:v>7.3999999999999995E-3</c:v>
                </c:pt>
                <c:pt idx="97">
                  <c:v>6.1500000000000001E-3</c:v>
                </c:pt>
                <c:pt idx="98">
                  <c:v>6.3999999999999986E-3</c:v>
                </c:pt>
                <c:pt idx="99">
                  <c:v>6.4000000000000003E-3</c:v>
                </c:pt>
                <c:pt idx="100">
                  <c:v>6.1500000000000001E-3</c:v>
                </c:pt>
                <c:pt idx="101">
                  <c:v>7.8999999999999973E-3</c:v>
                </c:pt>
                <c:pt idx="102">
                  <c:v>6.6499999999999988E-3</c:v>
                </c:pt>
                <c:pt idx="103">
                  <c:v>6.6500000000000005E-3</c:v>
                </c:pt>
                <c:pt idx="104">
                  <c:v>5.3999999999999994E-3</c:v>
                </c:pt>
                <c:pt idx="105">
                  <c:v>5.8999999999999999E-3</c:v>
                </c:pt>
                <c:pt idx="106">
                  <c:v>6.4000000000000003E-3</c:v>
                </c:pt>
                <c:pt idx="107">
                  <c:v>5.3999999999999994E-3</c:v>
                </c:pt>
                <c:pt idx="108">
                  <c:v>4.6499999999999988E-3</c:v>
                </c:pt>
                <c:pt idx="109">
                  <c:v>3.6499999999999996E-3</c:v>
                </c:pt>
                <c:pt idx="110">
                  <c:v>4.3999999999999985E-3</c:v>
                </c:pt>
                <c:pt idx="111">
                  <c:v>4.15E-3</c:v>
                </c:pt>
                <c:pt idx="112">
                  <c:v>4.6499999999999988E-3</c:v>
                </c:pt>
                <c:pt idx="113">
                  <c:v>5.3999999999999994E-3</c:v>
                </c:pt>
                <c:pt idx="114">
                  <c:v>4.4000000000000003E-3</c:v>
                </c:pt>
                <c:pt idx="115">
                  <c:v>3.1499999999999992E-3</c:v>
                </c:pt>
                <c:pt idx="116">
                  <c:v>3.1499999999999992E-3</c:v>
                </c:pt>
                <c:pt idx="117">
                  <c:v>3.1499999999999992E-3</c:v>
                </c:pt>
                <c:pt idx="118">
                  <c:v>4.4000000000000003E-3</c:v>
                </c:pt>
                <c:pt idx="119">
                  <c:v>4.899999999999999E-3</c:v>
                </c:pt>
                <c:pt idx="120">
                  <c:v>4.15E-3</c:v>
                </c:pt>
                <c:pt idx="121">
                  <c:v>2.9000000000000007E-3</c:v>
                </c:pt>
                <c:pt idx="122">
                  <c:v>2.9000000000000007E-3</c:v>
                </c:pt>
                <c:pt idx="123">
                  <c:v>3.6499999999999996E-3</c:v>
                </c:pt>
                <c:pt idx="124">
                  <c:v>2.8999999999999989E-3</c:v>
                </c:pt>
                <c:pt idx="125">
                  <c:v>2.6500000000000004E-3</c:v>
                </c:pt>
                <c:pt idx="126">
                  <c:v>2.6500000000000004E-3</c:v>
                </c:pt>
                <c:pt idx="127">
                  <c:v>1.8999999999999998E-3</c:v>
                </c:pt>
                <c:pt idx="128">
                  <c:v>2.15E-3</c:v>
                </c:pt>
                <c:pt idx="129">
                  <c:v>1.6499999999999996E-3</c:v>
                </c:pt>
                <c:pt idx="130">
                  <c:v>6.4999999999999867E-4</c:v>
                </c:pt>
                <c:pt idx="131">
                  <c:v>1.6499999999999996E-3</c:v>
                </c:pt>
                <c:pt idx="132">
                  <c:v>2.4000000000000002E-3</c:v>
                </c:pt>
                <c:pt idx="133">
                  <c:v>2.15E-3</c:v>
                </c:pt>
                <c:pt idx="134">
                  <c:v>1.8999999999999998E-3</c:v>
                </c:pt>
                <c:pt idx="135">
                  <c:v>1.6499999999999996E-3</c:v>
                </c:pt>
                <c:pt idx="136">
                  <c:v>2.15E-3</c:v>
                </c:pt>
                <c:pt idx="137">
                  <c:v>1.6499999999999996E-3</c:v>
                </c:pt>
                <c:pt idx="138">
                  <c:v>1.15E-3</c:v>
                </c:pt>
                <c:pt idx="139">
                  <c:v>1.8999999999999998E-3</c:v>
                </c:pt>
                <c:pt idx="140">
                  <c:v>1.6499999999999996E-3</c:v>
                </c:pt>
                <c:pt idx="141">
                  <c:v>3.9999999999999931E-4</c:v>
                </c:pt>
                <c:pt idx="142">
                  <c:v>1.8999999999999998E-3</c:v>
                </c:pt>
                <c:pt idx="143">
                  <c:v>1.6500000000000004E-3</c:v>
                </c:pt>
                <c:pt idx="144">
                  <c:v>1.15E-3</c:v>
                </c:pt>
                <c:pt idx="145">
                  <c:v>8.9999999999999976E-4</c:v>
                </c:pt>
                <c:pt idx="146">
                  <c:v>8.9999999999999976E-4</c:v>
                </c:pt>
                <c:pt idx="147">
                  <c:v>1.15E-3</c:v>
                </c:pt>
                <c:pt idx="148">
                  <c:v>2.15E-3</c:v>
                </c:pt>
                <c:pt idx="149">
                  <c:v>6.4999999999999954E-4</c:v>
                </c:pt>
                <c:pt idx="150">
                  <c:v>1.4999999999999909E-4</c:v>
                </c:pt>
                <c:pt idx="151">
                  <c:v>1.4999999999999996E-4</c:v>
                </c:pt>
                <c:pt idx="152">
                  <c:v>1.4999999999999996E-4</c:v>
                </c:pt>
                <c:pt idx="153">
                  <c:v>1.4999999999999996E-4</c:v>
                </c:pt>
                <c:pt idx="154">
                  <c:v>8.9999999999999976E-4</c:v>
                </c:pt>
                <c:pt idx="155">
                  <c:v>3.9999999999999931E-4</c:v>
                </c:pt>
                <c:pt idx="156">
                  <c:v>-6.0000000000000071E-4</c:v>
                </c:pt>
                <c:pt idx="157">
                  <c:v>-5.9999999999999984E-4</c:v>
                </c:pt>
                <c:pt idx="158">
                  <c:v>-1.0000000000000026E-4</c:v>
                </c:pt>
                <c:pt idx="159">
                  <c:v>-3.5000000000000048E-4</c:v>
                </c:pt>
                <c:pt idx="160">
                  <c:v>-1.1000000000000003E-3</c:v>
                </c:pt>
                <c:pt idx="161">
                  <c:v>-5.9999999999999984E-4</c:v>
                </c:pt>
                <c:pt idx="162">
                  <c:v>-3.5000000000000048E-4</c:v>
                </c:pt>
                <c:pt idx="163">
                  <c:v>-3.5000000000000048E-4</c:v>
                </c:pt>
                <c:pt idx="164">
                  <c:v>-3.5000000000000048E-4</c:v>
                </c:pt>
                <c:pt idx="165">
                  <c:v>8.9999999999999976E-4</c:v>
                </c:pt>
                <c:pt idx="166">
                  <c:v>6.500000000000004E-4</c:v>
                </c:pt>
                <c:pt idx="167">
                  <c:v>6.500000000000004E-4</c:v>
                </c:pt>
                <c:pt idx="168">
                  <c:v>-5.9999999999999984E-4</c:v>
                </c:pt>
                <c:pt idx="169">
                  <c:v>-3.4999999999999962E-4</c:v>
                </c:pt>
                <c:pt idx="170">
                  <c:v>-1.0000000000000026E-4</c:v>
                </c:pt>
                <c:pt idx="171">
                  <c:v>-1.0999999999999994E-3</c:v>
                </c:pt>
                <c:pt idx="172">
                  <c:v>-3.5000000000000048E-4</c:v>
                </c:pt>
                <c:pt idx="173">
                  <c:v>1.4999999999999909E-4</c:v>
                </c:pt>
                <c:pt idx="174">
                  <c:v>8.9999999999999976E-4</c:v>
                </c:pt>
                <c:pt idx="175">
                  <c:v>6.500000000000004E-4</c:v>
                </c:pt>
                <c:pt idx="176">
                  <c:v>1.4999999999999996E-4</c:v>
                </c:pt>
                <c:pt idx="177">
                  <c:v>-3.4999999999999962E-4</c:v>
                </c:pt>
                <c:pt idx="178">
                  <c:v>-1.0000000000000026E-4</c:v>
                </c:pt>
                <c:pt idx="179">
                  <c:v>1.4999999999999996E-4</c:v>
                </c:pt>
                <c:pt idx="180">
                  <c:v>-8.5000000000000006E-4</c:v>
                </c:pt>
                <c:pt idx="181">
                  <c:v>-3.5000000000000048E-4</c:v>
                </c:pt>
                <c:pt idx="182">
                  <c:v>-3.4999999999999962E-4</c:v>
                </c:pt>
                <c:pt idx="183">
                  <c:v>1.4999999999999996E-4</c:v>
                </c:pt>
                <c:pt idx="184">
                  <c:v>-3.5000000000000048E-4</c:v>
                </c:pt>
                <c:pt idx="185">
                  <c:v>-3.5000000000000048E-4</c:v>
                </c:pt>
                <c:pt idx="186">
                  <c:v>3.9999999999999931E-4</c:v>
                </c:pt>
                <c:pt idx="187">
                  <c:v>-3.5000000000000048E-4</c:v>
                </c:pt>
                <c:pt idx="188">
                  <c:v>-3.5000000000000048E-4</c:v>
                </c:pt>
                <c:pt idx="189">
                  <c:v>-1.0000000000000026E-4</c:v>
                </c:pt>
                <c:pt idx="190">
                  <c:v>-1.0000000000000026E-4</c:v>
                </c:pt>
                <c:pt idx="191">
                  <c:v>-3.5000000000000048E-4</c:v>
                </c:pt>
                <c:pt idx="192">
                  <c:v>1.4999999999999996E-4</c:v>
                </c:pt>
                <c:pt idx="193">
                  <c:v>1.4999999999999996E-4</c:v>
                </c:pt>
                <c:pt idx="194">
                  <c:v>-3.4999999999999962E-4</c:v>
                </c:pt>
                <c:pt idx="195">
                  <c:v>-6.0000000000000071E-4</c:v>
                </c:pt>
                <c:pt idx="196">
                  <c:v>-3.5000000000000048E-4</c:v>
                </c:pt>
                <c:pt idx="197">
                  <c:v>4.0000000000000018E-4</c:v>
                </c:pt>
                <c:pt idx="198">
                  <c:v>1.3999999999999993E-3</c:v>
                </c:pt>
                <c:pt idx="199">
                  <c:v>6.500000000000004E-4</c:v>
                </c:pt>
                <c:pt idx="200">
                  <c:v>-1.0000000000000026E-4</c:v>
                </c:pt>
                <c:pt idx="201">
                  <c:v>1.4999999999999996E-4</c:v>
                </c:pt>
                <c:pt idx="202">
                  <c:v>-3.5000000000000048E-4</c:v>
                </c:pt>
                <c:pt idx="203">
                  <c:v>1.4999999999999996E-4</c:v>
                </c:pt>
                <c:pt idx="204">
                  <c:v>4.0000000000000018E-4</c:v>
                </c:pt>
                <c:pt idx="205">
                  <c:v>-8.5000000000000006E-4</c:v>
                </c:pt>
                <c:pt idx="206">
                  <c:v>-5.9999999999999984E-4</c:v>
                </c:pt>
                <c:pt idx="207">
                  <c:v>-8.5000000000000093E-4</c:v>
                </c:pt>
                <c:pt idx="208">
                  <c:v>-8.5000000000000006E-4</c:v>
                </c:pt>
                <c:pt idx="209">
                  <c:v>-1.0000000000000026E-4</c:v>
                </c:pt>
                <c:pt idx="210">
                  <c:v>1.4999999999999996E-4</c:v>
                </c:pt>
                <c:pt idx="211">
                  <c:v>3.9999999999999931E-4</c:v>
                </c:pt>
                <c:pt idx="212">
                  <c:v>1.4999999999999996E-4</c:v>
                </c:pt>
                <c:pt idx="213">
                  <c:v>-1.0000000000000026E-4</c:v>
                </c:pt>
                <c:pt idx="214">
                  <c:v>-5.9999999999999984E-4</c:v>
                </c:pt>
                <c:pt idx="215">
                  <c:v>-1.0000000000000026E-4</c:v>
                </c:pt>
                <c:pt idx="216">
                  <c:v>4.0000000000000018E-4</c:v>
                </c:pt>
                <c:pt idx="217">
                  <c:v>-1.0000000000000026E-4</c:v>
                </c:pt>
                <c:pt idx="218">
                  <c:v>1.4999999999999996E-4</c:v>
                </c:pt>
                <c:pt idx="219">
                  <c:v>-6.0000000000000071E-4</c:v>
                </c:pt>
                <c:pt idx="220">
                  <c:v>-3.5000000000000048E-4</c:v>
                </c:pt>
                <c:pt idx="221">
                  <c:v>1.4999999999999996E-4</c:v>
                </c:pt>
                <c:pt idx="222">
                  <c:v>-3.5000000000000048E-4</c:v>
                </c:pt>
                <c:pt idx="223">
                  <c:v>-3.5000000000000048E-4</c:v>
                </c:pt>
                <c:pt idx="224">
                  <c:v>-1.0000000000000026E-4</c:v>
                </c:pt>
                <c:pt idx="225">
                  <c:v>1.1499999999999991E-3</c:v>
                </c:pt>
                <c:pt idx="226">
                  <c:v>6.4999999999999954E-4</c:v>
                </c:pt>
                <c:pt idx="227">
                  <c:v>6.4999999999999867E-4</c:v>
                </c:pt>
                <c:pt idx="228">
                  <c:v>3.9999999999999931E-4</c:v>
                </c:pt>
                <c:pt idx="229">
                  <c:v>-3.4999999999999962E-4</c:v>
                </c:pt>
                <c:pt idx="230">
                  <c:v>6.4999999999999954E-4</c:v>
                </c:pt>
                <c:pt idx="231">
                  <c:v>1.4000000000000002E-3</c:v>
                </c:pt>
                <c:pt idx="232">
                  <c:v>8.9999999999999889E-4</c:v>
                </c:pt>
                <c:pt idx="233">
                  <c:v>3.9999999999999931E-4</c:v>
                </c:pt>
                <c:pt idx="234">
                  <c:v>-5.9999999999999984E-4</c:v>
                </c:pt>
                <c:pt idx="235">
                  <c:v>-1.0000000000000026E-4</c:v>
                </c:pt>
                <c:pt idx="236">
                  <c:v>3.9999999999999931E-4</c:v>
                </c:pt>
                <c:pt idx="237">
                  <c:v>6.500000000000004E-4</c:v>
                </c:pt>
                <c:pt idx="238">
                  <c:v>-9.9999999999999395E-5</c:v>
                </c:pt>
                <c:pt idx="239">
                  <c:v>-1.3500000000000005E-3</c:v>
                </c:pt>
                <c:pt idx="240">
                  <c:v>1.4999999999999996E-4</c:v>
                </c:pt>
                <c:pt idx="241">
                  <c:v>4.0000000000000018E-4</c:v>
                </c:pt>
                <c:pt idx="242">
                  <c:v>4.0000000000000018E-4</c:v>
                </c:pt>
                <c:pt idx="243">
                  <c:v>1.8999999999999998E-3</c:v>
                </c:pt>
                <c:pt idx="244">
                  <c:v>1.15E-3</c:v>
                </c:pt>
                <c:pt idx="245">
                  <c:v>1.6499999999999996E-3</c:v>
                </c:pt>
                <c:pt idx="246">
                  <c:v>1.4999999999999909E-4</c:v>
                </c:pt>
                <c:pt idx="247">
                  <c:v>1.4999999999999996E-4</c:v>
                </c:pt>
                <c:pt idx="248">
                  <c:v>1.4999999999999996E-4</c:v>
                </c:pt>
                <c:pt idx="249">
                  <c:v>1.4999999999999996E-4</c:v>
                </c:pt>
                <c:pt idx="250">
                  <c:v>1.4000000000000002E-3</c:v>
                </c:pt>
                <c:pt idx="251">
                  <c:v>1.1499999999999991E-3</c:v>
                </c:pt>
                <c:pt idx="252">
                  <c:v>1.1499999999999991E-3</c:v>
                </c:pt>
                <c:pt idx="253">
                  <c:v>-3.5000000000000048E-4</c:v>
                </c:pt>
                <c:pt idx="254">
                  <c:v>-6.0000000000000071E-4</c:v>
                </c:pt>
                <c:pt idx="255">
                  <c:v>-3.5000000000000048E-4</c:v>
                </c:pt>
                <c:pt idx="256">
                  <c:v>-1.0000000000000026E-4</c:v>
                </c:pt>
                <c:pt idx="257">
                  <c:v>1.4999999999999996E-4</c:v>
                </c:pt>
                <c:pt idx="258">
                  <c:v>1.6499999999999996E-3</c:v>
                </c:pt>
                <c:pt idx="259">
                  <c:v>1.8999999999999998E-3</c:v>
                </c:pt>
                <c:pt idx="260">
                  <c:v>1.8999999999999998E-3</c:v>
                </c:pt>
                <c:pt idx="261">
                  <c:v>6.4999999999999867E-4</c:v>
                </c:pt>
                <c:pt idx="262">
                  <c:v>8.9999999999999889E-4</c:v>
                </c:pt>
                <c:pt idx="263">
                  <c:v>4.0000000000000018E-4</c:v>
                </c:pt>
                <c:pt idx="264">
                  <c:v>1.3999999999999993E-3</c:v>
                </c:pt>
                <c:pt idx="265">
                  <c:v>8.9999999999999976E-4</c:v>
                </c:pt>
                <c:pt idx="266">
                  <c:v>3.9999999999999931E-4</c:v>
                </c:pt>
                <c:pt idx="267">
                  <c:v>-3.5000000000000048E-4</c:v>
                </c:pt>
                <c:pt idx="268">
                  <c:v>6.4999999999999954E-4</c:v>
                </c:pt>
                <c:pt idx="269">
                  <c:v>6.500000000000004E-4</c:v>
                </c:pt>
                <c:pt idx="270">
                  <c:v>2.3999999999999985E-3</c:v>
                </c:pt>
                <c:pt idx="271">
                  <c:v>1.15E-3</c:v>
                </c:pt>
                <c:pt idx="272">
                  <c:v>8.9999999999999889E-4</c:v>
                </c:pt>
                <c:pt idx="273">
                  <c:v>1.3999999999999993E-3</c:v>
                </c:pt>
                <c:pt idx="274">
                  <c:v>1.1499999999999991E-3</c:v>
                </c:pt>
                <c:pt idx="275">
                  <c:v>1.8999999999999998E-3</c:v>
                </c:pt>
                <c:pt idx="276">
                  <c:v>1.8999999999999998E-3</c:v>
                </c:pt>
                <c:pt idx="277">
                  <c:v>2.15E-3</c:v>
                </c:pt>
                <c:pt idx="278">
                  <c:v>1.8999999999999998E-3</c:v>
                </c:pt>
                <c:pt idx="279">
                  <c:v>1.6499999999999996E-3</c:v>
                </c:pt>
                <c:pt idx="280">
                  <c:v>1.3999999999999993E-3</c:v>
                </c:pt>
                <c:pt idx="281">
                  <c:v>3.9999999999999931E-4</c:v>
                </c:pt>
                <c:pt idx="282">
                  <c:v>-3.5000000000000048E-4</c:v>
                </c:pt>
                <c:pt idx="283">
                  <c:v>-5.9999999999999984E-4</c:v>
                </c:pt>
                <c:pt idx="284">
                  <c:v>-3.5000000000000048E-4</c:v>
                </c:pt>
                <c:pt idx="285">
                  <c:v>8.9999999999999976E-4</c:v>
                </c:pt>
                <c:pt idx="286">
                  <c:v>6.500000000000004E-4</c:v>
                </c:pt>
                <c:pt idx="287">
                  <c:v>4.0000000000000018E-4</c:v>
                </c:pt>
                <c:pt idx="288">
                  <c:v>1.6499999999999996E-3</c:v>
                </c:pt>
                <c:pt idx="289">
                  <c:v>6.4999999999999867E-4</c:v>
                </c:pt>
                <c:pt idx="290">
                  <c:v>6.4999999999999954E-4</c:v>
                </c:pt>
                <c:pt idx="291">
                  <c:v>-6.0000000000000071E-4</c:v>
                </c:pt>
                <c:pt idx="292">
                  <c:v>2.6500000000000004E-3</c:v>
                </c:pt>
                <c:pt idx="293">
                  <c:v>2.4000000000000002E-3</c:v>
                </c:pt>
                <c:pt idx="294">
                  <c:v>3.1499999999999992E-3</c:v>
                </c:pt>
                <c:pt idx="295">
                  <c:v>2.15E-3</c:v>
                </c:pt>
                <c:pt idx="296">
                  <c:v>1.6499999999999996E-3</c:v>
                </c:pt>
                <c:pt idx="297">
                  <c:v>1.1499999999999991E-3</c:v>
                </c:pt>
                <c:pt idx="298">
                  <c:v>1.15E-3</c:v>
                </c:pt>
                <c:pt idx="299">
                  <c:v>1.8999999999999998E-3</c:v>
                </c:pt>
                <c:pt idx="300">
                  <c:v>4.0000000000000018E-4</c:v>
                </c:pt>
                <c:pt idx="301">
                  <c:v>1.8999999999999998E-3</c:v>
                </c:pt>
                <c:pt idx="302">
                  <c:v>2.8999999999999989E-3</c:v>
                </c:pt>
                <c:pt idx="303">
                  <c:v>8.9999999999999976E-4</c:v>
                </c:pt>
                <c:pt idx="304">
                  <c:v>1.15E-3</c:v>
                </c:pt>
                <c:pt idx="305">
                  <c:v>-1.0000000000000026E-4</c:v>
                </c:pt>
                <c:pt idx="306">
                  <c:v>8.9999999999999976E-4</c:v>
                </c:pt>
                <c:pt idx="307">
                  <c:v>1.4999999999999996E-4</c:v>
                </c:pt>
                <c:pt idx="308">
                  <c:v>6.500000000000004E-4</c:v>
                </c:pt>
                <c:pt idx="309">
                  <c:v>1.15E-3</c:v>
                </c:pt>
                <c:pt idx="310">
                  <c:v>4.0000000000000018E-4</c:v>
                </c:pt>
                <c:pt idx="311">
                  <c:v>2.15E-3</c:v>
                </c:pt>
                <c:pt idx="312">
                  <c:v>1.4000000000000002E-3</c:v>
                </c:pt>
                <c:pt idx="313">
                  <c:v>1.1499999999999991E-3</c:v>
                </c:pt>
                <c:pt idx="314">
                  <c:v>6.4999999999999954E-4</c:v>
                </c:pt>
                <c:pt idx="315">
                  <c:v>2.15E-3</c:v>
                </c:pt>
                <c:pt idx="316">
                  <c:v>2.4000000000000002E-3</c:v>
                </c:pt>
                <c:pt idx="317">
                  <c:v>2.4000000000000002E-3</c:v>
                </c:pt>
                <c:pt idx="318">
                  <c:v>6.4999999999999954E-4</c:v>
                </c:pt>
                <c:pt idx="319">
                  <c:v>8.9999999999999889E-4</c:v>
                </c:pt>
                <c:pt idx="320">
                  <c:v>1.8999999999999998E-3</c:v>
                </c:pt>
                <c:pt idx="321">
                  <c:v>6.4999999999999954E-4</c:v>
                </c:pt>
                <c:pt idx="322">
                  <c:v>1.3999999999999993E-3</c:v>
                </c:pt>
                <c:pt idx="323">
                  <c:v>2.6499999999999987E-3</c:v>
                </c:pt>
                <c:pt idx="324">
                  <c:v>2.9000000000000007E-3</c:v>
                </c:pt>
                <c:pt idx="325">
                  <c:v>2.4000000000000002E-3</c:v>
                </c:pt>
                <c:pt idx="326">
                  <c:v>1.3999999999999993E-3</c:v>
                </c:pt>
                <c:pt idx="327">
                  <c:v>1.3999999999999993E-3</c:v>
                </c:pt>
                <c:pt idx="328">
                  <c:v>3.9999999999999931E-4</c:v>
                </c:pt>
                <c:pt idx="329">
                  <c:v>1.6499999999999996E-3</c:v>
                </c:pt>
                <c:pt idx="330">
                  <c:v>8.9999999999999976E-4</c:v>
                </c:pt>
                <c:pt idx="331">
                  <c:v>1.15E-3</c:v>
                </c:pt>
                <c:pt idx="332">
                  <c:v>2.6500000000000004E-3</c:v>
                </c:pt>
                <c:pt idx="333">
                  <c:v>8.9999999999999889E-4</c:v>
                </c:pt>
                <c:pt idx="334">
                  <c:v>1.1499999999999991E-3</c:v>
                </c:pt>
                <c:pt idx="335">
                  <c:v>-1.0000000000000026E-4</c:v>
                </c:pt>
                <c:pt idx="336">
                  <c:v>-1.0000000000000026E-4</c:v>
                </c:pt>
                <c:pt idx="337">
                  <c:v>1.8999999999999998E-3</c:v>
                </c:pt>
                <c:pt idx="338">
                  <c:v>1.3999999999999993E-3</c:v>
                </c:pt>
                <c:pt idx="339">
                  <c:v>1.8999999999999998E-3</c:v>
                </c:pt>
                <c:pt idx="340">
                  <c:v>1.6500000000000004E-3</c:v>
                </c:pt>
                <c:pt idx="341">
                  <c:v>2.15E-3</c:v>
                </c:pt>
                <c:pt idx="342">
                  <c:v>1.8999999999999998E-3</c:v>
                </c:pt>
                <c:pt idx="343">
                  <c:v>1.6499999999999996E-3</c:v>
                </c:pt>
                <c:pt idx="344">
                  <c:v>8.9999999999999976E-4</c:v>
                </c:pt>
                <c:pt idx="345">
                  <c:v>-1.0000000000000026E-4</c:v>
                </c:pt>
                <c:pt idx="346">
                  <c:v>8.9999999999999889E-4</c:v>
                </c:pt>
                <c:pt idx="347">
                  <c:v>2.4000000000000002E-3</c:v>
                </c:pt>
                <c:pt idx="348">
                  <c:v>3.9999999999999931E-4</c:v>
                </c:pt>
                <c:pt idx="349">
                  <c:v>-5.9999999999999984E-4</c:v>
                </c:pt>
                <c:pt idx="350">
                  <c:v>1.6500000000000004E-3</c:v>
                </c:pt>
                <c:pt idx="351">
                  <c:v>2.15E-3</c:v>
                </c:pt>
                <c:pt idx="352">
                  <c:v>1.8999999999999998E-3</c:v>
                </c:pt>
                <c:pt idx="353">
                  <c:v>2.6500000000000004E-3</c:v>
                </c:pt>
                <c:pt idx="354">
                  <c:v>1.8999999999999998E-3</c:v>
                </c:pt>
                <c:pt idx="355">
                  <c:v>6.4999999999999867E-4</c:v>
                </c:pt>
                <c:pt idx="356">
                  <c:v>4.0000000000000018E-4</c:v>
                </c:pt>
                <c:pt idx="357">
                  <c:v>1.4000000000000002E-3</c:v>
                </c:pt>
                <c:pt idx="358">
                  <c:v>-3.5000000000000048E-4</c:v>
                </c:pt>
                <c:pt idx="359">
                  <c:v>-1.8500000000000009E-3</c:v>
                </c:pt>
                <c:pt idx="360">
                  <c:v>-8.5000000000000006E-4</c:v>
                </c:pt>
                <c:pt idx="361">
                  <c:v>-3.5000000000000048E-4</c:v>
                </c:pt>
                <c:pt idx="362">
                  <c:v>1.3999999999999993E-3</c:v>
                </c:pt>
                <c:pt idx="363">
                  <c:v>-1.0000000000000113E-4</c:v>
                </c:pt>
                <c:pt idx="364">
                  <c:v>1.8999999999999998E-3</c:v>
                </c:pt>
                <c:pt idx="365">
                  <c:v>3.1499999999999992E-3</c:v>
                </c:pt>
                <c:pt idx="366">
                  <c:v>3.1500000000000009E-3</c:v>
                </c:pt>
                <c:pt idx="367">
                  <c:v>2.4000000000000002E-3</c:v>
                </c:pt>
                <c:pt idx="368">
                  <c:v>1.4000000000000002E-3</c:v>
                </c:pt>
                <c:pt idx="369">
                  <c:v>2.6500000000000004E-3</c:v>
                </c:pt>
                <c:pt idx="370">
                  <c:v>1.3999999999999993E-3</c:v>
                </c:pt>
                <c:pt idx="371">
                  <c:v>2.6500000000000004E-3</c:v>
                </c:pt>
                <c:pt idx="372">
                  <c:v>2.8999999999999989E-3</c:v>
                </c:pt>
                <c:pt idx="373">
                  <c:v>3.6499999999999996E-3</c:v>
                </c:pt>
                <c:pt idx="374">
                  <c:v>4.15E-3</c:v>
                </c:pt>
                <c:pt idx="375">
                  <c:v>2.4000000000000002E-3</c:v>
                </c:pt>
                <c:pt idx="376">
                  <c:v>3.3999999999999994E-3</c:v>
                </c:pt>
                <c:pt idx="377">
                  <c:v>2.6500000000000004E-3</c:v>
                </c:pt>
                <c:pt idx="378">
                  <c:v>2.15E-3</c:v>
                </c:pt>
                <c:pt idx="379">
                  <c:v>5.1499999999999992E-3</c:v>
                </c:pt>
                <c:pt idx="380">
                  <c:v>5.3999999999999994E-3</c:v>
                </c:pt>
                <c:pt idx="381">
                  <c:v>1.15E-3</c:v>
                </c:pt>
                <c:pt idx="382">
                  <c:v>3.3999999999999994E-3</c:v>
                </c:pt>
                <c:pt idx="383">
                  <c:v>6.899999999999999E-3</c:v>
                </c:pt>
                <c:pt idx="384">
                  <c:v>7.1499999999999992E-3</c:v>
                </c:pt>
                <c:pt idx="385">
                  <c:v>5.3999999999999994E-3</c:v>
                </c:pt>
                <c:pt idx="386">
                  <c:v>1.8999999999999998E-3</c:v>
                </c:pt>
                <c:pt idx="387">
                  <c:v>8.9999999999999889E-4</c:v>
                </c:pt>
                <c:pt idx="388">
                  <c:v>3.9999999999999931E-4</c:v>
                </c:pt>
                <c:pt idx="389">
                  <c:v>2.15E-3</c:v>
                </c:pt>
                <c:pt idx="390">
                  <c:v>1.4999999999999996E-4</c:v>
                </c:pt>
                <c:pt idx="391">
                  <c:v>-8.5000000000000006E-4</c:v>
                </c:pt>
                <c:pt idx="392">
                  <c:v>-1.3499999999999996E-3</c:v>
                </c:pt>
                <c:pt idx="393">
                  <c:v>-1.3500000000000014E-3</c:v>
                </c:pt>
                <c:pt idx="394">
                  <c:v>1.15E-3</c:v>
                </c:pt>
                <c:pt idx="395">
                  <c:v>2.6500000000000004E-3</c:v>
                </c:pt>
                <c:pt idx="396">
                  <c:v>4.4000000000000003E-3</c:v>
                </c:pt>
                <c:pt idx="397">
                  <c:v>6.500000000000004E-4</c:v>
                </c:pt>
                <c:pt idx="398">
                  <c:v>1.4999999999999996E-4</c:v>
                </c:pt>
                <c:pt idx="399">
                  <c:v>-8.5000000000000093E-4</c:v>
                </c:pt>
                <c:pt idx="400">
                  <c:v>4.6499999999999988E-3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8A4-4D02-84E3-06FCFB107193}"/>
            </c:ext>
          </c:extLst>
        </c:ser>
        <c:ser>
          <c:idx val="1"/>
          <c:order val="1"/>
          <c:tx>
            <c:strRef>
              <c:f>'Baseline Corrections'!$F$3</c:f>
              <c:strCache>
                <c:ptCount val="1"/>
                <c:pt idx="0">
                  <c:v>Bleach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Corrections'!$F$4:$F$404</c:f>
              <c:numCache>
                <c:formatCode>General</c:formatCode>
                <c:ptCount val="401"/>
                <c:pt idx="0">
                  <c:v>6.2500000000000021E-3</c:v>
                </c:pt>
                <c:pt idx="1">
                  <c:v>5.2500000000000012E-3</c:v>
                </c:pt>
                <c:pt idx="2">
                  <c:v>5.2500000000000012E-3</c:v>
                </c:pt>
                <c:pt idx="3">
                  <c:v>8.0000000000000002E-3</c:v>
                </c:pt>
                <c:pt idx="4">
                  <c:v>7.000000000000001E-3</c:v>
                </c:pt>
                <c:pt idx="5">
                  <c:v>1.175E-2</c:v>
                </c:pt>
                <c:pt idx="6">
                  <c:v>9.7500000000000017E-3</c:v>
                </c:pt>
                <c:pt idx="7">
                  <c:v>7.2500000000000012E-3</c:v>
                </c:pt>
                <c:pt idx="8">
                  <c:v>9.5000000000000015E-3</c:v>
                </c:pt>
                <c:pt idx="9">
                  <c:v>1.125E-2</c:v>
                </c:pt>
                <c:pt idx="10">
                  <c:v>7.7499999999999999E-3</c:v>
                </c:pt>
                <c:pt idx="11">
                  <c:v>6.2500000000000003E-3</c:v>
                </c:pt>
                <c:pt idx="12">
                  <c:v>6.9999999999999993E-3</c:v>
                </c:pt>
                <c:pt idx="13">
                  <c:v>0.01</c:v>
                </c:pt>
                <c:pt idx="14">
                  <c:v>8.0000000000000002E-3</c:v>
                </c:pt>
                <c:pt idx="15">
                  <c:v>1.125E-2</c:v>
                </c:pt>
                <c:pt idx="16">
                  <c:v>9.4999999999999998E-3</c:v>
                </c:pt>
                <c:pt idx="17">
                  <c:v>4.7500000000000007E-3</c:v>
                </c:pt>
                <c:pt idx="18">
                  <c:v>6.9999999999999993E-3</c:v>
                </c:pt>
                <c:pt idx="19">
                  <c:v>6.2500000000000003E-3</c:v>
                </c:pt>
                <c:pt idx="20">
                  <c:v>5.7499999999999999E-3</c:v>
                </c:pt>
                <c:pt idx="21">
                  <c:v>3.5000000000000009E-3</c:v>
                </c:pt>
                <c:pt idx="22">
                  <c:v>5.4999999999999997E-3</c:v>
                </c:pt>
                <c:pt idx="23">
                  <c:v>8.0000000000000002E-3</c:v>
                </c:pt>
                <c:pt idx="24">
                  <c:v>1.0250000000000002E-2</c:v>
                </c:pt>
                <c:pt idx="25">
                  <c:v>9.0000000000000011E-3</c:v>
                </c:pt>
                <c:pt idx="26">
                  <c:v>5.7499999999999999E-3</c:v>
                </c:pt>
                <c:pt idx="27">
                  <c:v>7.2499999999999995E-3</c:v>
                </c:pt>
                <c:pt idx="28">
                  <c:v>3.2499999999999999E-3</c:v>
                </c:pt>
                <c:pt idx="29">
                  <c:v>-1.2499999999999998E-3</c:v>
                </c:pt>
                <c:pt idx="30">
                  <c:v>7.5000000000000023E-4</c:v>
                </c:pt>
                <c:pt idx="31">
                  <c:v>-1.2499999999999998E-3</c:v>
                </c:pt>
                <c:pt idx="32">
                  <c:v>-1.2500000000000007E-3</c:v>
                </c:pt>
                <c:pt idx="33">
                  <c:v>1.2499999999999998E-3</c:v>
                </c:pt>
                <c:pt idx="34">
                  <c:v>7.5000000000000023E-4</c:v>
                </c:pt>
                <c:pt idx="35">
                  <c:v>4.5000000000000005E-3</c:v>
                </c:pt>
                <c:pt idx="36">
                  <c:v>4.2500000000000003E-3</c:v>
                </c:pt>
                <c:pt idx="37">
                  <c:v>3.0000000000000005E-3</c:v>
                </c:pt>
                <c:pt idx="38">
                  <c:v>5.7499999999999999E-3</c:v>
                </c:pt>
                <c:pt idx="39">
                  <c:v>5.2500000000000012E-3</c:v>
                </c:pt>
                <c:pt idx="40">
                  <c:v>6.2499999999999986E-3</c:v>
                </c:pt>
                <c:pt idx="41">
                  <c:v>2.5000000000000001E-3</c:v>
                </c:pt>
                <c:pt idx="42">
                  <c:v>2.5000000000000001E-3</c:v>
                </c:pt>
                <c:pt idx="43">
                  <c:v>4.0000000000000001E-3</c:v>
                </c:pt>
                <c:pt idx="44">
                  <c:v>2.4999999999999979E-4</c:v>
                </c:pt>
                <c:pt idx="45">
                  <c:v>3.0000000000000005E-3</c:v>
                </c:pt>
                <c:pt idx="46">
                  <c:v>2.7499999999999994E-3</c:v>
                </c:pt>
                <c:pt idx="47">
                  <c:v>0</c:v>
                </c:pt>
                <c:pt idx="48">
                  <c:v>4.0000000000000001E-3</c:v>
                </c:pt>
                <c:pt idx="49">
                  <c:v>3.7500000000000003E-3</c:v>
                </c:pt>
                <c:pt idx="50">
                  <c:v>4.2500000000000003E-3</c:v>
                </c:pt>
                <c:pt idx="51">
                  <c:v>4.2500000000000003E-3</c:v>
                </c:pt>
                <c:pt idx="52">
                  <c:v>3.7499999999999994E-3</c:v>
                </c:pt>
                <c:pt idx="53">
                  <c:v>4.5000000000000005E-3</c:v>
                </c:pt>
                <c:pt idx="54">
                  <c:v>5.4999999999999997E-3</c:v>
                </c:pt>
                <c:pt idx="55">
                  <c:v>4.9999999999999992E-3</c:v>
                </c:pt>
                <c:pt idx="56">
                  <c:v>6.0000000000000001E-3</c:v>
                </c:pt>
                <c:pt idx="57">
                  <c:v>5.4999999999999997E-3</c:v>
                </c:pt>
                <c:pt idx="58">
                  <c:v>3.5000000000000009E-3</c:v>
                </c:pt>
                <c:pt idx="59">
                  <c:v>2.9999999999999996E-3</c:v>
                </c:pt>
                <c:pt idx="60">
                  <c:v>4.2500000000000003E-3</c:v>
                </c:pt>
                <c:pt idx="61">
                  <c:v>4.5000000000000005E-3</c:v>
                </c:pt>
                <c:pt idx="62">
                  <c:v>6.0000000000000001E-3</c:v>
                </c:pt>
                <c:pt idx="63">
                  <c:v>4.5000000000000005E-3</c:v>
                </c:pt>
                <c:pt idx="64">
                  <c:v>3.0000000000000005E-3</c:v>
                </c:pt>
                <c:pt idx="65">
                  <c:v>6.0000000000000001E-3</c:v>
                </c:pt>
                <c:pt idx="66">
                  <c:v>4.5000000000000005E-3</c:v>
                </c:pt>
                <c:pt idx="67">
                  <c:v>2.7500000000000003E-3</c:v>
                </c:pt>
                <c:pt idx="68">
                  <c:v>3.2499999999999999E-3</c:v>
                </c:pt>
                <c:pt idx="69">
                  <c:v>4.0000000000000001E-3</c:v>
                </c:pt>
                <c:pt idx="70">
                  <c:v>3.4999999999999992E-3</c:v>
                </c:pt>
                <c:pt idx="71">
                  <c:v>9.9999999999999959E-4</c:v>
                </c:pt>
                <c:pt idx="72">
                  <c:v>1.7499999999999994E-3</c:v>
                </c:pt>
                <c:pt idx="73">
                  <c:v>3.2500000000000007E-3</c:v>
                </c:pt>
                <c:pt idx="74">
                  <c:v>1.5E-3</c:v>
                </c:pt>
                <c:pt idx="75">
                  <c:v>1.9999999999999996E-3</c:v>
                </c:pt>
                <c:pt idx="76">
                  <c:v>1.2499999999999998E-3</c:v>
                </c:pt>
                <c:pt idx="77">
                  <c:v>9.9999999999999959E-4</c:v>
                </c:pt>
                <c:pt idx="78">
                  <c:v>1.2500000000000007E-3</c:v>
                </c:pt>
                <c:pt idx="79">
                  <c:v>2.9999999999999996E-3</c:v>
                </c:pt>
                <c:pt idx="80">
                  <c:v>4.7500000000000007E-3</c:v>
                </c:pt>
                <c:pt idx="81">
                  <c:v>4.5000000000000005E-3</c:v>
                </c:pt>
                <c:pt idx="82">
                  <c:v>4.5000000000000005E-3</c:v>
                </c:pt>
                <c:pt idx="83">
                  <c:v>4.0000000000000001E-3</c:v>
                </c:pt>
                <c:pt idx="84">
                  <c:v>3.0000000000000005E-3</c:v>
                </c:pt>
                <c:pt idx="85">
                  <c:v>7.5000000000000023E-4</c:v>
                </c:pt>
                <c:pt idx="86">
                  <c:v>2.5000000000000001E-3</c:v>
                </c:pt>
                <c:pt idx="87">
                  <c:v>2.4999999999999992E-3</c:v>
                </c:pt>
                <c:pt idx="88">
                  <c:v>1.5E-3</c:v>
                </c:pt>
                <c:pt idx="89">
                  <c:v>2.5000000000000001E-3</c:v>
                </c:pt>
                <c:pt idx="90">
                  <c:v>3.7499999999999994E-3</c:v>
                </c:pt>
                <c:pt idx="91">
                  <c:v>3.0000000000000005E-3</c:v>
                </c:pt>
                <c:pt idx="92">
                  <c:v>9.9999999999999959E-4</c:v>
                </c:pt>
                <c:pt idx="93">
                  <c:v>2.2499999999999998E-3</c:v>
                </c:pt>
                <c:pt idx="94">
                  <c:v>9.9999999999999959E-4</c:v>
                </c:pt>
                <c:pt idx="95">
                  <c:v>1.0000000000000005E-3</c:v>
                </c:pt>
                <c:pt idx="96">
                  <c:v>1.2499999999999998E-3</c:v>
                </c:pt>
                <c:pt idx="97">
                  <c:v>7.5000000000000023E-4</c:v>
                </c:pt>
                <c:pt idx="98">
                  <c:v>2.2499999999999998E-3</c:v>
                </c:pt>
                <c:pt idx="99">
                  <c:v>1.9999999999999996E-3</c:v>
                </c:pt>
                <c:pt idx="100">
                  <c:v>1.5E-3</c:v>
                </c:pt>
                <c:pt idx="101">
                  <c:v>1.5E-3</c:v>
                </c:pt>
                <c:pt idx="102">
                  <c:v>7.5000000000000023E-4</c:v>
                </c:pt>
                <c:pt idx="103">
                  <c:v>1.2499999999999998E-3</c:v>
                </c:pt>
                <c:pt idx="104">
                  <c:v>1.5E-3</c:v>
                </c:pt>
                <c:pt idx="105">
                  <c:v>1.2499999999999998E-3</c:v>
                </c:pt>
                <c:pt idx="106">
                  <c:v>9.9999999999999959E-4</c:v>
                </c:pt>
                <c:pt idx="107">
                  <c:v>7.5000000000000023E-4</c:v>
                </c:pt>
                <c:pt idx="108">
                  <c:v>2.5000000000000022E-4</c:v>
                </c:pt>
                <c:pt idx="109">
                  <c:v>-1.2499999999999998E-3</c:v>
                </c:pt>
                <c:pt idx="110">
                  <c:v>5.0000000000000001E-4</c:v>
                </c:pt>
                <c:pt idx="111">
                  <c:v>7.5000000000000023E-4</c:v>
                </c:pt>
                <c:pt idx="112">
                  <c:v>-2.5000000000000022E-4</c:v>
                </c:pt>
                <c:pt idx="113">
                  <c:v>-5.0000000000000001E-4</c:v>
                </c:pt>
                <c:pt idx="114">
                  <c:v>2.0000000000000005E-3</c:v>
                </c:pt>
                <c:pt idx="115">
                  <c:v>0</c:v>
                </c:pt>
                <c:pt idx="116">
                  <c:v>7.4999999999999937E-4</c:v>
                </c:pt>
                <c:pt idx="117">
                  <c:v>-2.5000000000000022E-4</c:v>
                </c:pt>
                <c:pt idx="118">
                  <c:v>1.0000000000000005E-3</c:v>
                </c:pt>
                <c:pt idx="119">
                  <c:v>1.7500000000000011E-3</c:v>
                </c:pt>
                <c:pt idx="120">
                  <c:v>1.5000000000000009E-3</c:v>
                </c:pt>
                <c:pt idx="121">
                  <c:v>2.4999999999999979E-4</c:v>
                </c:pt>
                <c:pt idx="122">
                  <c:v>-7.5000000000000023E-4</c:v>
                </c:pt>
                <c:pt idx="123">
                  <c:v>0</c:v>
                </c:pt>
                <c:pt idx="124">
                  <c:v>-7.5000000000000023E-4</c:v>
                </c:pt>
                <c:pt idx="125">
                  <c:v>-5.0000000000000001E-4</c:v>
                </c:pt>
                <c:pt idx="126">
                  <c:v>0</c:v>
                </c:pt>
                <c:pt idx="127">
                  <c:v>1.2499999999999998E-3</c:v>
                </c:pt>
                <c:pt idx="128">
                  <c:v>7.5000000000000023E-4</c:v>
                </c:pt>
                <c:pt idx="129">
                  <c:v>0</c:v>
                </c:pt>
                <c:pt idx="130">
                  <c:v>-1E-3</c:v>
                </c:pt>
                <c:pt idx="131">
                  <c:v>-5.0000000000000001E-4</c:v>
                </c:pt>
                <c:pt idx="132">
                  <c:v>-5.0000000000000001E-4</c:v>
                </c:pt>
                <c:pt idx="133">
                  <c:v>-2.5000000000000022E-4</c:v>
                </c:pt>
                <c:pt idx="134">
                  <c:v>-1.2500000000000002E-3</c:v>
                </c:pt>
                <c:pt idx="135">
                  <c:v>-1.2499999999999998E-3</c:v>
                </c:pt>
                <c:pt idx="136">
                  <c:v>-1.5E-3</c:v>
                </c:pt>
                <c:pt idx="137">
                  <c:v>-7.5000000000000023E-4</c:v>
                </c:pt>
                <c:pt idx="138">
                  <c:v>-7.5000000000000023E-4</c:v>
                </c:pt>
                <c:pt idx="139">
                  <c:v>1.2499999999999998E-3</c:v>
                </c:pt>
                <c:pt idx="140">
                  <c:v>9.9999999999999959E-4</c:v>
                </c:pt>
                <c:pt idx="141">
                  <c:v>-7.499999999999998E-4</c:v>
                </c:pt>
                <c:pt idx="142">
                  <c:v>-5.0000000000000001E-4</c:v>
                </c:pt>
                <c:pt idx="143">
                  <c:v>-2.5000000000000022E-4</c:v>
                </c:pt>
                <c:pt idx="144">
                  <c:v>-7.5000000000000023E-4</c:v>
                </c:pt>
                <c:pt idx="145">
                  <c:v>-7.5000000000000023E-4</c:v>
                </c:pt>
                <c:pt idx="146">
                  <c:v>-5.0000000000000044E-4</c:v>
                </c:pt>
                <c:pt idx="147">
                  <c:v>0</c:v>
                </c:pt>
                <c:pt idx="148">
                  <c:v>7.5000000000000023E-4</c:v>
                </c:pt>
                <c:pt idx="149">
                  <c:v>-7.5000000000000023E-4</c:v>
                </c:pt>
                <c:pt idx="150">
                  <c:v>-1.5E-3</c:v>
                </c:pt>
                <c:pt idx="151">
                  <c:v>-5.0000000000000001E-4</c:v>
                </c:pt>
                <c:pt idx="152">
                  <c:v>-1.0000000000000005E-3</c:v>
                </c:pt>
                <c:pt idx="153">
                  <c:v>-1.2499999999999998E-3</c:v>
                </c:pt>
                <c:pt idx="154">
                  <c:v>-7.499999999999998E-4</c:v>
                </c:pt>
                <c:pt idx="155">
                  <c:v>-1.0000000000000005E-3</c:v>
                </c:pt>
                <c:pt idx="156">
                  <c:v>-1.0000000000000005E-3</c:v>
                </c:pt>
                <c:pt idx="157">
                  <c:v>-1.5E-3</c:v>
                </c:pt>
                <c:pt idx="158">
                  <c:v>-1.2499999999999998E-3</c:v>
                </c:pt>
                <c:pt idx="159">
                  <c:v>-1.0000000000000005E-3</c:v>
                </c:pt>
                <c:pt idx="160">
                  <c:v>-1.2500000000000002E-3</c:v>
                </c:pt>
                <c:pt idx="161">
                  <c:v>-1E-3</c:v>
                </c:pt>
                <c:pt idx="162">
                  <c:v>0</c:v>
                </c:pt>
                <c:pt idx="163">
                  <c:v>-1.0000000000000005E-3</c:v>
                </c:pt>
                <c:pt idx="164">
                  <c:v>-7.5000000000000023E-4</c:v>
                </c:pt>
                <c:pt idx="165">
                  <c:v>1.5E-3</c:v>
                </c:pt>
                <c:pt idx="166">
                  <c:v>0</c:v>
                </c:pt>
                <c:pt idx="167">
                  <c:v>2.5000000000000022E-4</c:v>
                </c:pt>
                <c:pt idx="168">
                  <c:v>2.4999999999999979E-4</c:v>
                </c:pt>
                <c:pt idx="169">
                  <c:v>-5.0000000000000001E-4</c:v>
                </c:pt>
                <c:pt idx="170">
                  <c:v>-5.0000000000000001E-4</c:v>
                </c:pt>
                <c:pt idx="171">
                  <c:v>-7.5000000000000023E-4</c:v>
                </c:pt>
                <c:pt idx="172">
                  <c:v>2.5000000000000022E-4</c:v>
                </c:pt>
                <c:pt idx="173">
                  <c:v>0</c:v>
                </c:pt>
                <c:pt idx="174">
                  <c:v>5.0000000000000001E-4</c:v>
                </c:pt>
                <c:pt idx="175">
                  <c:v>2.4999999999999979E-4</c:v>
                </c:pt>
                <c:pt idx="176">
                  <c:v>-7.5000000000000023E-4</c:v>
                </c:pt>
                <c:pt idx="177">
                  <c:v>2.5000000000000022E-4</c:v>
                </c:pt>
                <c:pt idx="178">
                  <c:v>-2.4999999999999979E-4</c:v>
                </c:pt>
                <c:pt idx="179">
                  <c:v>2.4999999999999979E-4</c:v>
                </c:pt>
                <c:pt idx="180">
                  <c:v>-2.5000000000000022E-4</c:v>
                </c:pt>
                <c:pt idx="181">
                  <c:v>-5.0000000000000001E-4</c:v>
                </c:pt>
                <c:pt idx="182">
                  <c:v>-7.5000000000000023E-4</c:v>
                </c:pt>
                <c:pt idx="183">
                  <c:v>-2.5000000000000022E-4</c:v>
                </c:pt>
                <c:pt idx="184">
                  <c:v>0</c:v>
                </c:pt>
                <c:pt idx="185">
                  <c:v>-1E-3</c:v>
                </c:pt>
                <c:pt idx="186">
                  <c:v>-2.4999999999999979E-4</c:v>
                </c:pt>
                <c:pt idx="187">
                  <c:v>2.4999999999999979E-4</c:v>
                </c:pt>
                <c:pt idx="188">
                  <c:v>-5.0000000000000044E-4</c:v>
                </c:pt>
                <c:pt idx="189">
                  <c:v>-7.5000000000000023E-4</c:v>
                </c:pt>
                <c:pt idx="190">
                  <c:v>0</c:v>
                </c:pt>
                <c:pt idx="191">
                  <c:v>0</c:v>
                </c:pt>
                <c:pt idx="192">
                  <c:v>2.5000000000000022E-4</c:v>
                </c:pt>
                <c:pt idx="193">
                  <c:v>-2.4999999999999979E-4</c:v>
                </c:pt>
                <c:pt idx="194">
                  <c:v>2.4999999999999979E-4</c:v>
                </c:pt>
                <c:pt idx="195">
                  <c:v>2.4999999999999979E-4</c:v>
                </c:pt>
                <c:pt idx="196">
                  <c:v>-9.9999999999999959E-4</c:v>
                </c:pt>
                <c:pt idx="197">
                  <c:v>-7.5000000000000023E-4</c:v>
                </c:pt>
                <c:pt idx="198">
                  <c:v>7.5000000000000023E-4</c:v>
                </c:pt>
                <c:pt idx="199">
                  <c:v>2.4999999999999979E-4</c:v>
                </c:pt>
                <c:pt idx="200">
                  <c:v>2.4999999999999979E-4</c:v>
                </c:pt>
                <c:pt idx="201">
                  <c:v>-2.5000000000000022E-4</c:v>
                </c:pt>
                <c:pt idx="202">
                  <c:v>-5.0000000000000001E-4</c:v>
                </c:pt>
                <c:pt idx="203">
                  <c:v>-5.0000000000000001E-4</c:v>
                </c:pt>
                <c:pt idx="204">
                  <c:v>-1E-3</c:v>
                </c:pt>
                <c:pt idx="205">
                  <c:v>-1E-3</c:v>
                </c:pt>
                <c:pt idx="206">
                  <c:v>2.5000000000000022E-4</c:v>
                </c:pt>
                <c:pt idx="207">
                  <c:v>-1.0000000000000005E-3</c:v>
                </c:pt>
                <c:pt idx="208">
                  <c:v>-7.5000000000000023E-4</c:v>
                </c:pt>
                <c:pt idx="209">
                  <c:v>-7.5000000000000023E-4</c:v>
                </c:pt>
                <c:pt idx="210">
                  <c:v>-1E-3</c:v>
                </c:pt>
                <c:pt idx="211">
                  <c:v>-5.0000000000000001E-4</c:v>
                </c:pt>
                <c:pt idx="212">
                  <c:v>-2.5000000000000022E-4</c:v>
                </c:pt>
                <c:pt idx="213">
                  <c:v>0</c:v>
                </c:pt>
                <c:pt idx="214">
                  <c:v>0</c:v>
                </c:pt>
                <c:pt idx="215">
                  <c:v>-2.4999999999999979E-4</c:v>
                </c:pt>
                <c:pt idx="216">
                  <c:v>0</c:v>
                </c:pt>
                <c:pt idx="217">
                  <c:v>0</c:v>
                </c:pt>
                <c:pt idx="218">
                  <c:v>-5.0000000000000001E-4</c:v>
                </c:pt>
                <c:pt idx="219">
                  <c:v>-7.5000000000000023E-4</c:v>
                </c:pt>
                <c:pt idx="220">
                  <c:v>-2.4999999999999979E-4</c:v>
                </c:pt>
                <c:pt idx="221">
                  <c:v>0</c:v>
                </c:pt>
                <c:pt idx="222">
                  <c:v>-5.0000000000000044E-4</c:v>
                </c:pt>
                <c:pt idx="223">
                  <c:v>-1E-3</c:v>
                </c:pt>
                <c:pt idx="224">
                  <c:v>-5.0000000000000001E-4</c:v>
                </c:pt>
                <c:pt idx="225">
                  <c:v>5.0000000000000001E-4</c:v>
                </c:pt>
                <c:pt idx="226">
                  <c:v>2.4999999999999979E-4</c:v>
                </c:pt>
                <c:pt idx="227">
                  <c:v>-7.5000000000000023E-4</c:v>
                </c:pt>
                <c:pt idx="228">
                  <c:v>-1.5E-3</c:v>
                </c:pt>
                <c:pt idx="229">
                  <c:v>-1.2499999999999998E-3</c:v>
                </c:pt>
                <c:pt idx="230">
                  <c:v>0</c:v>
                </c:pt>
                <c:pt idx="231">
                  <c:v>2.5000000000000022E-4</c:v>
                </c:pt>
                <c:pt idx="232">
                  <c:v>-2.4999999999999979E-4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5.0000000000000001E-4</c:v>
                </c:pt>
                <c:pt idx="237">
                  <c:v>-2.5000000000000066E-4</c:v>
                </c:pt>
                <c:pt idx="238">
                  <c:v>-5.0000000000000001E-4</c:v>
                </c:pt>
                <c:pt idx="239">
                  <c:v>-1E-3</c:v>
                </c:pt>
                <c:pt idx="240">
                  <c:v>5.0000000000000001E-4</c:v>
                </c:pt>
                <c:pt idx="241">
                  <c:v>7.5000000000000023E-4</c:v>
                </c:pt>
                <c:pt idx="242">
                  <c:v>-2.4999999999999979E-4</c:v>
                </c:pt>
                <c:pt idx="243">
                  <c:v>5.0000000000000001E-4</c:v>
                </c:pt>
                <c:pt idx="244">
                  <c:v>-1.2500000000000002E-3</c:v>
                </c:pt>
                <c:pt idx="245">
                  <c:v>-9.9999999999999959E-4</c:v>
                </c:pt>
                <c:pt idx="246">
                  <c:v>-7.5000000000000023E-4</c:v>
                </c:pt>
                <c:pt idx="247">
                  <c:v>-5.0000000000000044E-4</c:v>
                </c:pt>
                <c:pt idx="248">
                  <c:v>-2.5000000000000022E-4</c:v>
                </c:pt>
                <c:pt idx="249">
                  <c:v>-7.5000000000000023E-4</c:v>
                </c:pt>
                <c:pt idx="250">
                  <c:v>5.0000000000000001E-4</c:v>
                </c:pt>
                <c:pt idx="251">
                  <c:v>-7.5000000000000023E-4</c:v>
                </c:pt>
                <c:pt idx="252">
                  <c:v>0</c:v>
                </c:pt>
                <c:pt idx="253">
                  <c:v>-7.499999999999998E-4</c:v>
                </c:pt>
                <c:pt idx="254">
                  <c:v>-1.2500000000000002E-3</c:v>
                </c:pt>
                <c:pt idx="255">
                  <c:v>2.4999999999999979E-4</c:v>
                </c:pt>
                <c:pt idx="256">
                  <c:v>-2.4999999999999979E-4</c:v>
                </c:pt>
                <c:pt idx="257">
                  <c:v>-5.0000000000000001E-4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2.4999999999999979E-4</c:v>
                </c:pt>
                <c:pt idx="262">
                  <c:v>2.4999999999999979E-4</c:v>
                </c:pt>
                <c:pt idx="263">
                  <c:v>2.5000000000000022E-4</c:v>
                </c:pt>
                <c:pt idx="264">
                  <c:v>7.5000000000000023E-4</c:v>
                </c:pt>
                <c:pt idx="265">
                  <c:v>1.7500000000000003E-3</c:v>
                </c:pt>
                <c:pt idx="266">
                  <c:v>1.5E-3</c:v>
                </c:pt>
                <c:pt idx="267">
                  <c:v>5.0000000000000001E-4</c:v>
                </c:pt>
                <c:pt idx="268">
                  <c:v>7.5000000000000023E-4</c:v>
                </c:pt>
                <c:pt idx="269">
                  <c:v>1.2499999999999998E-3</c:v>
                </c:pt>
                <c:pt idx="270">
                  <c:v>1.5E-3</c:v>
                </c:pt>
                <c:pt idx="271">
                  <c:v>7.5000000000000023E-4</c:v>
                </c:pt>
                <c:pt idx="272">
                  <c:v>1.5000000000000009E-3</c:v>
                </c:pt>
                <c:pt idx="273">
                  <c:v>2.5000000000000001E-3</c:v>
                </c:pt>
                <c:pt idx="274">
                  <c:v>1.0000000000000005E-3</c:v>
                </c:pt>
                <c:pt idx="275">
                  <c:v>5.0000000000000001E-4</c:v>
                </c:pt>
                <c:pt idx="276">
                  <c:v>1.5E-3</c:v>
                </c:pt>
                <c:pt idx="277">
                  <c:v>1.2499999999999998E-3</c:v>
                </c:pt>
                <c:pt idx="278">
                  <c:v>1.2500000000000007E-3</c:v>
                </c:pt>
                <c:pt idx="279">
                  <c:v>1.7500000000000003E-3</c:v>
                </c:pt>
                <c:pt idx="280">
                  <c:v>5.0000000000000001E-4</c:v>
                </c:pt>
                <c:pt idx="281">
                  <c:v>1.0000000000000005E-3</c:v>
                </c:pt>
                <c:pt idx="282">
                  <c:v>-2.5000000000000022E-4</c:v>
                </c:pt>
                <c:pt idx="283">
                  <c:v>2.4999999999999979E-4</c:v>
                </c:pt>
                <c:pt idx="284">
                  <c:v>-2.4999999999999979E-4</c:v>
                </c:pt>
                <c:pt idx="285">
                  <c:v>2.0000000000000005E-3</c:v>
                </c:pt>
                <c:pt idx="286">
                  <c:v>1.2500000000000007E-3</c:v>
                </c:pt>
                <c:pt idx="287">
                  <c:v>2.0000000000000005E-3</c:v>
                </c:pt>
                <c:pt idx="288">
                  <c:v>2.7499999999999994E-3</c:v>
                </c:pt>
                <c:pt idx="289">
                  <c:v>1.5E-3</c:v>
                </c:pt>
                <c:pt idx="290">
                  <c:v>1.7499999999999994E-3</c:v>
                </c:pt>
                <c:pt idx="291">
                  <c:v>0</c:v>
                </c:pt>
                <c:pt idx="292">
                  <c:v>1.7500000000000003E-3</c:v>
                </c:pt>
                <c:pt idx="293">
                  <c:v>2.2499999999999998E-3</c:v>
                </c:pt>
                <c:pt idx="294">
                  <c:v>1.9999999999999996E-3</c:v>
                </c:pt>
                <c:pt idx="295">
                  <c:v>1.2500000000000007E-3</c:v>
                </c:pt>
                <c:pt idx="296">
                  <c:v>5.0000000000000001E-4</c:v>
                </c:pt>
                <c:pt idx="297">
                  <c:v>1.2499999999999998E-3</c:v>
                </c:pt>
                <c:pt idx="298">
                  <c:v>7.5000000000000023E-4</c:v>
                </c:pt>
                <c:pt idx="299">
                  <c:v>1.7500000000000003E-3</c:v>
                </c:pt>
                <c:pt idx="300">
                  <c:v>1.5E-3</c:v>
                </c:pt>
                <c:pt idx="301">
                  <c:v>1.7499999999999994E-3</c:v>
                </c:pt>
                <c:pt idx="302">
                  <c:v>2.9999999999999988E-3</c:v>
                </c:pt>
                <c:pt idx="303">
                  <c:v>-2.5000000000000066E-4</c:v>
                </c:pt>
                <c:pt idx="304">
                  <c:v>2.4999999999999979E-4</c:v>
                </c:pt>
                <c:pt idx="305">
                  <c:v>7.5000000000000023E-4</c:v>
                </c:pt>
                <c:pt idx="306">
                  <c:v>2.0000000000000005E-3</c:v>
                </c:pt>
                <c:pt idx="307">
                  <c:v>2.4999999999999979E-4</c:v>
                </c:pt>
                <c:pt idx="308">
                  <c:v>5.0000000000000001E-4</c:v>
                </c:pt>
                <c:pt idx="309">
                  <c:v>3.0000000000000005E-3</c:v>
                </c:pt>
                <c:pt idx="310">
                  <c:v>1.5000000000000009E-3</c:v>
                </c:pt>
                <c:pt idx="311">
                  <c:v>2.2499999999999998E-3</c:v>
                </c:pt>
                <c:pt idx="312">
                  <c:v>1.5E-3</c:v>
                </c:pt>
                <c:pt idx="313">
                  <c:v>9.9999999999999959E-4</c:v>
                </c:pt>
                <c:pt idx="314">
                  <c:v>0</c:v>
                </c:pt>
                <c:pt idx="315">
                  <c:v>7.5000000000000023E-4</c:v>
                </c:pt>
                <c:pt idx="316">
                  <c:v>2.2499999999999998E-3</c:v>
                </c:pt>
                <c:pt idx="317">
                  <c:v>2.9999999999999988E-3</c:v>
                </c:pt>
                <c:pt idx="318">
                  <c:v>2.7500000000000003E-3</c:v>
                </c:pt>
                <c:pt idx="319">
                  <c:v>3.7499999999999994E-3</c:v>
                </c:pt>
                <c:pt idx="320">
                  <c:v>4.0000000000000001E-3</c:v>
                </c:pt>
                <c:pt idx="321">
                  <c:v>2.2499999999999998E-3</c:v>
                </c:pt>
                <c:pt idx="322">
                  <c:v>3.2500000000000007E-3</c:v>
                </c:pt>
                <c:pt idx="323">
                  <c:v>3.5000000000000001E-3</c:v>
                </c:pt>
                <c:pt idx="324">
                  <c:v>2.7500000000000003E-3</c:v>
                </c:pt>
                <c:pt idx="325">
                  <c:v>2.7500000000000003E-3</c:v>
                </c:pt>
                <c:pt idx="326">
                  <c:v>2.2499999999999998E-3</c:v>
                </c:pt>
                <c:pt idx="327">
                  <c:v>1.7500000000000003E-3</c:v>
                </c:pt>
                <c:pt idx="328">
                  <c:v>3.5000000000000001E-3</c:v>
                </c:pt>
                <c:pt idx="329">
                  <c:v>4.2500000000000003E-3</c:v>
                </c:pt>
                <c:pt idx="330">
                  <c:v>2.7499999999999994E-3</c:v>
                </c:pt>
                <c:pt idx="331">
                  <c:v>2.7499999999999994E-3</c:v>
                </c:pt>
                <c:pt idx="332">
                  <c:v>3.2499999999999999E-3</c:v>
                </c:pt>
                <c:pt idx="333">
                  <c:v>2.2499999999999998E-3</c:v>
                </c:pt>
                <c:pt idx="334">
                  <c:v>3.2500000000000007E-3</c:v>
                </c:pt>
                <c:pt idx="335">
                  <c:v>2.4999999999999992E-3</c:v>
                </c:pt>
                <c:pt idx="336">
                  <c:v>1.9999999999999996E-3</c:v>
                </c:pt>
                <c:pt idx="337">
                  <c:v>2.9999999999999996E-3</c:v>
                </c:pt>
                <c:pt idx="338">
                  <c:v>2.2499999999999998E-3</c:v>
                </c:pt>
                <c:pt idx="339">
                  <c:v>1.7500000000000003E-3</c:v>
                </c:pt>
                <c:pt idx="340">
                  <c:v>2.5000000000000009E-3</c:v>
                </c:pt>
                <c:pt idx="341">
                  <c:v>3.7499999999999994E-3</c:v>
                </c:pt>
                <c:pt idx="342">
                  <c:v>2.4999999999999992E-3</c:v>
                </c:pt>
                <c:pt idx="343">
                  <c:v>3.7499999999999994E-3</c:v>
                </c:pt>
                <c:pt idx="344">
                  <c:v>3.4999999999999992E-3</c:v>
                </c:pt>
                <c:pt idx="345">
                  <c:v>1.7500000000000003E-3</c:v>
                </c:pt>
                <c:pt idx="346">
                  <c:v>2.7500000000000003E-3</c:v>
                </c:pt>
                <c:pt idx="347">
                  <c:v>3.7499999999999994E-3</c:v>
                </c:pt>
                <c:pt idx="348">
                  <c:v>3.0000000000000005E-3</c:v>
                </c:pt>
                <c:pt idx="349">
                  <c:v>2.4999999999999979E-4</c:v>
                </c:pt>
                <c:pt idx="350">
                  <c:v>1.5E-3</c:v>
                </c:pt>
                <c:pt idx="351">
                  <c:v>3.4999999999999992E-3</c:v>
                </c:pt>
                <c:pt idx="352">
                  <c:v>2.7500000000000003E-3</c:v>
                </c:pt>
                <c:pt idx="353">
                  <c:v>2.2499999999999998E-3</c:v>
                </c:pt>
                <c:pt idx="354">
                  <c:v>3.7500000000000003E-3</c:v>
                </c:pt>
                <c:pt idx="355">
                  <c:v>4.2500000000000003E-3</c:v>
                </c:pt>
                <c:pt idx="356">
                  <c:v>4.5000000000000005E-3</c:v>
                </c:pt>
                <c:pt idx="357">
                  <c:v>2.5000000000000001E-3</c:v>
                </c:pt>
                <c:pt idx="358">
                  <c:v>2.2499999999999998E-3</c:v>
                </c:pt>
                <c:pt idx="359">
                  <c:v>2.7500000000000003E-3</c:v>
                </c:pt>
                <c:pt idx="360">
                  <c:v>1.2499999999999998E-3</c:v>
                </c:pt>
                <c:pt idx="361">
                  <c:v>1.7500000000000003E-3</c:v>
                </c:pt>
                <c:pt idx="362">
                  <c:v>4.2500000000000003E-3</c:v>
                </c:pt>
                <c:pt idx="363">
                  <c:v>2.7500000000000003E-3</c:v>
                </c:pt>
                <c:pt idx="364">
                  <c:v>4.5000000000000005E-3</c:v>
                </c:pt>
                <c:pt idx="365">
                  <c:v>4.0000000000000001E-3</c:v>
                </c:pt>
                <c:pt idx="366">
                  <c:v>6.0000000000000001E-3</c:v>
                </c:pt>
                <c:pt idx="367">
                  <c:v>6.2500000000000003E-3</c:v>
                </c:pt>
                <c:pt idx="368">
                  <c:v>5.000000000000001E-3</c:v>
                </c:pt>
                <c:pt idx="369">
                  <c:v>5.000000000000001E-3</c:v>
                </c:pt>
                <c:pt idx="370">
                  <c:v>5.000000000000001E-3</c:v>
                </c:pt>
                <c:pt idx="371">
                  <c:v>5.2499999999999995E-3</c:v>
                </c:pt>
                <c:pt idx="372">
                  <c:v>4.2500000000000003E-3</c:v>
                </c:pt>
                <c:pt idx="373">
                  <c:v>5.000000000000001E-3</c:v>
                </c:pt>
                <c:pt idx="374">
                  <c:v>4.5000000000000005E-3</c:v>
                </c:pt>
                <c:pt idx="375">
                  <c:v>4.2500000000000003E-3</c:v>
                </c:pt>
                <c:pt idx="376">
                  <c:v>6.2500000000000021E-3</c:v>
                </c:pt>
                <c:pt idx="377">
                  <c:v>3.5000000000000001E-3</c:v>
                </c:pt>
                <c:pt idx="378">
                  <c:v>4.5000000000000005E-3</c:v>
                </c:pt>
                <c:pt idx="379">
                  <c:v>6.2500000000000003E-3</c:v>
                </c:pt>
                <c:pt idx="380">
                  <c:v>8.5000000000000006E-3</c:v>
                </c:pt>
                <c:pt idx="381">
                  <c:v>5.5000000000000014E-3</c:v>
                </c:pt>
                <c:pt idx="382">
                  <c:v>8.2500000000000004E-3</c:v>
                </c:pt>
                <c:pt idx="383">
                  <c:v>8.9999999999999993E-3</c:v>
                </c:pt>
                <c:pt idx="384">
                  <c:v>7.000000000000001E-3</c:v>
                </c:pt>
                <c:pt idx="385">
                  <c:v>5.2499999999999995E-3</c:v>
                </c:pt>
                <c:pt idx="386">
                  <c:v>3.7500000000000012E-3</c:v>
                </c:pt>
                <c:pt idx="387">
                  <c:v>3.249999999999999E-3</c:v>
                </c:pt>
                <c:pt idx="388">
                  <c:v>5.5000000000000014E-3</c:v>
                </c:pt>
                <c:pt idx="389">
                  <c:v>6.7500000000000008E-3</c:v>
                </c:pt>
                <c:pt idx="390">
                  <c:v>2.9999999999999996E-3</c:v>
                </c:pt>
                <c:pt idx="391">
                  <c:v>2.9999999999999996E-3</c:v>
                </c:pt>
                <c:pt idx="392">
                  <c:v>5.000000000000001E-3</c:v>
                </c:pt>
                <c:pt idx="393">
                  <c:v>2.9999999999999996E-3</c:v>
                </c:pt>
                <c:pt idx="394">
                  <c:v>4.2500000000000003E-3</c:v>
                </c:pt>
                <c:pt idx="395">
                  <c:v>3.2499999999999999E-3</c:v>
                </c:pt>
                <c:pt idx="396">
                  <c:v>5.000000000000001E-3</c:v>
                </c:pt>
                <c:pt idx="397">
                  <c:v>4.5000000000000005E-3</c:v>
                </c:pt>
                <c:pt idx="398">
                  <c:v>4.2500000000000003E-3</c:v>
                </c:pt>
                <c:pt idx="399">
                  <c:v>6.4999999999999988E-3</c:v>
                </c:pt>
                <c:pt idx="400">
                  <c:v>7.4999999999999997E-3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8A4-4D02-84E3-06FCFB107193}"/>
            </c:ext>
          </c:extLst>
        </c:ser>
        <c:ser>
          <c:idx val="2"/>
          <c:order val="2"/>
          <c:tx>
            <c:strRef>
              <c:f>'Baseline Corrections'!$G$3</c:f>
              <c:strCache>
                <c:ptCount val="1"/>
                <c:pt idx="0">
                  <c:v>Difference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Corrections'!$G$4:$G$404</c:f>
              <c:numCache>
                <c:formatCode>General</c:formatCode>
                <c:ptCount val="401"/>
                <c:pt idx="0">
                  <c:v>1.2899999999999998E-2</c:v>
                </c:pt>
                <c:pt idx="1">
                  <c:v>1.6E-2</c:v>
                </c:pt>
                <c:pt idx="2">
                  <c:v>9.9999999999999985E-3</c:v>
                </c:pt>
                <c:pt idx="3">
                  <c:v>7.250000000000003E-3</c:v>
                </c:pt>
                <c:pt idx="4">
                  <c:v>8.5000000000000023E-3</c:v>
                </c:pt>
                <c:pt idx="5">
                  <c:v>1.0499999999999999E-2</c:v>
                </c:pt>
                <c:pt idx="6">
                  <c:v>1.175E-2</c:v>
                </c:pt>
                <c:pt idx="7">
                  <c:v>1.1999999999999999E-2</c:v>
                </c:pt>
                <c:pt idx="8">
                  <c:v>1.2E-2</c:v>
                </c:pt>
                <c:pt idx="9">
                  <c:v>5.2500000000000012E-3</c:v>
                </c:pt>
                <c:pt idx="10">
                  <c:v>7.4999999999999997E-3</c:v>
                </c:pt>
                <c:pt idx="11">
                  <c:v>8.0000000000000019E-3</c:v>
                </c:pt>
                <c:pt idx="12">
                  <c:v>1.0500000000000002E-2</c:v>
                </c:pt>
                <c:pt idx="13">
                  <c:v>1.025E-2</c:v>
                </c:pt>
                <c:pt idx="14">
                  <c:v>9.9999999999999985E-3</c:v>
                </c:pt>
                <c:pt idx="15">
                  <c:v>7.4999999999999997E-3</c:v>
                </c:pt>
                <c:pt idx="16">
                  <c:v>6.5000000000000006E-3</c:v>
                </c:pt>
                <c:pt idx="17">
                  <c:v>7.7499999999999999E-3</c:v>
                </c:pt>
                <c:pt idx="18">
                  <c:v>1.15E-2</c:v>
                </c:pt>
                <c:pt idx="19">
                  <c:v>1.2250000000000002E-2</c:v>
                </c:pt>
                <c:pt idx="20">
                  <c:v>1.5000000000000001E-2</c:v>
                </c:pt>
                <c:pt idx="21">
                  <c:v>1.025E-2</c:v>
                </c:pt>
                <c:pt idx="22">
                  <c:v>1.0750000000000001E-2</c:v>
                </c:pt>
                <c:pt idx="23">
                  <c:v>7.250000000000003E-3</c:v>
                </c:pt>
                <c:pt idx="24">
                  <c:v>7.2499999999999995E-3</c:v>
                </c:pt>
                <c:pt idx="25">
                  <c:v>9.2499999999999978E-3</c:v>
                </c:pt>
                <c:pt idx="26">
                  <c:v>9.0000000000000028E-3</c:v>
                </c:pt>
                <c:pt idx="27">
                  <c:v>1.0499999999999999E-2</c:v>
                </c:pt>
                <c:pt idx="28">
                  <c:v>8.0000000000000002E-3</c:v>
                </c:pt>
                <c:pt idx="29">
                  <c:v>1.2500000000000001E-2</c:v>
                </c:pt>
                <c:pt idx="30">
                  <c:v>1.2500000000000001E-2</c:v>
                </c:pt>
                <c:pt idx="31">
                  <c:v>1.4999999999999998E-2</c:v>
                </c:pt>
                <c:pt idx="32">
                  <c:v>1.7750000000000002E-2</c:v>
                </c:pt>
                <c:pt idx="33">
                  <c:v>1.525E-2</c:v>
                </c:pt>
                <c:pt idx="34">
                  <c:v>1.2E-2</c:v>
                </c:pt>
                <c:pt idx="35">
                  <c:v>1.0499999999999999E-2</c:v>
                </c:pt>
                <c:pt idx="36">
                  <c:v>1.125E-2</c:v>
                </c:pt>
                <c:pt idx="37">
                  <c:v>1.4E-2</c:v>
                </c:pt>
                <c:pt idx="38">
                  <c:v>1.2250000000000002E-2</c:v>
                </c:pt>
                <c:pt idx="39">
                  <c:v>1.0999999999999999E-2</c:v>
                </c:pt>
                <c:pt idx="40">
                  <c:v>1.1250000000000003E-2</c:v>
                </c:pt>
                <c:pt idx="41">
                  <c:v>1.1999999999999999E-2</c:v>
                </c:pt>
                <c:pt idx="42">
                  <c:v>1.1749999999999998E-2</c:v>
                </c:pt>
                <c:pt idx="43">
                  <c:v>1.3500000000000002E-2</c:v>
                </c:pt>
                <c:pt idx="44">
                  <c:v>1.7500000000000002E-2</c:v>
                </c:pt>
                <c:pt idx="45">
                  <c:v>1.5000000000000001E-2</c:v>
                </c:pt>
                <c:pt idx="46">
                  <c:v>1.2500000000000001E-2</c:v>
                </c:pt>
                <c:pt idx="47">
                  <c:v>1.2749999999999997E-2</c:v>
                </c:pt>
                <c:pt idx="48">
                  <c:v>1.2750000000000001E-2</c:v>
                </c:pt>
                <c:pt idx="49">
                  <c:v>1.3250000000000001E-2</c:v>
                </c:pt>
                <c:pt idx="50">
                  <c:v>1.0999999999999999E-2</c:v>
                </c:pt>
                <c:pt idx="51">
                  <c:v>1.0999999999999999E-2</c:v>
                </c:pt>
                <c:pt idx="52">
                  <c:v>1.0500000000000002E-2</c:v>
                </c:pt>
                <c:pt idx="53">
                  <c:v>1.0750000000000003E-2</c:v>
                </c:pt>
                <c:pt idx="54">
                  <c:v>8.7499999999999991E-3</c:v>
                </c:pt>
                <c:pt idx="55">
                  <c:v>1.0750000000000001E-2</c:v>
                </c:pt>
                <c:pt idx="56">
                  <c:v>1.1250000000000001E-2</c:v>
                </c:pt>
                <c:pt idx="57">
                  <c:v>1.0750000000000001E-2</c:v>
                </c:pt>
                <c:pt idx="58">
                  <c:v>1.2999999999999999E-2</c:v>
                </c:pt>
                <c:pt idx="59">
                  <c:v>1.3250000000000001E-2</c:v>
                </c:pt>
                <c:pt idx="60">
                  <c:v>1.0749999999999999E-2</c:v>
                </c:pt>
                <c:pt idx="61">
                  <c:v>1.2999999999999998E-2</c:v>
                </c:pt>
                <c:pt idx="62">
                  <c:v>1.2000000000000002E-2</c:v>
                </c:pt>
                <c:pt idx="63">
                  <c:v>1.2E-2</c:v>
                </c:pt>
                <c:pt idx="64">
                  <c:v>1.2749999999999999E-2</c:v>
                </c:pt>
                <c:pt idx="65">
                  <c:v>0.01</c:v>
                </c:pt>
                <c:pt idx="66">
                  <c:v>1.225E-2</c:v>
                </c:pt>
                <c:pt idx="67">
                  <c:v>1.4750000000000001E-2</c:v>
                </c:pt>
                <c:pt idx="68">
                  <c:v>1.3000000000000001E-2</c:v>
                </c:pt>
                <c:pt idx="69">
                  <c:v>1.2500000000000001E-2</c:v>
                </c:pt>
                <c:pt idx="70">
                  <c:v>9.7500000000000017E-3</c:v>
                </c:pt>
                <c:pt idx="71">
                  <c:v>1.0999999999999999E-2</c:v>
                </c:pt>
                <c:pt idx="72">
                  <c:v>1.0750000000000001E-2</c:v>
                </c:pt>
                <c:pt idx="73">
                  <c:v>9.2499999999999961E-3</c:v>
                </c:pt>
                <c:pt idx="74">
                  <c:v>1.15E-2</c:v>
                </c:pt>
                <c:pt idx="75">
                  <c:v>0.01</c:v>
                </c:pt>
                <c:pt idx="76">
                  <c:v>1.0999999999999999E-2</c:v>
                </c:pt>
                <c:pt idx="77">
                  <c:v>1.125E-2</c:v>
                </c:pt>
                <c:pt idx="78">
                  <c:v>1.0999999999999999E-2</c:v>
                </c:pt>
                <c:pt idx="79">
                  <c:v>1.0250000000000002E-2</c:v>
                </c:pt>
                <c:pt idx="80">
                  <c:v>9.2499999999999978E-3</c:v>
                </c:pt>
                <c:pt idx="81">
                  <c:v>8.5000000000000006E-3</c:v>
                </c:pt>
                <c:pt idx="82">
                  <c:v>8.7500000000000008E-3</c:v>
                </c:pt>
                <c:pt idx="83">
                  <c:v>8.0000000000000002E-3</c:v>
                </c:pt>
                <c:pt idx="84">
                  <c:v>8.9999999999999993E-3</c:v>
                </c:pt>
                <c:pt idx="85">
                  <c:v>8.0000000000000002E-3</c:v>
                </c:pt>
                <c:pt idx="86">
                  <c:v>6.7500000000000008E-3</c:v>
                </c:pt>
                <c:pt idx="87">
                  <c:v>8.2500000000000004E-3</c:v>
                </c:pt>
                <c:pt idx="88">
                  <c:v>8.5000000000000006E-3</c:v>
                </c:pt>
                <c:pt idx="89">
                  <c:v>8.7500000000000008E-3</c:v>
                </c:pt>
                <c:pt idx="90">
                  <c:v>7.2499999999999995E-3</c:v>
                </c:pt>
                <c:pt idx="91">
                  <c:v>8.2500000000000004E-3</c:v>
                </c:pt>
                <c:pt idx="92">
                  <c:v>8.5000000000000006E-3</c:v>
                </c:pt>
                <c:pt idx="93">
                  <c:v>6.5000000000000006E-3</c:v>
                </c:pt>
                <c:pt idx="94">
                  <c:v>7.7500000000000008E-3</c:v>
                </c:pt>
                <c:pt idx="95">
                  <c:v>8.9999999999999993E-3</c:v>
                </c:pt>
                <c:pt idx="96">
                  <c:v>8.7500000000000008E-3</c:v>
                </c:pt>
                <c:pt idx="97">
                  <c:v>8.0000000000000002E-3</c:v>
                </c:pt>
                <c:pt idx="98">
                  <c:v>6.7499999999999991E-3</c:v>
                </c:pt>
                <c:pt idx="99">
                  <c:v>7.000000000000001E-3</c:v>
                </c:pt>
                <c:pt idx="100">
                  <c:v>7.2500000000000004E-3</c:v>
                </c:pt>
                <c:pt idx="101">
                  <c:v>8.9999999999999976E-3</c:v>
                </c:pt>
                <c:pt idx="102">
                  <c:v>8.4999999999999989E-3</c:v>
                </c:pt>
                <c:pt idx="103">
                  <c:v>8.0000000000000002E-3</c:v>
                </c:pt>
                <c:pt idx="104">
                  <c:v>6.4999999999999997E-3</c:v>
                </c:pt>
                <c:pt idx="105">
                  <c:v>7.2500000000000004E-3</c:v>
                </c:pt>
                <c:pt idx="106">
                  <c:v>8.0000000000000002E-3</c:v>
                </c:pt>
                <c:pt idx="107">
                  <c:v>7.2499999999999995E-3</c:v>
                </c:pt>
                <c:pt idx="108">
                  <c:v>6.9999999999999993E-3</c:v>
                </c:pt>
                <c:pt idx="109">
                  <c:v>7.4999999999999997E-3</c:v>
                </c:pt>
                <c:pt idx="110">
                  <c:v>6.4999999999999988E-3</c:v>
                </c:pt>
                <c:pt idx="111">
                  <c:v>6.0000000000000001E-3</c:v>
                </c:pt>
                <c:pt idx="112">
                  <c:v>7.4999999999999997E-3</c:v>
                </c:pt>
                <c:pt idx="113">
                  <c:v>8.5000000000000006E-3</c:v>
                </c:pt>
                <c:pt idx="114">
                  <c:v>5.0000000000000001E-3</c:v>
                </c:pt>
                <c:pt idx="115">
                  <c:v>5.7499999999999999E-3</c:v>
                </c:pt>
                <c:pt idx="116">
                  <c:v>5.0000000000000001E-3</c:v>
                </c:pt>
                <c:pt idx="117">
                  <c:v>6.0000000000000001E-3</c:v>
                </c:pt>
                <c:pt idx="118">
                  <c:v>6.0000000000000001E-3</c:v>
                </c:pt>
                <c:pt idx="119">
                  <c:v>5.7499999999999982E-3</c:v>
                </c:pt>
                <c:pt idx="120">
                  <c:v>5.2499999999999995E-3</c:v>
                </c:pt>
                <c:pt idx="121">
                  <c:v>5.2500000000000012E-3</c:v>
                </c:pt>
                <c:pt idx="122">
                  <c:v>6.2500000000000012E-3</c:v>
                </c:pt>
                <c:pt idx="123">
                  <c:v>6.2500000000000003E-3</c:v>
                </c:pt>
                <c:pt idx="124">
                  <c:v>6.2499999999999995E-3</c:v>
                </c:pt>
                <c:pt idx="125">
                  <c:v>5.7500000000000008E-3</c:v>
                </c:pt>
                <c:pt idx="126">
                  <c:v>5.2500000000000012E-3</c:v>
                </c:pt>
                <c:pt idx="127">
                  <c:v>3.2500000000000003E-3</c:v>
                </c:pt>
                <c:pt idx="128">
                  <c:v>4.0000000000000001E-3</c:v>
                </c:pt>
                <c:pt idx="129">
                  <c:v>4.2500000000000003E-3</c:v>
                </c:pt>
                <c:pt idx="130">
                  <c:v>4.2499999999999986E-3</c:v>
                </c:pt>
                <c:pt idx="131">
                  <c:v>4.7499999999999999E-3</c:v>
                </c:pt>
                <c:pt idx="132">
                  <c:v>5.5000000000000005E-3</c:v>
                </c:pt>
                <c:pt idx="133">
                  <c:v>5.000000000000001E-3</c:v>
                </c:pt>
                <c:pt idx="134">
                  <c:v>5.7499999999999999E-3</c:v>
                </c:pt>
                <c:pt idx="135">
                  <c:v>5.4999999999999997E-3</c:v>
                </c:pt>
                <c:pt idx="136">
                  <c:v>6.2500000000000003E-3</c:v>
                </c:pt>
                <c:pt idx="137">
                  <c:v>5.0000000000000001E-3</c:v>
                </c:pt>
                <c:pt idx="138">
                  <c:v>4.5000000000000005E-3</c:v>
                </c:pt>
                <c:pt idx="139">
                  <c:v>3.2500000000000003E-3</c:v>
                </c:pt>
                <c:pt idx="140">
                  <c:v>3.2500000000000003E-3</c:v>
                </c:pt>
                <c:pt idx="141">
                  <c:v>3.7499999999999994E-3</c:v>
                </c:pt>
                <c:pt idx="142">
                  <c:v>5.0000000000000001E-3</c:v>
                </c:pt>
                <c:pt idx="143">
                  <c:v>4.5000000000000005E-3</c:v>
                </c:pt>
                <c:pt idx="144">
                  <c:v>4.5000000000000005E-3</c:v>
                </c:pt>
                <c:pt idx="145">
                  <c:v>4.2500000000000003E-3</c:v>
                </c:pt>
                <c:pt idx="146">
                  <c:v>4.0000000000000001E-3</c:v>
                </c:pt>
                <c:pt idx="147">
                  <c:v>3.7500000000000003E-3</c:v>
                </c:pt>
                <c:pt idx="148">
                  <c:v>4.0000000000000001E-3</c:v>
                </c:pt>
                <c:pt idx="149">
                  <c:v>4.0000000000000001E-3</c:v>
                </c:pt>
                <c:pt idx="150">
                  <c:v>4.2499999999999994E-3</c:v>
                </c:pt>
                <c:pt idx="151">
                  <c:v>3.2500000000000003E-3</c:v>
                </c:pt>
                <c:pt idx="152">
                  <c:v>3.7500000000000007E-3</c:v>
                </c:pt>
                <c:pt idx="153">
                  <c:v>4.0000000000000001E-3</c:v>
                </c:pt>
                <c:pt idx="154">
                  <c:v>4.2500000000000003E-3</c:v>
                </c:pt>
                <c:pt idx="155">
                  <c:v>4.0000000000000001E-3</c:v>
                </c:pt>
                <c:pt idx="156">
                  <c:v>3.0000000000000001E-3</c:v>
                </c:pt>
                <c:pt idx="157">
                  <c:v>3.5000000000000005E-3</c:v>
                </c:pt>
                <c:pt idx="158">
                  <c:v>3.7499999999999999E-3</c:v>
                </c:pt>
                <c:pt idx="159">
                  <c:v>3.2500000000000003E-3</c:v>
                </c:pt>
                <c:pt idx="160">
                  <c:v>2.7500000000000003E-3</c:v>
                </c:pt>
                <c:pt idx="161">
                  <c:v>3.0000000000000005E-3</c:v>
                </c:pt>
                <c:pt idx="162">
                  <c:v>2.2500000000000003E-3</c:v>
                </c:pt>
                <c:pt idx="163">
                  <c:v>3.2500000000000003E-3</c:v>
                </c:pt>
                <c:pt idx="164">
                  <c:v>3.0000000000000001E-3</c:v>
                </c:pt>
                <c:pt idx="165">
                  <c:v>2E-3</c:v>
                </c:pt>
                <c:pt idx="166">
                  <c:v>3.2500000000000012E-3</c:v>
                </c:pt>
                <c:pt idx="167">
                  <c:v>3.0000000000000005E-3</c:v>
                </c:pt>
                <c:pt idx="168">
                  <c:v>1.7500000000000007E-3</c:v>
                </c:pt>
                <c:pt idx="169">
                  <c:v>2.7500000000000007E-3</c:v>
                </c:pt>
                <c:pt idx="170">
                  <c:v>3.0000000000000001E-3</c:v>
                </c:pt>
                <c:pt idx="171">
                  <c:v>2.2500000000000011E-3</c:v>
                </c:pt>
                <c:pt idx="172">
                  <c:v>1.9999999999999996E-3</c:v>
                </c:pt>
                <c:pt idx="173">
                  <c:v>2.7499999999999994E-3</c:v>
                </c:pt>
                <c:pt idx="174">
                  <c:v>3.0000000000000001E-3</c:v>
                </c:pt>
                <c:pt idx="175">
                  <c:v>3.0000000000000009E-3</c:v>
                </c:pt>
                <c:pt idx="176">
                  <c:v>3.5000000000000005E-3</c:v>
                </c:pt>
                <c:pt idx="177">
                  <c:v>2.0000000000000005E-3</c:v>
                </c:pt>
                <c:pt idx="178">
                  <c:v>2.7499999999999998E-3</c:v>
                </c:pt>
                <c:pt idx="179">
                  <c:v>2.5000000000000005E-3</c:v>
                </c:pt>
                <c:pt idx="180">
                  <c:v>2.0000000000000005E-3</c:v>
                </c:pt>
                <c:pt idx="181">
                  <c:v>2.7499999999999998E-3</c:v>
                </c:pt>
                <c:pt idx="182">
                  <c:v>3.0000000000000009E-3</c:v>
                </c:pt>
                <c:pt idx="183">
                  <c:v>3.0000000000000005E-3</c:v>
                </c:pt>
                <c:pt idx="184">
                  <c:v>2.2499999999999998E-3</c:v>
                </c:pt>
                <c:pt idx="185">
                  <c:v>3.2499999999999999E-3</c:v>
                </c:pt>
                <c:pt idx="186">
                  <c:v>3.2499999999999994E-3</c:v>
                </c:pt>
                <c:pt idx="187">
                  <c:v>2E-3</c:v>
                </c:pt>
                <c:pt idx="188">
                  <c:v>2.7500000000000003E-3</c:v>
                </c:pt>
                <c:pt idx="189">
                  <c:v>3.2500000000000003E-3</c:v>
                </c:pt>
                <c:pt idx="190">
                  <c:v>2.5000000000000005E-3</c:v>
                </c:pt>
                <c:pt idx="191">
                  <c:v>2.2499999999999994E-3</c:v>
                </c:pt>
                <c:pt idx="192">
                  <c:v>2.5000000000000001E-3</c:v>
                </c:pt>
                <c:pt idx="193">
                  <c:v>3.0000000000000001E-3</c:v>
                </c:pt>
                <c:pt idx="194">
                  <c:v>2.0000000000000009E-3</c:v>
                </c:pt>
                <c:pt idx="195">
                  <c:v>1.7499999999999998E-3</c:v>
                </c:pt>
                <c:pt idx="196">
                  <c:v>3.2499999999999994E-3</c:v>
                </c:pt>
                <c:pt idx="197">
                  <c:v>3.7500000000000007E-3</c:v>
                </c:pt>
                <c:pt idx="198">
                  <c:v>3.2499999999999994E-3</c:v>
                </c:pt>
                <c:pt idx="199">
                  <c:v>3.0000000000000009E-3</c:v>
                </c:pt>
                <c:pt idx="200">
                  <c:v>2.2500000000000003E-3</c:v>
                </c:pt>
                <c:pt idx="201">
                  <c:v>3.0000000000000005E-3</c:v>
                </c:pt>
                <c:pt idx="202">
                  <c:v>2.7499999999999998E-3</c:v>
                </c:pt>
                <c:pt idx="203">
                  <c:v>3.2500000000000003E-3</c:v>
                </c:pt>
                <c:pt idx="204">
                  <c:v>4.0000000000000001E-3</c:v>
                </c:pt>
                <c:pt idx="205">
                  <c:v>2.7500000000000003E-3</c:v>
                </c:pt>
                <c:pt idx="206">
                  <c:v>1.7500000000000003E-3</c:v>
                </c:pt>
                <c:pt idx="207">
                  <c:v>2.7499999999999998E-3</c:v>
                </c:pt>
                <c:pt idx="208">
                  <c:v>2.5000000000000005E-3</c:v>
                </c:pt>
                <c:pt idx="209">
                  <c:v>3.2500000000000003E-3</c:v>
                </c:pt>
                <c:pt idx="210">
                  <c:v>3.7500000000000003E-3</c:v>
                </c:pt>
                <c:pt idx="211">
                  <c:v>3.4999999999999996E-3</c:v>
                </c:pt>
                <c:pt idx="212">
                  <c:v>3.0000000000000005E-3</c:v>
                </c:pt>
                <c:pt idx="213">
                  <c:v>2.5000000000000001E-3</c:v>
                </c:pt>
                <c:pt idx="214">
                  <c:v>2E-3</c:v>
                </c:pt>
                <c:pt idx="215">
                  <c:v>2.7499999999999998E-3</c:v>
                </c:pt>
                <c:pt idx="216">
                  <c:v>3.0000000000000009E-3</c:v>
                </c:pt>
                <c:pt idx="217">
                  <c:v>2.5000000000000005E-3</c:v>
                </c:pt>
                <c:pt idx="218">
                  <c:v>3.2500000000000003E-3</c:v>
                </c:pt>
                <c:pt idx="219">
                  <c:v>2.7499999999999998E-3</c:v>
                </c:pt>
                <c:pt idx="220">
                  <c:v>2.4999999999999996E-3</c:v>
                </c:pt>
                <c:pt idx="221">
                  <c:v>2.7500000000000003E-3</c:v>
                </c:pt>
                <c:pt idx="222">
                  <c:v>2.7500000000000003E-3</c:v>
                </c:pt>
                <c:pt idx="223">
                  <c:v>3.2499999999999999E-3</c:v>
                </c:pt>
                <c:pt idx="224">
                  <c:v>3.0000000000000001E-3</c:v>
                </c:pt>
                <c:pt idx="225">
                  <c:v>3.2499999999999994E-3</c:v>
                </c:pt>
                <c:pt idx="226">
                  <c:v>3.0000000000000001E-3</c:v>
                </c:pt>
                <c:pt idx="227">
                  <c:v>3.9999999999999992E-3</c:v>
                </c:pt>
                <c:pt idx="228">
                  <c:v>4.4999999999999997E-3</c:v>
                </c:pt>
                <c:pt idx="229">
                  <c:v>3.5000000000000005E-3</c:v>
                </c:pt>
                <c:pt idx="230">
                  <c:v>3.2499999999999999E-3</c:v>
                </c:pt>
                <c:pt idx="231">
                  <c:v>3.7500000000000003E-3</c:v>
                </c:pt>
                <c:pt idx="232">
                  <c:v>3.749999999999999E-3</c:v>
                </c:pt>
                <c:pt idx="233">
                  <c:v>3.0000000000000001E-3</c:v>
                </c:pt>
                <c:pt idx="234">
                  <c:v>2.0000000000000005E-3</c:v>
                </c:pt>
                <c:pt idx="235">
                  <c:v>2.5000000000000001E-3</c:v>
                </c:pt>
                <c:pt idx="236">
                  <c:v>2.4999999999999996E-3</c:v>
                </c:pt>
                <c:pt idx="237">
                  <c:v>3.5000000000000014E-3</c:v>
                </c:pt>
                <c:pt idx="238">
                  <c:v>3.0000000000000009E-3</c:v>
                </c:pt>
                <c:pt idx="239">
                  <c:v>2.2499999999999998E-3</c:v>
                </c:pt>
                <c:pt idx="240">
                  <c:v>2.2500000000000003E-3</c:v>
                </c:pt>
                <c:pt idx="241">
                  <c:v>2.2500000000000003E-3</c:v>
                </c:pt>
                <c:pt idx="242">
                  <c:v>3.2500000000000003E-3</c:v>
                </c:pt>
                <c:pt idx="243">
                  <c:v>4.0000000000000001E-3</c:v>
                </c:pt>
                <c:pt idx="244">
                  <c:v>5.000000000000001E-3</c:v>
                </c:pt>
                <c:pt idx="245">
                  <c:v>5.2499999999999995E-3</c:v>
                </c:pt>
                <c:pt idx="246">
                  <c:v>3.4999999999999996E-3</c:v>
                </c:pt>
                <c:pt idx="247">
                  <c:v>3.2500000000000007E-3</c:v>
                </c:pt>
                <c:pt idx="248">
                  <c:v>3.0000000000000005E-3</c:v>
                </c:pt>
                <c:pt idx="249">
                  <c:v>3.5000000000000005E-3</c:v>
                </c:pt>
                <c:pt idx="250">
                  <c:v>3.5000000000000005E-3</c:v>
                </c:pt>
                <c:pt idx="251">
                  <c:v>4.4999999999999997E-3</c:v>
                </c:pt>
                <c:pt idx="252">
                  <c:v>3.749999999999999E-3</c:v>
                </c:pt>
                <c:pt idx="253">
                  <c:v>2.9999999999999996E-3</c:v>
                </c:pt>
                <c:pt idx="254">
                  <c:v>3.2499999999999999E-3</c:v>
                </c:pt>
                <c:pt idx="255">
                  <c:v>2E-3</c:v>
                </c:pt>
                <c:pt idx="256">
                  <c:v>2.7499999999999998E-3</c:v>
                </c:pt>
                <c:pt idx="257">
                  <c:v>3.2500000000000003E-3</c:v>
                </c:pt>
                <c:pt idx="258">
                  <c:v>4.2500000000000003E-3</c:v>
                </c:pt>
                <c:pt idx="259">
                  <c:v>4.4999999999999997E-3</c:v>
                </c:pt>
                <c:pt idx="260">
                  <c:v>4.5000000000000005E-3</c:v>
                </c:pt>
                <c:pt idx="261">
                  <c:v>2.9999999999999992E-3</c:v>
                </c:pt>
                <c:pt idx="262">
                  <c:v>3.2499999999999994E-3</c:v>
                </c:pt>
                <c:pt idx="263">
                  <c:v>2.7500000000000003E-3</c:v>
                </c:pt>
                <c:pt idx="264">
                  <c:v>3.2499999999999994E-3</c:v>
                </c:pt>
                <c:pt idx="265">
                  <c:v>1.7499999999999998E-3</c:v>
                </c:pt>
                <c:pt idx="266">
                  <c:v>1.4999999999999996E-3</c:v>
                </c:pt>
                <c:pt idx="267">
                  <c:v>1.7499999999999998E-3</c:v>
                </c:pt>
                <c:pt idx="268">
                  <c:v>2.4999999999999996E-3</c:v>
                </c:pt>
                <c:pt idx="269">
                  <c:v>2.0000000000000009E-3</c:v>
                </c:pt>
                <c:pt idx="270">
                  <c:v>3.4999999999999988E-3</c:v>
                </c:pt>
                <c:pt idx="271">
                  <c:v>3.0000000000000001E-3</c:v>
                </c:pt>
                <c:pt idx="272">
                  <c:v>1.9999999999999983E-3</c:v>
                </c:pt>
                <c:pt idx="273">
                  <c:v>1.4999999999999996E-3</c:v>
                </c:pt>
                <c:pt idx="274">
                  <c:v>2.749999999999999E-3</c:v>
                </c:pt>
                <c:pt idx="275">
                  <c:v>4.0000000000000001E-3</c:v>
                </c:pt>
                <c:pt idx="276">
                  <c:v>3.0000000000000001E-3</c:v>
                </c:pt>
                <c:pt idx="277">
                  <c:v>3.5000000000000005E-3</c:v>
                </c:pt>
                <c:pt idx="278">
                  <c:v>3.2499999999999994E-3</c:v>
                </c:pt>
                <c:pt idx="279">
                  <c:v>2.4999999999999996E-3</c:v>
                </c:pt>
                <c:pt idx="280">
                  <c:v>3.4999999999999996E-3</c:v>
                </c:pt>
                <c:pt idx="281">
                  <c:v>1.9999999999999992E-3</c:v>
                </c:pt>
                <c:pt idx="282">
                  <c:v>2.5000000000000001E-3</c:v>
                </c:pt>
                <c:pt idx="283">
                  <c:v>1.7500000000000007E-3</c:v>
                </c:pt>
                <c:pt idx="284">
                  <c:v>2.4999999999999996E-3</c:v>
                </c:pt>
                <c:pt idx="285">
                  <c:v>1.4999999999999996E-3</c:v>
                </c:pt>
                <c:pt idx="286">
                  <c:v>2E-3</c:v>
                </c:pt>
                <c:pt idx="287">
                  <c:v>1E-3</c:v>
                </c:pt>
                <c:pt idx="288">
                  <c:v>1.5000000000000005E-3</c:v>
                </c:pt>
                <c:pt idx="289">
                  <c:v>1.749999999999999E-3</c:v>
                </c:pt>
                <c:pt idx="290">
                  <c:v>1.5000000000000005E-3</c:v>
                </c:pt>
                <c:pt idx="291">
                  <c:v>2E-3</c:v>
                </c:pt>
                <c:pt idx="292">
                  <c:v>3.5000000000000005E-3</c:v>
                </c:pt>
                <c:pt idx="293">
                  <c:v>2.7500000000000007E-3</c:v>
                </c:pt>
                <c:pt idx="294">
                  <c:v>3.7499999999999999E-3</c:v>
                </c:pt>
                <c:pt idx="295">
                  <c:v>3.4999999999999996E-3</c:v>
                </c:pt>
                <c:pt idx="296">
                  <c:v>3.7499999999999999E-3</c:v>
                </c:pt>
                <c:pt idx="297">
                  <c:v>2.4999999999999996E-3</c:v>
                </c:pt>
                <c:pt idx="298">
                  <c:v>3.0000000000000001E-3</c:v>
                </c:pt>
                <c:pt idx="299">
                  <c:v>2.7499999999999998E-3</c:v>
                </c:pt>
                <c:pt idx="300">
                  <c:v>1.5000000000000005E-3</c:v>
                </c:pt>
                <c:pt idx="301">
                  <c:v>2.7500000000000007E-3</c:v>
                </c:pt>
                <c:pt idx="302">
                  <c:v>2.5000000000000005E-3</c:v>
                </c:pt>
                <c:pt idx="303">
                  <c:v>3.7500000000000007E-3</c:v>
                </c:pt>
                <c:pt idx="304">
                  <c:v>3.5000000000000005E-3</c:v>
                </c:pt>
                <c:pt idx="305">
                  <c:v>1.7499999999999998E-3</c:v>
                </c:pt>
                <c:pt idx="306">
                  <c:v>1.4999999999999996E-3</c:v>
                </c:pt>
                <c:pt idx="307">
                  <c:v>2.5000000000000005E-3</c:v>
                </c:pt>
                <c:pt idx="308">
                  <c:v>2.7500000000000007E-3</c:v>
                </c:pt>
                <c:pt idx="309">
                  <c:v>7.499999999999998E-4</c:v>
                </c:pt>
                <c:pt idx="310">
                  <c:v>1.4999999999999996E-3</c:v>
                </c:pt>
                <c:pt idx="311">
                  <c:v>2.5000000000000005E-3</c:v>
                </c:pt>
                <c:pt idx="312">
                  <c:v>2.5000000000000005E-3</c:v>
                </c:pt>
                <c:pt idx="313">
                  <c:v>2.7499999999999998E-3</c:v>
                </c:pt>
                <c:pt idx="314">
                  <c:v>3.2500000000000003E-3</c:v>
                </c:pt>
                <c:pt idx="315">
                  <c:v>4.0000000000000001E-3</c:v>
                </c:pt>
                <c:pt idx="316">
                  <c:v>2.7500000000000007E-3</c:v>
                </c:pt>
                <c:pt idx="317">
                  <c:v>2.0000000000000018E-3</c:v>
                </c:pt>
                <c:pt idx="318">
                  <c:v>4.9999999999999958E-4</c:v>
                </c:pt>
                <c:pt idx="319">
                  <c:v>-2.5000000000000022E-4</c:v>
                </c:pt>
                <c:pt idx="320">
                  <c:v>5.0000000000000044E-4</c:v>
                </c:pt>
                <c:pt idx="321">
                  <c:v>1E-3</c:v>
                </c:pt>
                <c:pt idx="322">
                  <c:v>7.4999999999999893E-4</c:v>
                </c:pt>
                <c:pt idx="323">
                  <c:v>1.749999999999999E-3</c:v>
                </c:pt>
                <c:pt idx="324">
                  <c:v>2.7500000000000007E-3</c:v>
                </c:pt>
                <c:pt idx="325">
                  <c:v>2.2500000000000003E-3</c:v>
                </c:pt>
                <c:pt idx="326">
                  <c:v>1.7499999999999998E-3</c:v>
                </c:pt>
                <c:pt idx="327">
                  <c:v>2.2499999999999994E-3</c:v>
                </c:pt>
                <c:pt idx="328">
                  <c:v>-5.0000000000000044E-4</c:v>
                </c:pt>
                <c:pt idx="329">
                  <c:v>0</c:v>
                </c:pt>
                <c:pt idx="330">
                  <c:v>7.5000000000000067E-4</c:v>
                </c:pt>
                <c:pt idx="331">
                  <c:v>1.0000000000000009E-3</c:v>
                </c:pt>
                <c:pt idx="332">
                  <c:v>2.0000000000000009E-3</c:v>
                </c:pt>
                <c:pt idx="333">
                  <c:v>1.2499999999999994E-3</c:v>
                </c:pt>
                <c:pt idx="334">
                  <c:v>4.9999999999999871E-4</c:v>
                </c:pt>
                <c:pt idx="335">
                  <c:v>0</c:v>
                </c:pt>
                <c:pt idx="336">
                  <c:v>5.0000000000000044E-4</c:v>
                </c:pt>
                <c:pt idx="337">
                  <c:v>1.5000000000000005E-3</c:v>
                </c:pt>
                <c:pt idx="338">
                  <c:v>1.7499999999999998E-3</c:v>
                </c:pt>
                <c:pt idx="339">
                  <c:v>2.7499999999999998E-3</c:v>
                </c:pt>
                <c:pt idx="340">
                  <c:v>1.7499999999999998E-3</c:v>
                </c:pt>
                <c:pt idx="341">
                  <c:v>1.0000000000000009E-3</c:v>
                </c:pt>
                <c:pt idx="342">
                  <c:v>2.0000000000000009E-3</c:v>
                </c:pt>
                <c:pt idx="343">
                  <c:v>5.0000000000000044E-4</c:v>
                </c:pt>
                <c:pt idx="344">
                  <c:v>0</c:v>
                </c:pt>
                <c:pt idx="345">
                  <c:v>7.499999999999998E-4</c:v>
                </c:pt>
                <c:pt idx="346">
                  <c:v>7.4999999999999893E-4</c:v>
                </c:pt>
                <c:pt idx="347">
                  <c:v>1.2500000000000011E-3</c:v>
                </c:pt>
                <c:pt idx="348">
                  <c:v>0</c:v>
                </c:pt>
                <c:pt idx="349">
                  <c:v>1.7500000000000007E-3</c:v>
                </c:pt>
                <c:pt idx="350">
                  <c:v>2.7500000000000007E-3</c:v>
                </c:pt>
                <c:pt idx="351">
                  <c:v>1.2500000000000011E-3</c:v>
                </c:pt>
                <c:pt idx="352">
                  <c:v>1.7499999999999998E-3</c:v>
                </c:pt>
                <c:pt idx="353">
                  <c:v>3.0000000000000009E-3</c:v>
                </c:pt>
                <c:pt idx="354">
                  <c:v>7.499999999999998E-4</c:v>
                </c:pt>
                <c:pt idx="355">
                  <c:v>-1.0000000000000009E-3</c:v>
                </c:pt>
                <c:pt idx="356">
                  <c:v>-1.4999999999999996E-3</c:v>
                </c:pt>
                <c:pt idx="357">
                  <c:v>1.5000000000000005E-3</c:v>
                </c:pt>
                <c:pt idx="358">
                  <c:v>0</c:v>
                </c:pt>
                <c:pt idx="359">
                  <c:v>-2.0000000000000009E-3</c:v>
                </c:pt>
                <c:pt idx="360">
                  <c:v>5.0000000000000044E-4</c:v>
                </c:pt>
                <c:pt idx="361">
                  <c:v>4.9999999999999958E-4</c:v>
                </c:pt>
                <c:pt idx="362">
                  <c:v>-2.5000000000000022E-4</c:v>
                </c:pt>
                <c:pt idx="363">
                  <c:v>-2.5000000000000109E-4</c:v>
                </c:pt>
                <c:pt idx="364">
                  <c:v>0</c:v>
                </c:pt>
                <c:pt idx="365">
                  <c:v>1.749999999999999E-3</c:v>
                </c:pt>
                <c:pt idx="366">
                  <c:v>-2.4999999999999849E-4</c:v>
                </c:pt>
                <c:pt idx="367">
                  <c:v>-1.2499999999999994E-3</c:v>
                </c:pt>
                <c:pt idx="368">
                  <c:v>-1E-3</c:v>
                </c:pt>
                <c:pt idx="369">
                  <c:v>2.5000000000000022E-4</c:v>
                </c:pt>
                <c:pt idx="370">
                  <c:v>-1.0000000000000009E-3</c:v>
                </c:pt>
                <c:pt idx="371">
                  <c:v>0</c:v>
                </c:pt>
                <c:pt idx="372">
                  <c:v>1.2499999999999985E-3</c:v>
                </c:pt>
                <c:pt idx="373">
                  <c:v>1.2499999999999994E-3</c:v>
                </c:pt>
                <c:pt idx="374">
                  <c:v>2.2500000000000003E-3</c:v>
                </c:pt>
                <c:pt idx="375">
                  <c:v>7.499999999999998E-4</c:v>
                </c:pt>
                <c:pt idx="376">
                  <c:v>-2.5000000000000196E-4</c:v>
                </c:pt>
                <c:pt idx="377">
                  <c:v>1.7500000000000007E-3</c:v>
                </c:pt>
                <c:pt idx="378">
                  <c:v>2.5000000000000022E-4</c:v>
                </c:pt>
                <c:pt idx="379">
                  <c:v>1.4999999999999996E-3</c:v>
                </c:pt>
                <c:pt idx="380">
                  <c:v>-5.0000000000000044E-4</c:v>
                </c:pt>
                <c:pt idx="381">
                  <c:v>-1.7500000000000007E-3</c:v>
                </c:pt>
                <c:pt idx="382">
                  <c:v>-2.2500000000000003E-3</c:v>
                </c:pt>
                <c:pt idx="383">
                  <c:v>5.0000000000000044E-4</c:v>
                </c:pt>
                <c:pt idx="384">
                  <c:v>2.749999999999999E-3</c:v>
                </c:pt>
                <c:pt idx="385">
                  <c:v>2.7500000000000007E-3</c:v>
                </c:pt>
                <c:pt idx="386">
                  <c:v>7.4999999999999893E-4</c:v>
                </c:pt>
                <c:pt idx="387">
                  <c:v>2.5000000000000022E-4</c:v>
                </c:pt>
                <c:pt idx="388">
                  <c:v>-2.5000000000000014E-3</c:v>
                </c:pt>
                <c:pt idx="389">
                  <c:v>-2E-3</c:v>
                </c:pt>
                <c:pt idx="390">
                  <c:v>-2.4999999999999935E-4</c:v>
                </c:pt>
                <c:pt idx="391">
                  <c:v>-1.2499999999999994E-3</c:v>
                </c:pt>
                <c:pt idx="392">
                  <c:v>-3.7499999999999999E-3</c:v>
                </c:pt>
                <c:pt idx="393">
                  <c:v>-1.7500000000000007E-3</c:v>
                </c:pt>
                <c:pt idx="394">
                  <c:v>-4.9999999999999958E-4</c:v>
                </c:pt>
                <c:pt idx="395">
                  <c:v>2.0000000000000009E-3</c:v>
                </c:pt>
                <c:pt idx="396">
                  <c:v>2E-3</c:v>
                </c:pt>
                <c:pt idx="397">
                  <c:v>-1.2499999999999994E-3</c:v>
                </c:pt>
                <c:pt idx="398">
                  <c:v>-1.4999999999999996E-3</c:v>
                </c:pt>
                <c:pt idx="399">
                  <c:v>-4.749999999999999E-3</c:v>
                </c:pt>
                <c:pt idx="400">
                  <c:v>-2.5000000000000022E-4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8A4-4D02-84E3-06FCFB1071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0222143"/>
        <c:axId val="1310219743"/>
      </c:scatterChart>
      <c:valAx>
        <c:axId val="1310222143"/>
        <c:scaling>
          <c:orientation val="minMax"/>
          <c:max val="750"/>
          <c:min val="35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19743"/>
        <c:crosses val="autoZero"/>
        <c:crossBetween val="midCat"/>
      </c:valAx>
      <c:valAx>
        <c:axId val="1310219743"/>
        <c:scaling>
          <c:orientation val="minMax"/>
          <c:min val="-5.000000000000001E-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22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5456009175324"/>
          <c:y val="3.8745578848324198E-2"/>
          <c:w val="0.85620358379572303"/>
          <c:h val="0.92490571250589704"/>
        </c:manualLayout>
      </c:layout>
      <c:scatterChart>
        <c:scatterStyle val="lineMarker"/>
        <c:varyColors val="0"/>
        <c:ser>
          <c:idx val="0"/>
          <c:order val="0"/>
          <c:tx>
            <c:strRef>
              <c:f>'Baseline Corrections'!$AC$3</c:f>
              <c:strCache>
                <c:ptCount val="1"/>
                <c:pt idx="0">
                  <c:v>Sample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Corrections'!$AC$4:$AC$404</c:f>
              <c:numCache>
                <c:formatCode>General</c:formatCode>
                <c:ptCount val="401"/>
                <c:pt idx="0">
                  <c:v>2.4500000000000001E-2</c:v>
                </c:pt>
                <c:pt idx="1">
                  <c:v>1.2499999999999999E-2</c:v>
                </c:pt>
                <c:pt idx="2">
                  <c:v>4.5000000000000005E-3</c:v>
                </c:pt>
                <c:pt idx="3">
                  <c:v>1.15E-2</c:v>
                </c:pt>
                <c:pt idx="4">
                  <c:v>1.0499999999999999E-2</c:v>
                </c:pt>
                <c:pt idx="5">
                  <c:v>1.15E-2</c:v>
                </c:pt>
                <c:pt idx="6">
                  <c:v>1.0499999999999999E-2</c:v>
                </c:pt>
                <c:pt idx="7">
                  <c:v>1.95E-2</c:v>
                </c:pt>
                <c:pt idx="8">
                  <c:v>1.2499999999999999E-2</c:v>
                </c:pt>
                <c:pt idx="9">
                  <c:v>1.15E-2</c:v>
                </c:pt>
                <c:pt idx="10">
                  <c:v>4.5000000000000005E-3</c:v>
                </c:pt>
                <c:pt idx="11">
                  <c:v>8.4999999999999989E-3</c:v>
                </c:pt>
                <c:pt idx="12">
                  <c:v>1.0499999999999999E-2</c:v>
                </c:pt>
                <c:pt idx="13">
                  <c:v>3.5000000000000001E-3</c:v>
                </c:pt>
                <c:pt idx="14">
                  <c:v>3.5000000000000001E-3</c:v>
                </c:pt>
                <c:pt idx="15">
                  <c:v>1.5E-3</c:v>
                </c:pt>
                <c:pt idx="16">
                  <c:v>-2.5000000000000001E-3</c:v>
                </c:pt>
                <c:pt idx="17">
                  <c:v>6.4999999999999988E-3</c:v>
                </c:pt>
                <c:pt idx="18">
                  <c:v>6.4999999999999988E-3</c:v>
                </c:pt>
                <c:pt idx="19">
                  <c:v>3.5000000000000001E-3</c:v>
                </c:pt>
                <c:pt idx="20">
                  <c:v>4.5000000000000005E-3</c:v>
                </c:pt>
                <c:pt idx="21">
                  <c:v>8.4999999999999989E-3</c:v>
                </c:pt>
                <c:pt idx="22">
                  <c:v>1.15E-2</c:v>
                </c:pt>
                <c:pt idx="23">
                  <c:v>1.4500000000000001E-2</c:v>
                </c:pt>
                <c:pt idx="24">
                  <c:v>9.4999999999999998E-3</c:v>
                </c:pt>
                <c:pt idx="25">
                  <c:v>3.5000000000000001E-3</c:v>
                </c:pt>
                <c:pt idx="26">
                  <c:v>6.4999999999999988E-3</c:v>
                </c:pt>
                <c:pt idx="27">
                  <c:v>7.4999999999999997E-3</c:v>
                </c:pt>
                <c:pt idx="28">
                  <c:v>1.2499999999999999E-2</c:v>
                </c:pt>
                <c:pt idx="29">
                  <c:v>1.7500000000000002E-2</c:v>
                </c:pt>
                <c:pt idx="30">
                  <c:v>1.5499999999999998E-2</c:v>
                </c:pt>
                <c:pt idx="31">
                  <c:v>8.4999999999999989E-3</c:v>
                </c:pt>
                <c:pt idx="32">
                  <c:v>1.0499999999999999E-2</c:v>
                </c:pt>
                <c:pt idx="33">
                  <c:v>1.15E-2</c:v>
                </c:pt>
                <c:pt idx="34">
                  <c:v>4.5000000000000005E-3</c:v>
                </c:pt>
                <c:pt idx="35">
                  <c:v>-1.5E-3</c:v>
                </c:pt>
                <c:pt idx="36">
                  <c:v>8.4999999999999989E-3</c:v>
                </c:pt>
                <c:pt idx="37">
                  <c:v>1.15E-2</c:v>
                </c:pt>
                <c:pt idx="38">
                  <c:v>1.15E-2</c:v>
                </c:pt>
                <c:pt idx="39">
                  <c:v>1.2499999999999999E-2</c:v>
                </c:pt>
                <c:pt idx="40">
                  <c:v>1.2499999999999999E-2</c:v>
                </c:pt>
                <c:pt idx="41">
                  <c:v>1.5499999999999998E-2</c:v>
                </c:pt>
                <c:pt idx="42">
                  <c:v>1.15E-2</c:v>
                </c:pt>
                <c:pt idx="43">
                  <c:v>1.0499999999999999E-2</c:v>
                </c:pt>
                <c:pt idx="44">
                  <c:v>8.4999999999999989E-3</c:v>
                </c:pt>
                <c:pt idx="45">
                  <c:v>9.4999999999999998E-3</c:v>
                </c:pt>
                <c:pt idx="46">
                  <c:v>1.0499999999999999E-2</c:v>
                </c:pt>
                <c:pt idx="47">
                  <c:v>9.4999999999999998E-3</c:v>
                </c:pt>
                <c:pt idx="48">
                  <c:v>1.2499999999999999E-2</c:v>
                </c:pt>
                <c:pt idx="49">
                  <c:v>1.15E-2</c:v>
                </c:pt>
                <c:pt idx="50">
                  <c:v>6.4999999999999988E-3</c:v>
                </c:pt>
                <c:pt idx="51">
                  <c:v>4.5000000000000005E-3</c:v>
                </c:pt>
                <c:pt idx="52">
                  <c:v>8.4999999999999989E-3</c:v>
                </c:pt>
                <c:pt idx="53">
                  <c:v>9.4999999999999998E-3</c:v>
                </c:pt>
                <c:pt idx="54">
                  <c:v>1.5E-3</c:v>
                </c:pt>
                <c:pt idx="55">
                  <c:v>6.4999999999999988E-3</c:v>
                </c:pt>
                <c:pt idx="56">
                  <c:v>6.4999999999999988E-3</c:v>
                </c:pt>
                <c:pt idx="57">
                  <c:v>7.4999999999999997E-3</c:v>
                </c:pt>
                <c:pt idx="58">
                  <c:v>1.2499999999999999E-2</c:v>
                </c:pt>
                <c:pt idx="59">
                  <c:v>6.4999999999999988E-3</c:v>
                </c:pt>
                <c:pt idx="60">
                  <c:v>9.4999999999999998E-3</c:v>
                </c:pt>
                <c:pt idx="61">
                  <c:v>9.4999999999999998E-3</c:v>
                </c:pt>
                <c:pt idx="62">
                  <c:v>7.4999999999999997E-3</c:v>
                </c:pt>
                <c:pt idx="63">
                  <c:v>6.4999999999999988E-3</c:v>
                </c:pt>
                <c:pt idx="64">
                  <c:v>7.4999999999999997E-3</c:v>
                </c:pt>
                <c:pt idx="65">
                  <c:v>4.5000000000000005E-3</c:v>
                </c:pt>
                <c:pt idx="66">
                  <c:v>8.4999999999999989E-3</c:v>
                </c:pt>
                <c:pt idx="67">
                  <c:v>7.4999999999999997E-3</c:v>
                </c:pt>
                <c:pt idx="68">
                  <c:v>6.4999999999999988E-3</c:v>
                </c:pt>
                <c:pt idx="69">
                  <c:v>3.5000000000000001E-3</c:v>
                </c:pt>
                <c:pt idx="70">
                  <c:v>6.4999999999999988E-3</c:v>
                </c:pt>
                <c:pt idx="71">
                  <c:v>7.4999999999999997E-3</c:v>
                </c:pt>
                <c:pt idx="72">
                  <c:v>6.4999999999999988E-3</c:v>
                </c:pt>
                <c:pt idx="73">
                  <c:v>4.5000000000000005E-3</c:v>
                </c:pt>
                <c:pt idx="74">
                  <c:v>4.5000000000000005E-3</c:v>
                </c:pt>
                <c:pt idx="75">
                  <c:v>4.5000000000000005E-3</c:v>
                </c:pt>
                <c:pt idx="76">
                  <c:v>5.4999999999999997E-3</c:v>
                </c:pt>
                <c:pt idx="77">
                  <c:v>1.5E-3</c:v>
                </c:pt>
                <c:pt idx="78">
                  <c:v>2.5000000000000001E-3</c:v>
                </c:pt>
                <c:pt idx="79">
                  <c:v>4.5000000000000005E-3</c:v>
                </c:pt>
                <c:pt idx="80">
                  <c:v>4.5000000000000005E-3</c:v>
                </c:pt>
                <c:pt idx="81">
                  <c:v>4.5000000000000005E-3</c:v>
                </c:pt>
                <c:pt idx="82">
                  <c:v>5.4999999999999997E-3</c:v>
                </c:pt>
                <c:pt idx="83">
                  <c:v>3.5000000000000001E-3</c:v>
                </c:pt>
                <c:pt idx="84">
                  <c:v>3.5000000000000001E-3</c:v>
                </c:pt>
                <c:pt idx="85">
                  <c:v>7.4999999999999997E-3</c:v>
                </c:pt>
                <c:pt idx="86">
                  <c:v>2.5000000000000001E-3</c:v>
                </c:pt>
                <c:pt idx="87">
                  <c:v>4.5000000000000005E-3</c:v>
                </c:pt>
                <c:pt idx="88">
                  <c:v>3.5000000000000001E-3</c:v>
                </c:pt>
                <c:pt idx="89">
                  <c:v>4.5000000000000005E-3</c:v>
                </c:pt>
                <c:pt idx="90">
                  <c:v>5.4999999999999997E-3</c:v>
                </c:pt>
                <c:pt idx="91">
                  <c:v>3.5000000000000001E-3</c:v>
                </c:pt>
                <c:pt idx="92">
                  <c:v>1.5E-3</c:v>
                </c:pt>
                <c:pt idx="93">
                  <c:v>3.5000000000000001E-3</c:v>
                </c:pt>
                <c:pt idx="94">
                  <c:v>5.4999999999999997E-3</c:v>
                </c:pt>
                <c:pt idx="95">
                  <c:v>3.5000000000000001E-3</c:v>
                </c:pt>
                <c:pt idx="96">
                  <c:v>2.5000000000000001E-3</c:v>
                </c:pt>
                <c:pt idx="97">
                  <c:v>4.5000000000000005E-3</c:v>
                </c:pt>
                <c:pt idx="98">
                  <c:v>3.5000000000000001E-3</c:v>
                </c:pt>
                <c:pt idx="99">
                  <c:v>3.5000000000000001E-3</c:v>
                </c:pt>
                <c:pt idx="100">
                  <c:v>2.5000000000000001E-3</c:v>
                </c:pt>
                <c:pt idx="101">
                  <c:v>2.5000000000000001E-3</c:v>
                </c:pt>
                <c:pt idx="102">
                  <c:v>4.5000000000000005E-3</c:v>
                </c:pt>
                <c:pt idx="103">
                  <c:v>2.5000000000000001E-3</c:v>
                </c:pt>
                <c:pt idx="104">
                  <c:v>3.5000000000000001E-3</c:v>
                </c:pt>
                <c:pt idx="105">
                  <c:v>5.4999999999999997E-3</c:v>
                </c:pt>
                <c:pt idx="106">
                  <c:v>2.5000000000000001E-3</c:v>
                </c:pt>
                <c:pt idx="107">
                  <c:v>2.5000000000000001E-3</c:v>
                </c:pt>
                <c:pt idx="108">
                  <c:v>3.5000000000000001E-3</c:v>
                </c:pt>
                <c:pt idx="109">
                  <c:v>1.5E-3</c:v>
                </c:pt>
                <c:pt idx="110">
                  <c:v>1.5E-3</c:v>
                </c:pt>
                <c:pt idx="111">
                  <c:v>3.5000000000000001E-3</c:v>
                </c:pt>
                <c:pt idx="112">
                  <c:v>2.5000000000000001E-3</c:v>
                </c:pt>
                <c:pt idx="113">
                  <c:v>1.5E-3</c:v>
                </c:pt>
                <c:pt idx="114">
                  <c:v>2.5000000000000001E-3</c:v>
                </c:pt>
                <c:pt idx="115">
                  <c:v>3.5000000000000001E-3</c:v>
                </c:pt>
                <c:pt idx="116">
                  <c:v>5.4999999999999997E-3</c:v>
                </c:pt>
                <c:pt idx="117">
                  <c:v>4.5000000000000005E-3</c:v>
                </c:pt>
                <c:pt idx="118">
                  <c:v>3.5000000000000001E-3</c:v>
                </c:pt>
                <c:pt idx="119">
                  <c:v>2.5000000000000001E-3</c:v>
                </c:pt>
                <c:pt idx="120">
                  <c:v>1.5E-3</c:v>
                </c:pt>
                <c:pt idx="121">
                  <c:v>5.0000000000000001E-4</c:v>
                </c:pt>
                <c:pt idx="122">
                  <c:v>5.0000000000000001E-4</c:v>
                </c:pt>
                <c:pt idx="123">
                  <c:v>5.0000000000000001E-4</c:v>
                </c:pt>
                <c:pt idx="124">
                  <c:v>1.5E-3</c:v>
                </c:pt>
                <c:pt idx="125">
                  <c:v>1.5E-3</c:v>
                </c:pt>
                <c:pt idx="126">
                  <c:v>1.5E-3</c:v>
                </c:pt>
                <c:pt idx="127">
                  <c:v>2.5000000000000001E-3</c:v>
                </c:pt>
                <c:pt idx="128">
                  <c:v>2.5000000000000001E-3</c:v>
                </c:pt>
                <c:pt idx="129">
                  <c:v>2.5000000000000001E-3</c:v>
                </c:pt>
                <c:pt idx="130">
                  <c:v>2.5000000000000001E-3</c:v>
                </c:pt>
                <c:pt idx="131">
                  <c:v>1.5E-3</c:v>
                </c:pt>
                <c:pt idx="132">
                  <c:v>3.5000000000000001E-3</c:v>
                </c:pt>
                <c:pt idx="133">
                  <c:v>2.5000000000000001E-3</c:v>
                </c:pt>
                <c:pt idx="134">
                  <c:v>3.5000000000000001E-3</c:v>
                </c:pt>
                <c:pt idx="135">
                  <c:v>2.5000000000000001E-3</c:v>
                </c:pt>
                <c:pt idx="136">
                  <c:v>-5.0000000000000001E-4</c:v>
                </c:pt>
                <c:pt idx="137">
                  <c:v>-5.0000000000000001E-4</c:v>
                </c:pt>
                <c:pt idx="138">
                  <c:v>1.5E-3</c:v>
                </c:pt>
                <c:pt idx="139">
                  <c:v>2.5000000000000001E-3</c:v>
                </c:pt>
                <c:pt idx="140">
                  <c:v>1.5E-3</c:v>
                </c:pt>
                <c:pt idx="141">
                  <c:v>1.5E-3</c:v>
                </c:pt>
                <c:pt idx="142">
                  <c:v>3.5000000000000001E-3</c:v>
                </c:pt>
                <c:pt idx="143">
                  <c:v>1.5E-3</c:v>
                </c:pt>
                <c:pt idx="144">
                  <c:v>1.5E-3</c:v>
                </c:pt>
                <c:pt idx="145">
                  <c:v>2.5000000000000001E-3</c:v>
                </c:pt>
                <c:pt idx="146">
                  <c:v>1.5E-3</c:v>
                </c:pt>
                <c:pt idx="147">
                  <c:v>1.5E-3</c:v>
                </c:pt>
                <c:pt idx="148">
                  <c:v>5.0000000000000001E-4</c:v>
                </c:pt>
                <c:pt idx="149">
                  <c:v>5.0000000000000001E-4</c:v>
                </c:pt>
                <c:pt idx="150">
                  <c:v>-5.0000000000000001E-4</c:v>
                </c:pt>
                <c:pt idx="151">
                  <c:v>-5.0000000000000001E-4</c:v>
                </c:pt>
                <c:pt idx="152">
                  <c:v>-5.0000000000000001E-4</c:v>
                </c:pt>
                <c:pt idx="153">
                  <c:v>1.5E-3</c:v>
                </c:pt>
                <c:pt idx="154">
                  <c:v>1.5E-3</c:v>
                </c:pt>
                <c:pt idx="155">
                  <c:v>-5.0000000000000001E-4</c:v>
                </c:pt>
                <c:pt idx="156">
                  <c:v>-5.0000000000000001E-4</c:v>
                </c:pt>
                <c:pt idx="157">
                  <c:v>5.0000000000000001E-4</c:v>
                </c:pt>
                <c:pt idx="158">
                  <c:v>1.5E-3</c:v>
                </c:pt>
                <c:pt idx="159">
                  <c:v>1.5E-3</c:v>
                </c:pt>
                <c:pt idx="160">
                  <c:v>-5.0000000000000001E-4</c:v>
                </c:pt>
                <c:pt idx="161">
                  <c:v>1.5E-3</c:v>
                </c:pt>
                <c:pt idx="162">
                  <c:v>1.5E-3</c:v>
                </c:pt>
                <c:pt idx="163">
                  <c:v>1.5E-3</c:v>
                </c:pt>
                <c:pt idx="164">
                  <c:v>1.5E-3</c:v>
                </c:pt>
                <c:pt idx="165">
                  <c:v>2.5000000000000001E-3</c:v>
                </c:pt>
                <c:pt idx="166">
                  <c:v>5.0000000000000001E-4</c:v>
                </c:pt>
                <c:pt idx="167">
                  <c:v>1.5E-3</c:v>
                </c:pt>
                <c:pt idx="168">
                  <c:v>1.5E-3</c:v>
                </c:pt>
                <c:pt idx="169">
                  <c:v>5.0000000000000001E-4</c:v>
                </c:pt>
                <c:pt idx="170">
                  <c:v>1.5E-3</c:v>
                </c:pt>
                <c:pt idx="171">
                  <c:v>1.5E-3</c:v>
                </c:pt>
                <c:pt idx="172">
                  <c:v>-5.0000000000000001E-4</c:v>
                </c:pt>
                <c:pt idx="173">
                  <c:v>5.0000000000000001E-4</c:v>
                </c:pt>
                <c:pt idx="174">
                  <c:v>-5.0000000000000001E-4</c:v>
                </c:pt>
                <c:pt idx="175">
                  <c:v>5.0000000000000001E-4</c:v>
                </c:pt>
                <c:pt idx="176">
                  <c:v>1.5E-3</c:v>
                </c:pt>
                <c:pt idx="177">
                  <c:v>2.5000000000000001E-3</c:v>
                </c:pt>
                <c:pt idx="178">
                  <c:v>2.5000000000000001E-3</c:v>
                </c:pt>
                <c:pt idx="179">
                  <c:v>1.5E-3</c:v>
                </c:pt>
                <c:pt idx="180">
                  <c:v>5.0000000000000001E-4</c:v>
                </c:pt>
                <c:pt idx="181">
                  <c:v>5.0000000000000001E-4</c:v>
                </c:pt>
                <c:pt idx="182">
                  <c:v>5.0000000000000001E-4</c:v>
                </c:pt>
                <c:pt idx="183">
                  <c:v>-5.0000000000000001E-4</c:v>
                </c:pt>
                <c:pt idx="184">
                  <c:v>5.0000000000000001E-4</c:v>
                </c:pt>
                <c:pt idx="185">
                  <c:v>2.5000000000000001E-3</c:v>
                </c:pt>
                <c:pt idx="186">
                  <c:v>1.5E-3</c:v>
                </c:pt>
                <c:pt idx="187">
                  <c:v>5.0000000000000001E-4</c:v>
                </c:pt>
                <c:pt idx="188">
                  <c:v>5.0000000000000001E-4</c:v>
                </c:pt>
                <c:pt idx="189">
                  <c:v>5.0000000000000001E-4</c:v>
                </c:pt>
                <c:pt idx="190">
                  <c:v>1.5E-3</c:v>
                </c:pt>
                <c:pt idx="191">
                  <c:v>2.5000000000000001E-3</c:v>
                </c:pt>
                <c:pt idx="192">
                  <c:v>1.5E-3</c:v>
                </c:pt>
                <c:pt idx="193">
                  <c:v>1.5E-3</c:v>
                </c:pt>
                <c:pt idx="194">
                  <c:v>1.5E-3</c:v>
                </c:pt>
                <c:pt idx="195">
                  <c:v>1.5E-3</c:v>
                </c:pt>
                <c:pt idx="196">
                  <c:v>3.5000000000000001E-3</c:v>
                </c:pt>
                <c:pt idx="197">
                  <c:v>3.5000000000000001E-3</c:v>
                </c:pt>
                <c:pt idx="198">
                  <c:v>3.5000000000000001E-3</c:v>
                </c:pt>
                <c:pt idx="199">
                  <c:v>3.5000000000000001E-3</c:v>
                </c:pt>
                <c:pt idx="200">
                  <c:v>3.5000000000000001E-3</c:v>
                </c:pt>
                <c:pt idx="201">
                  <c:v>4.5000000000000005E-3</c:v>
                </c:pt>
                <c:pt idx="202">
                  <c:v>4.5000000000000005E-3</c:v>
                </c:pt>
                <c:pt idx="203">
                  <c:v>3.5000000000000001E-3</c:v>
                </c:pt>
                <c:pt idx="204">
                  <c:v>2.5000000000000001E-3</c:v>
                </c:pt>
                <c:pt idx="205">
                  <c:v>1.5E-3</c:v>
                </c:pt>
                <c:pt idx="206">
                  <c:v>2.5000000000000001E-3</c:v>
                </c:pt>
                <c:pt idx="207">
                  <c:v>1.5E-3</c:v>
                </c:pt>
                <c:pt idx="208">
                  <c:v>3.5000000000000001E-3</c:v>
                </c:pt>
                <c:pt idx="209">
                  <c:v>3.5000000000000001E-3</c:v>
                </c:pt>
                <c:pt idx="210">
                  <c:v>4.5000000000000005E-3</c:v>
                </c:pt>
                <c:pt idx="211">
                  <c:v>5.4999999999999997E-3</c:v>
                </c:pt>
                <c:pt idx="212">
                  <c:v>4.5000000000000005E-3</c:v>
                </c:pt>
                <c:pt idx="213">
                  <c:v>5.4999999999999997E-3</c:v>
                </c:pt>
                <c:pt idx="214">
                  <c:v>4.5000000000000005E-3</c:v>
                </c:pt>
                <c:pt idx="215">
                  <c:v>3.5000000000000001E-3</c:v>
                </c:pt>
                <c:pt idx="216">
                  <c:v>2.5000000000000001E-3</c:v>
                </c:pt>
                <c:pt idx="217">
                  <c:v>3.5000000000000001E-3</c:v>
                </c:pt>
                <c:pt idx="218">
                  <c:v>3.5000000000000001E-3</c:v>
                </c:pt>
                <c:pt idx="219">
                  <c:v>1.5E-3</c:v>
                </c:pt>
                <c:pt idx="220">
                  <c:v>1.5E-3</c:v>
                </c:pt>
                <c:pt idx="221">
                  <c:v>1.5E-3</c:v>
                </c:pt>
                <c:pt idx="222">
                  <c:v>1.5E-3</c:v>
                </c:pt>
                <c:pt idx="223">
                  <c:v>2.5000000000000001E-3</c:v>
                </c:pt>
                <c:pt idx="224">
                  <c:v>1.5E-3</c:v>
                </c:pt>
                <c:pt idx="225">
                  <c:v>1.5E-3</c:v>
                </c:pt>
                <c:pt idx="226">
                  <c:v>1.5E-3</c:v>
                </c:pt>
                <c:pt idx="227">
                  <c:v>1.5E-3</c:v>
                </c:pt>
                <c:pt idx="228">
                  <c:v>1.5E-3</c:v>
                </c:pt>
                <c:pt idx="229">
                  <c:v>3.5000000000000001E-3</c:v>
                </c:pt>
                <c:pt idx="230">
                  <c:v>2.5000000000000001E-3</c:v>
                </c:pt>
                <c:pt idx="231">
                  <c:v>4.5000000000000005E-3</c:v>
                </c:pt>
                <c:pt idx="232">
                  <c:v>3.5000000000000001E-3</c:v>
                </c:pt>
                <c:pt idx="233">
                  <c:v>3.5000000000000001E-3</c:v>
                </c:pt>
                <c:pt idx="234">
                  <c:v>2.5000000000000001E-3</c:v>
                </c:pt>
                <c:pt idx="235">
                  <c:v>2.5000000000000001E-3</c:v>
                </c:pt>
                <c:pt idx="236">
                  <c:v>1.5E-3</c:v>
                </c:pt>
                <c:pt idx="237">
                  <c:v>-5.0000000000000001E-4</c:v>
                </c:pt>
                <c:pt idx="238">
                  <c:v>1.5E-3</c:v>
                </c:pt>
                <c:pt idx="239">
                  <c:v>1.5E-3</c:v>
                </c:pt>
                <c:pt idx="240">
                  <c:v>1.5E-3</c:v>
                </c:pt>
                <c:pt idx="241">
                  <c:v>2.5000000000000001E-3</c:v>
                </c:pt>
                <c:pt idx="242">
                  <c:v>3.5000000000000001E-3</c:v>
                </c:pt>
                <c:pt idx="243">
                  <c:v>5.4999999999999997E-3</c:v>
                </c:pt>
                <c:pt idx="244">
                  <c:v>4.5000000000000005E-3</c:v>
                </c:pt>
                <c:pt idx="245">
                  <c:v>3.5000000000000001E-3</c:v>
                </c:pt>
                <c:pt idx="246">
                  <c:v>2.5000000000000001E-3</c:v>
                </c:pt>
                <c:pt idx="247">
                  <c:v>1.5E-3</c:v>
                </c:pt>
                <c:pt idx="248">
                  <c:v>3.5000000000000001E-3</c:v>
                </c:pt>
                <c:pt idx="249">
                  <c:v>1.5E-3</c:v>
                </c:pt>
                <c:pt idx="250">
                  <c:v>2.5000000000000001E-3</c:v>
                </c:pt>
                <c:pt idx="251">
                  <c:v>3.5000000000000001E-3</c:v>
                </c:pt>
                <c:pt idx="252">
                  <c:v>5.0000000000000001E-4</c:v>
                </c:pt>
                <c:pt idx="253">
                  <c:v>5.0000000000000001E-4</c:v>
                </c:pt>
                <c:pt idx="254">
                  <c:v>2.5000000000000001E-3</c:v>
                </c:pt>
                <c:pt idx="255">
                  <c:v>1.5E-3</c:v>
                </c:pt>
                <c:pt idx="256">
                  <c:v>4.5000000000000005E-3</c:v>
                </c:pt>
                <c:pt idx="257">
                  <c:v>3.5000000000000001E-3</c:v>
                </c:pt>
                <c:pt idx="258">
                  <c:v>5.4999999999999997E-3</c:v>
                </c:pt>
                <c:pt idx="259">
                  <c:v>4.5000000000000005E-3</c:v>
                </c:pt>
                <c:pt idx="260">
                  <c:v>5.4999999999999997E-3</c:v>
                </c:pt>
                <c:pt idx="261">
                  <c:v>3.5000000000000001E-3</c:v>
                </c:pt>
                <c:pt idx="262">
                  <c:v>1.5E-3</c:v>
                </c:pt>
                <c:pt idx="263">
                  <c:v>-5.0000000000000001E-4</c:v>
                </c:pt>
                <c:pt idx="264">
                  <c:v>2.5000000000000001E-3</c:v>
                </c:pt>
                <c:pt idx="265">
                  <c:v>4.5000000000000005E-3</c:v>
                </c:pt>
                <c:pt idx="266">
                  <c:v>2.5000000000000001E-3</c:v>
                </c:pt>
                <c:pt idx="267">
                  <c:v>4.5000000000000005E-3</c:v>
                </c:pt>
                <c:pt idx="268">
                  <c:v>3.5000000000000001E-3</c:v>
                </c:pt>
                <c:pt idx="269">
                  <c:v>5.0000000000000001E-4</c:v>
                </c:pt>
                <c:pt idx="270">
                  <c:v>3.5000000000000001E-3</c:v>
                </c:pt>
                <c:pt idx="271">
                  <c:v>4.5000000000000005E-3</c:v>
                </c:pt>
                <c:pt idx="272">
                  <c:v>5.0000000000000001E-4</c:v>
                </c:pt>
                <c:pt idx="273">
                  <c:v>2.5000000000000001E-3</c:v>
                </c:pt>
                <c:pt idx="274">
                  <c:v>3.5000000000000001E-3</c:v>
                </c:pt>
                <c:pt idx="275">
                  <c:v>3.5000000000000001E-3</c:v>
                </c:pt>
                <c:pt idx="276">
                  <c:v>3.5000000000000001E-3</c:v>
                </c:pt>
                <c:pt idx="277">
                  <c:v>6.4999999999999988E-3</c:v>
                </c:pt>
                <c:pt idx="278">
                  <c:v>7.4999999999999997E-3</c:v>
                </c:pt>
                <c:pt idx="279">
                  <c:v>1.5E-3</c:v>
                </c:pt>
                <c:pt idx="280">
                  <c:v>2.5000000000000001E-3</c:v>
                </c:pt>
                <c:pt idx="281">
                  <c:v>3.5000000000000001E-3</c:v>
                </c:pt>
                <c:pt idx="282">
                  <c:v>2.5000000000000001E-3</c:v>
                </c:pt>
                <c:pt idx="283">
                  <c:v>4.5000000000000005E-3</c:v>
                </c:pt>
                <c:pt idx="284">
                  <c:v>5.4999999999999997E-3</c:v>
                </c:pt>
                <c:pt idx="285">
                  <c:v>2.5000000000000001E-3</c:v>
                </c:pt>
                <c:pt idx="286">
                  <c:v>1.5E-3</c:v>
                </c:pt>
                <c:pt idx="287">
                  <c:v>2.5000000000000001E-3</c:v>
                </c:pt>
                <c:pt idx="288">
                  <c:v>2.5000000000000001E-3</c:v>
                </c:pt>
                <c:pt idx="289">
                  <c:v>3.5000000000000001E-3</c:v>
                </c:pt>
                <c:pt idx="290">
                  <c:v>1.5E-3</c:v>
                </c:pt>
                <c:pt idx="291">
                  <c:v>3.5000000000000001E-3</c:v>
                </c:pt>
                <c:pt idx="292">
                  <c:v>1.5E-3</c:v>
                </c:pt>
                <c:pt idx="293">
                  <c:v>1.5E-3</c:v>
                </c:pt>
                <c:pt idx="294">
                  <c:v>4.5000000000000005E-3</c:v>
                </c:pt>
                <c:pt idx="295">
                  <c:v>4.5000000000000005E-3</c:v>
                </c:pt>
                <c:pt idx="296">
                  <c:v>6.4999999999999988E-3</c:v>
                </c:pt>
                <c:pt idx="297">
                  <c:v>5.4999999999999997E-3</c:v>
                </c:pt>
                <c:pt idx="298">
                  <c:v>4.5000000000000005E-3</c:v>
                </c:pt>
                <c:pt idx="299">
                  <c:v>1.5E-3</c:v>
                </c:pt>
                <c:pt idx="300">
                  <c:v>-1.5E-3</c:v>
                </c:pt>
                <c:pt idx="301">
                  <c:v>1.5E-3</c:v>
                </c:pt>
                <c:pt idx="302">
                  <c:v>3.5000000000000001E-3</c:v>
                </c:pt>
                <c:pt idx="303">
                  <c:v>3.5000000000000001E-3</c:v>
                </c:pt>
                <c:pt idx="304">
                  <c:v>1.5E-3</c:v>
                </c:pt>
                <c:pt idx="305">
                  <c:v>2.5000000000000001E-3</c:v>
                </c:pt>
                <c:pt idx="306">
                  <c:v>6.4999999999999988E-3</c:v>
                </c:pt>
                <c:pt idx="307">
                  <c:v>2.5000000000000001E-3</c:v>
                </c:pt>
                <c:pt idx="308">
                  <c:v>5.4999999999999997E-3</c:v>
                </c:pt>
                <c:pt idx="309">
                  <c:v>2.5000000000000001E-3</c:v>
                </c:pt>
                <c:pt idx="310">
                  <c:v>1.5E-3</c:v>
                </c:pt>
                <c:pt idx="311">
                  <c:v>4.5000000000000005E-3</c:v>
                </c:pt>
                <c:pt idx="312">
                  <c:v>4.5000000000000005E-3</c:v>
                </c:pt>
                <c:pt idx="313">
                  <c:v>1.5E-3</c:v>
                </c:pt>
                <c:pt idx="314">
                  <c:v>5.4999999999999997E-3</c:v>
                </c:pt>
                <c:pt idx="315">
                  <c:v>5.4999999999999997E-3</c:v>
                </c:pt>
                <c:pt idx="316">
                  <c:v>5.4999999999999997E-3</c:v>
                </c:pt>
                <c:pt idx="317">
                  <c:v>6.4999999999999988E-3</c:v>
                </c:pt>
                <c:pt idx="318">
                  <c:v>3.5000000000000001E-3</c:v>
                </c:pt>
                <c:pt idx="319">
                  <c:v>3.5000000000000001E-3</c:v>
                </c:pt>
                <c:pt idx="320">
                  <c:v>4.5000000000000005E-3</c:v>
                </c:pt>
                <c:pt idx="321">
                  <c:v>3.5000000000000001E-3</c:v>
                </c:pt>
                <c:pt idx="322">
                  <c:v>6.4999999999999988E-3</c:v>
                </c:pt>
                <c:pt idx="323">
                  <c:v>5.4999999999999997E-3</c:v>
                </c:pt>
                <c:pt idx="324">
                  <c:v>5.0000000000000001E-4</c:v>
                </c:pt>
                <c:pt idx="325">
                  <c:v>1.5E-3</c:v>
                </c:pt>
                <c:pt idx="326">
                  <c:v>1.5E-3</c:v>
                </c:pt>
                <c:pt idx="327">
                  <c:v>1.5E-3</c:v>
                </c:pt>
                <c:pt idx="328">
                  <c:v>5.0000000000000001E-4</c:v>
                </c:pt>
                <c:pt idx="329">
                  <c:v>5.0000000000000001E-4</c:v>
                </c:pt>
                <c:pt idx="330">
                  <c:v>7.4999999999999997E-3</c:v>
                </c:pt>
                <c:pt idx="331">
                  <c:v>7.4999999999999997E-3</c:v>
                </c:pt>
                <c:pt idx="332">
                  <c:v>3.5000000000000001E-3</c:v>
                </c:pt>
                <c:pt idx="333">
                  <c:v>6.4999999999999988E-3</c:v>
                </c:pt>
                <c:pt idx="334">
                  <c:v>3.5000000000000001E-3</c:v>
                </c:pt>
                <c:pt idx="335">
                  <c:v>2.5000000000000001E-3</c:v>
                </c:pt>
                <c:pt idx="336">
                  <c:v>2.5000000000000001E-3</c:v>
                </c:pt>
                <c:pt idx="337">
                  <c:v>2.5000000000000001E-3</c:v>
                </c:pt>
                <c:pt idx="338">
                  <c:v>5.0000000000000001E-4</c:v>
                </c:pt>
                <c:pt idx="339">
                  <c:v>5.0000000000000001E-4</c:v>
                </c:pt>
                <c:pt idx="340">
                  <c:v>2.5000000000000001E-3</c:v>
                </c:pt>
                <c:pt idx="341">
                  <c:v>4.5000000000000005E-3</c:v>
                </c:pt>
                <c:pt idx="342">
                  <c:v>1.15E-2</c:v>
                </c:pt>
                <c:pt idx="343">
                  <c:v>8.4999999999999989E-3</c:v>
                </c:pt>
                <c:pt idx="344">
                  <c:v>3.5000000000000001E-3</c:v>
                </c:pt>
                <c:pt idx="345">
                  <c:v>5.0000000000000001E-4</c:v>
                </c:pt>
                <c:pt idx="346">
                  <c:v>4.5000000000000005E-3</c:v>
                </c:pt>
                <c:pt idx="347">
                  <c:v>5.0000000000000001E-4</c:v>
                </c:pt>
                <c:pt idx="348">
                  <c:v>1.5E-3</c:v>
                </c:pt>
                <c:pt idx="349">
                  <c:v>2.5000000000000001E-3</c:v>
                </c:pt>
                <c:pt idx="350">
                  <c:v>6.4999999999999988E-3</c:v>
                </c:pt>
                <c:pt idx="351">
                  <c:v>5.4999999999999997E-3</c:v>
                </c:pt>
                <c:pt idx="352">
                  <c:v>5.0000000000000001E-4</c:v>
                </c:pt>
                <c:pt idx="353">
                  <c:v>1.5E-3</c:v>
                </c:pt>
                <c:pt idx="354">
                  <c:v>3.5000000000000001E-3</c:v>
                </c:pt>
                <c:pt idx="355">
                  <c:v>6.4999999999999988E-3</c:v>
                </c:pt>
                <c:pt idx="356">
                  <c:v>3.5000000000000001E-3</c:v>
                </c:pt>
                <c:pt idx="357">
                  <c:v>5.4999999999999997E-3</c:v>
                </c:pt>
                <c:pt idx="358">
                  <c:v>4.5000000000000005E-3</c:v>
                </c:pt>
                <c:pt idx="359">
                  <c:v>4.5000000000000005E-3</c:v>
                </c:pt>
                <c:pt idx="360">
                  <c:v>2.5000000000000001E-3</c:v>
                </c:pt>
                <c:pt idx="361">
                  <c:v>3.5000000000000001E-3</c:v>
                </c:pt>
                <c:pt idx="362">
                  <c:v>1.5E-3</c:v>
                </c:pt>
                <c:pt idx="363">
                  <c:v>2.5000000000000001E-3</c:v>
                </c:pt>
                <c:pt idx="364">
                  <c:v>6.4999999999999988E-3</c:v>
                </c:pt>
                <c:pt idx="365">
                  <c:v>5.4999999999999997E-3</c:v>
                </c:pt>
                <c:pt idx="366">
                  <c:v>2.5000000000000001E-3</c:v>
                </c:pt>
                <c:pt idx="367">
                  <c:v>5.4999999999999997E-3</c:v>
                </c:pt>
                <c:pt idx="368">
                  <c:v>5.4999999999999997E-3</c:v>
                </c:pt>
                <c:pt idx="369">
                  <c:v>6.4999999999999988E-3</c:v>
                </c:pt>
                <c:pt idx="370">
                  <c:v>7.4999999999999997E-3</c:v>
                </c:pt>
                <c:pt idx="371">
                  <c:v>8.4999999999999989E-3</c:v>
                </c:pt>
                <c:pt idx="372">
                  <c:v>4.5000000000000005E-3</c:v>
                </c:pt>
                <c:pt idx="373">
                  <c:v>3.5000000000000001E-3</c:v>
                </c:pt>
                <c:pt idx="374">
                  <c:v>8.4999999999999989E-3</c:v>
                </c:pt>
                <c:pt idx="375">
                  <c:v>5.4999999999999997E-3</c:v>
                </c:pt>
                <c:pt idx="376">
                  <c:v>7.4999999999999997E-3</c:v>
                </c:pt>
                <c:pt idx="377">
                  <c:v>5.4999999999999997E-3</c:v>
                </c:pt>
                <c:pt idx="378">
                  <c:v>3.5000000000000001E-3</c:v>
                </c:pt>
                <c:pt idx="379">
                  <c:v>3.5000000000000001E-3</c:v>
                </c:pt>
                <c:pt idx="380">
                  <c:v>1.5E-3</c:v>
                </c:pt>
                <c:pt idx="381">
                  <c:v>2.5000000000000001E-3</c:v>
                </c:pt>
                <c:pt idx="382">
                  <c:v>4.5000000000000005E-3</c:v>
                </c:pt>
                <c:pt idx="383">
                  <c:v>5.4999999999999997E-3</c:v>
                </c:pt>
                <c:pt idx="384">
                  <c:v>5.4999999999999997E-3</c:v>
                </c:pt>
                <c:pt idx="385">
                  <c:v>1.0499999999999999E-2</c:v>
                </c:pt>
                <c:pt idx="386">
                  <c:v>1.5E-3</c:v>
                </c:pt>
                <c:pt idx="387">
                  <c:v>1.5E-3</c:v>
                </c:pt>
                <c:pt idx="388">
                  <c:v>8.4999999999999989E-3</c:v>
                </c:pt>
                <c:pt idx="389">
                  <c:v>1.15E-2</c:v>
                </c:pt>
                <c:pt idx="390">
                  <c:v>5.0000000000000001E-4</c:v>
                </c:pt>
                <c:pt idx="391">
                  <c:v>2.5000000000000001E-3</c:v>
                </c:pt>
                <c:pt idx="392">
                  <c:v>1.5E-3</c:v>
                </c:pt>
                <c:pt idx="393">
                  <c:v>1.5E-3</c:v>
                </c:pt>
                <c:pt idx="394">
                  <c:v>2.5000000000000001E-3</c:v>
                </c:pt>
                <c:pt idx="395">
                  <c:v>6.4999999999999988E-3</c:v>
                </c:pt>
                <c:pt idx="396">
                  <c:v>-2.5000000000000001E-3</c:v>
                </c:pt>
                <c:pt idx="397">
                  <c:v>5.4999999999999997E-3</c:v>
                </c:pt>
                <c:pt idx="398">
                  <c:v>9.4999999999999998E-3</c:v>
                </c:pt>
                <c:pt idx="399">
                  <c:v>6.4999999999999988E-3</c:v>
                </c:pt>
                <c:pt idx="400">
                  <c:v>7.4999999999999997E-3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98-4458-A323-3849D7314867}"/>
            </c:ext>
          </c:extLst>
        </c:ser>
        <c:ser>
          <c:idx val="1"/>
          <c:order val="1"/>
          <c:tx>
            <c:strRef>
              <c:f>'Baseline Corrections'!$AD$3</c:f>
              <c:strCache>
                <c:ptCount val="1"/>
                <c:pt idx="0">
                  <c:v>Bleach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Corrections'!$AD$4:$AD$404</c:f>
              <c:numCache>
                <c:formatCode>General</c:formatCode>
                <c:ptCount val="401"/>
                <c:pt idx="0">
                  <c:v>5.2499999999999998E-2</c:v>
                </c:pt>
                <c:pt idx="1">
                  <c:v>4.1499999999999995E-2</c:v>
                </c:pt>
                <c:pt idx="2">
                  <c:v>3.7499999999999999E-2</c:v>
                </c:pt>
                <c:pt idx="3">
                  <c:v>4.2499999999999996E-2</c:v>
                </c:pt>
                <c:pt idx="4">
                  <c:v>3.85E-2</c:v>
                </c:pt>
                <c:pt idx="5">
                  <c:v>4.1499999999999995E-2</c:v>
                </c:pt>
                <c:pt idx="6">
                  <c:v>4.4499999999999998E-2</c:v>
                </c:pt>
                <c:pt idx="7">
                  <c:v>4.9499999999999995E-2</c:v>
                </c:pt>
                <c:pt idx="8">
                  <c:v>4.0499999999999994E-2</c:v>
                </c:pt>
                <c:pt idx="9">
                  <c:v>4.65E-2</c:v>
                </c:pt>
                <c:pt idx="10">
                  <c:v>4.4499999999999998E-2</c:v>
                </c:pt>
                <c:pt idx="11">
                  <c:v>4.7499999999999994E-2</c:v>
                </c:pt>
                <c:pt idx="12">
                  <c:v>4.9499999999999995E-2</c:v>
                </c:pt>
                <c:pt idx="13">
                  <c:v>3.2499999999999994E-2</c:v>
                </c:pt>
                <c:pt idx="14">
                  <c:v>3.2499999999999994E-2</c:v>
                </c:pt>
                <c:pt idx="15">
                  <c:v>2.6499999999999999E-2</c:v>
                </c:pt>
                <c:pt idx="16">
                  <c:v>2.2499999999999999E-2</c:v>
                </c:pt>
                <c:pt idx="17">
                  <c:v>3.0500000000000003E-2</c:v>
                </c:pt>
                <c:pt idx="18">
                  <c:v>3.15E-2</c:v>
                </c:pt>
                <c:pt idx="19">
                  <c:v>3.2499999999999994E-2</c:v>
                </c:pt>
                <c:pt idx="20">
                  <c:v>3.0500000000000003E-2</c:v>
                </c:pt>
                <c:pt idx="21">
                  <c:v>3.0500000000000003E-2</c:v>
                </c:pt>
                <c:pt idx="22">
                  <c:v>2.8500000000000001E-2</c:v>
                </c:pt>
                <c:pt idx="23">
                  <c:v>2.8500000000000001E-2</c:v>
                </c:pt>
                <c:pt idx="24">
                  <c:v>2.4500000000000001E-2</c:v>
                </c:pt>
                <c:pt idx="25">
                  <c:v>2.6499999999999999E-2</c:v>
                </c:pt>
                <c:pt idx="26">
                  <c:v>2.75E-2</c:v>
                </c:pt>
                <c:pt idx="27">
                  <c:v>3.2499999999999994E-2</c:v>
                </c:pt>
                <c:pt idx="28">
                  <c:v>3.4499999999999996E-2</c:v>
                </c:pt>
                <c:pt idx="29">
                  <c:v>3.4499999999999996E-2</c:v>
                </c:pt>
                <c:pt idx="30">
                  <c:v>3.15E-2</c:v>
                </c:pt>
                <c:pt idx="31">
                  <c:v>2.4500000000000001E-2</c:v>
                </c:pt>
                <c:pt idx="32">
                  <c:v>2.2499999999999999E-2</c:v>
                </c:pt>
                <c:pt idx="33">
                  <c:v>2.6499999999999999E-2</c:v>
                </c:pt>
                <c:pt idx="34">
                  <c:v>2.6499999999999999E-2</c:v>
                </c:pt>
                <c:pt idx="35">
                  <c:v>2.35E-2</c:v>
                </c:pt>
                <c:pt idx="36">
                  <c:v>3.0500000000000003E-2</c:v>
                </c:pt>
                <c:pt idx="37">
                  <c:v>3.3499999999999995E-2</c:v>
                </c:pt>
                <c:pt idx="38">
                  <c:v>3.0500000000000003E-2</c:v>
                </c:pt>
                <c:pt idx="39">
                  <c:v>2.75E-2</c:v>
                </c:pt>
                <c:pt idx="40">
                  <c:v>2.8500000000000001E-2</c:v>
                </c:pt>
                <c:pt idx="41">
                  <c:v>3.2499999999999994E-2</c:v>
                </c:pt>
                <c:pt idx="42">
                  <c:v>3.15E-2</c:v>
                </c:pt>
                <c:pt idx="43">
                  <c:v>2.9500000000000002E-2</c:v>
                </c:pt>
                <c:pt idx="44">
                  <c:v>2.9500000000000002E-2</c:v>
                </c:pt>
                <c:pt idx="45">
                  <c:v>2.9500000000000002E-2</c:v>
                </c:pt>
                <c:pt idx="46">
                  <c:v>2.75E-2</c:v>
                </c:pt>
                <c:pt idx="47">
                  <c:v>2.4500000000000001E-2</c:v>
                </c:pt>
                <c:pt idx="48">
                  <c:v>2.5500000000000002E-2</c:v>
                </c:pt>
                <c:pt idx="49">
                  <c:v>2.5500000000000002E-2</c:v>
                </c:pt>
                <c:pt idx="50">
                  <c:v>2.1500000000000002E-2</c:v>
                </c:pt>
                <c:pt idx="51">
                  <c:v>2.2499999999999999E-2</c:v>
                </c:pt>
                <c:pt idx="52">
                  <c:v>2.5500000000000002E-2</c:v>
                </c:pt>
                <c:pt idx="53">
                  <c:v>3.0500000000000003E-2</c:v>
                </c:pt>
                <c:pt idx="54">
                  <c:v>2.2499999999999999E-2</c:v>
                </c:pt>
                <c:pt idx="55">
                  <c:v>2.4500000000000001E-2</c:v>
                </c:pt>
                <c:pt idx="56">
                  <c:v>2.5500000000000002E-2</c:v>
                </c:pt>
                <c:pt idx="57">
                  <c:v>2.2499999999999999E-2</c:v>
                </c:pt>
                <c:pt idx="58">
                  <c:v>2.1500000000000002E-2</c:v>
                </c:pt>
                <c:pt idx="59">
                  <c:v>1.8499999999999999E-2</c:v>
                </c:pt>
                <c:pt idx="60">
                  <c:v>1.8499999999999999E-2</c:v>
                </c:pt>
                <c:pt idx="61">
                  <c:v>1.6500000000000001E-2</c:v>
                </c:pt>
                <c:pt idx="62">
                  <c:v>1.15E-2</c:v>
                </c:pt>
                <c:pt idx="63">
                  <c:v>1.55E-2</c:v>
                </c:pt>
                <c:pt idx="64">
                  <c:v>1.6500000000000001E-2</c:v>
                </c:pt>
                <c:pt idx="65">
                  <c:v>1.6500000000000001E-2</c:v>
                </c:pt>
                <c:pt idx="66">
                  <c:v>1.55E-2</c:v>
                </c:pt>
                <c:pt idx="67">
                  <c:v>1.6500000000000001E-2</c:v>
                </c:pt>
                <c:pt idx="68">
                  <c:v>1.55E-2</c:v>
                </c:pt>
                <c:pt idx="69">
                  <c:v>1.2500000000000001E-2</c:v>
                </c:pt>
                <c:pt idx="70">
                  <c:v>1.15E-2</c:v>
                </c:pt>
                <c:pt idx="71">
                  <c:v>1.4499999999999999E-2</c:v>
                </c:pt>
                <c:pt idx="72">
                  <c:v>1.3500000000000002E-2</c:v>
                </c:pt>
                <c:pt idx="73">
                  <c:v>1.3500000000000002E-2</c:v>
                </c:pt>
                <c:pt idx="74">
                  <c:v>1.3500000000000002E-2</c:v>
                </c:pt>
                <c:pt idx="75">
                  <c:v>1.0500000000000001E-2</c:v>
                </c:pt>
                <c:pt idx="76">
                  <c:v>1.15E-2</c:v>
                </c:pt>
                <c:pt idx="77">
                  <c:v>1.15E-2</c:v>
                </c:pt>
                <c:pt idx="78">
                  <c:v>1.15E-2</c:v>
                </c:pt>
                <c:pt idx="79">
                  <c:v>1.15E-2</c:v>
                </c:pt>
                <c:pt idx="80">
                  <c:v>8.5000000000000006E-3</c:v>
                </c:pt>
                <c:pt idx="81">
                  <c:v>9.4999999999999998E-3</c:v>
                </c:pt>
                <c:pt idx="82">
                  <c:v>1.2500000000000001E-2</c:v>
                </c:pt>
                <c:pt idx="83">
                  <c:v>8.5000000000000006E-3</c:v>
                </c:pt>
                <c:pt idx="84">
                  <c:v>7.4999999999999997E-3</c:v>
                </c:pt>
                <c:pt idx="85">
                  <c:v>1.0500000000000001E-2</c:v>
                </c:pt>
                <c:pt idx="86">
                  <c:v>8.5000000000000006E-3</c:v>
                </c:pt>
                <c:pt idx="87">
                  <c:v>1.0500000000000001E-2</c:v>
                </c:pt>
                <c:pt idx="88">
                  <c:v>1.15E-2</c:v>
                </c:pt>
                <c:pt idx="89">
                  <c:v>8.5000000000000006E-3</c:v>
                </c:pt>
                <c:pt idx="90">
                  <c:v>7.4999999999999997E-3</c:v>
                </c:pt>
                <c:pt idx="91">
                  <c:v>5.4999999999999997E-3</c:v>
                </c:pt>
                <c:pt idx="92">
                  <c:v>6.5000000000000006E-3</c:v>
                </c:pt>
                <c:pt idx="93">
                  <c:v>8.5000000000000006E-3</c:v>
                </c:pt>
                <c:pt idx="94">
                  <c:v>1.15E-2</c:v>
                </c:pt>
                <c:pt idx="95">
                  <c:v>9.4999999999999998E-3</c:v>
                </c:pt>
                <c:pt idx="96">
                  <c:v>1.0500000000000001E-2</c:v>
                </c:pt>
                <c:pt idx="97">
                  <c:v>1.0500000000000001E-2</c:v>
                </c:pt>
                <c:pt idx="98">
                  <c:v>8.5000000000000006E-3</c:v>
                </c:pt>
                <c:pt idx="99">
                  <c:v>8.5000000000000006E-3</c:v>
                </c:pt>
                <c:pt idx="100">
                  <c:v>7.4999999999999997E-3</c:v>
                </c:pt>
                <c:pt idx="101">
                  <c:v>7.4999999999999997E-3</c:v>
                </c:pt>
                <c:pt idx="102">
                  <c:v>8.5000000000000006E-3</c:v>
                </c:pt>
                <c:pt idx="103">
                  <c:v>5.4999999999999997E-3</c:v>
                </c:pt>
                <c:pt idx="104">
                  <c:v>5.4999999999999997E-3</c:v>
                </c:pt>
                <c:pt idx="105">
                  <c:v>9.4999999999999998E-3</c:v>
                </c:pt>
                <c:pt idx="106">
                  <c:v>7.4999999999999997E-3</c:v>
                </c:pt>
                <c:pt idx="107">
                  <c:v>5.4999999999999997E-3</c:v>
                </c:pt>
                <c:pt idx="108">
                  <c:v>5.4999999999999997E-3</c:v>
                </c:pt>
                <c:pt idx="109">
                  <c:v>5.4999999999999997E-3</c:v>
                </c:pt>
                <c:pt idx="110">
                  <c:v>5.4999999999999997E-3</c:v>
                </c:pt>
                <c:pt idx="111">
                  <c:v>3.5000000000000001E-3</c:v>
                </c:pt>
                <c:pt idx="112">
                  <c:v>2.5000000000000001E-3</c:v>
                </c:pt>
                <c:pt idx="113">
                  <c:v>4.5000000000000005E-3</c:v>
                </c:pt>
                <c:pt idx="114">
                  <c:v>4.5000000000000005E-3</c:v>
                </c:pt>
                <c:pt idx="115">
                  <c:v>5.4999999999999997E-3</c:v>
                </c:pt>
                <c:pt idx="116">
                  <c:v>6.5000000000000006E-3</c:v>
                </c:pt>
                <c:pt idx="117">
                  <c:v>5.4999999999999997E-3</c:v>
                </c:pt>
                <c:pt idx="118">
                  <c:v>4.5000000000000005E-3</c:v>
                </c:pt>
                <c:pt idx="119">
                  <c:v>4.5000000000000005E-3</c:v>
                </c:pt>
                <c:pt idx="120">
                  <c:v>-5.0000000000000001E-4</c:v>
                </c:pt>
                <c:pt idx="121">
                  <c:v>5.0000000000000001E-4</c:v>
                </c:pt>
                <c:pt idx="122">
                  <c:v>2.5000000000000001E-3</c:v>
                </c:pt>
                <c:pt idx="123">
                  <c:v>4.5000000000000005E-3</c:v>
                </c:pt>
                <c:pt idx="124">
                  <c:v>3.5000000000000001E-3</c:v>
                </c:pt>
                <c:pt idx="125">
                  <c:v>3.5000000000000001E-3</c:v>
                </c:pt>
                <c:pt idx="126">
                  <c:v>1.5E-3</c:v>
                </c:pt>
                <c:pt idx="127">
                  <c:v>2.5000000000000001E-3</c:v>
                </c:pt>
                <c:pt idx="128">
                  <c:v>5.4999999999999997E-3</c:v>
                </c:pt>
                <c:pt idx="129">
                  <c:v>4.5000000000000005E-3</c:v>
                </c:pt>
                <c:pt idx="130">
                  <c:v>3.5000000000000001E-3</c:v>
                </c:pt>
                <c:pt idx="131">
                  <c:v>2.5000000000000001E-3</c:v>
                </c:pt>
                <c:pt idx="132">
                  <c:v>2.5000000000000001E-3</c:v>
                </c:pt>
                <c:pt idx="133">
                  <c:v>4.5000000000000005E-3</c:v>
                </c:pt>
                <c:pt idx="134">
                  <c:v>3.5000000000000001E-3</c:v>
                </c:pt>
                <c:pt idx="135">
                  <c:v>3.5000000000000001E-3</c:v>
                </c:pt>
                <c:pt idx="136">
                  <c:v>5.0000000000000001E-4</c:v>
                </c:pt>
                <c:pt idx="137">
                  <c:v>1.5E-3</c:v>
                </c:pt>
                <c:pt idx="138">
                  <c:v>2.5000000000000001E-3</c:v>
                </c:pt>
                <c:pt idx="139">
                  <c:v>2.5000000000000001E-3</c:v>
                </c:pt>
                <c:pt idx="140">
                  <c:v>1.5E-3</c:v>
                </c:pt>
                <c:pt idx="141">
                  <c:v>1.5E-3</c:v>
                </c:pt>
                <c:pt idx="142">
                  <c:v>2.5000000000000001E-3</c:v>
                </c:pt>
                <c:pt idx="143">
                  <c:v>5.0000000000000001E-4</c:v>
                </c:pt>
                <c:pt idx="144">
                  <c:v>5.0000000000000001E-4</c:v>
                </c:pt>
                <c:pt idx="145">
                  <c:v>5.0000000000000001E-4</c:v>
                </c:pt>
                <c:pt idx="146">
                  <c:v>-5.0000000000000001E-4</c:v>
                </c:pt>
                <c:pt idx="147">
                  <c:v>5.0000000000000001E-4</c:v>
                </c:pt>
                <c:pt idx="148">
                  <c:v>-5.0000000000000001E-4</c:v>
                </c:pt>
                <c:pt idx="149">
                  <c:v>1.5E-3</c:v>
                </c:pt>
                <c:pt idx="150">
                  <c:v>-5.0000000000000001E-4</c:v>
                </c:pt>
                <c:pt idx="151">
                  <c:v>-5.0000000000000001E-4</c:v>
                </c:pt>
                <c:pt idx="152">
                  <c:v>-5.0000000000000001E-4</c:v>
                </c:pt>
                <c:pt idx="153">
                  <c:v>5.0000000000000001E-4</c:v>
                </c:pt>
                <c:pt idx="154">
                  <c:v>5.0000000000000001E-4</c:v>
                </c:pt>
                <c:pt idx="155">
                  <c:v>5.0000000000000001E-4</c:v>
                </c:pt>
                <c:pt idx="156">
                  <c:v>-5.0000000000000001E-4</c:v>
                </c:pt>
                <c:pt idx="157">
                  <c:v>-1.5E-3</c:v>
                </c:pt>
                <c:pt idx="158">
                  <c:v>5.0000000000000001E-4</c:v>
                </c:pt>
                <c:pt idx="159">
                  <c:v>-5.0000000000000001E-4</c:v>
                </c:pt>
                <c:pt idx="160">
                  <c:v>-1.5E-3</c:v>
                </c:pt>
                <c:pt idx="161">
                  <c:v>-5.0000000000000001E-4</c:v>
                </c:pt>
                <c:pt idx="162">
                  <c:v>-5.0000000000000001E-4</c:v>
                </c:pt>
                <c:pt idx="163">
                  <c:v>-5.0000000000000001E-4</c:v>
                </c:pt>
                <c:pt idx="164">
                  <c:v>-5.0000000000000001E-4</c:v>
                </c:pt>
                <c:pt idx="165">
                  <c:v>-5.0000000000000001E-4</c:v>
                </c:pt>
                <c:pt idx="166">
                  <c:v>-5.0000000000000001E-4</c:v>
                </c:pt>
                <c:pt idx="167">
                  <c:v>-5.0000000000000001E-4</c:v>
                </c:pt>
                <c:pt idx="168">
                  <c:v>1.5E-3</c:v>
                </c:pt>
                <c:pt idx="169">
                  <c:v>-5.0000000000000001E-4</c:v>
                </c:pt>
                <c:pt idx="170">
                  <c:v>-2.5000000000000001E-3</c:v>
                </c:pt>
                <c:pt idx="171">
                  <c:v>-2.5000000000000001E-3</c:v>
                </c:pt>
                <c:pt idx="172">
                  <c:v>-3.5000000000000001E-3</c:v>
                </c:pt>
                <c:pt idx="173">
                  <c:v>-3.5000000000000001E-3</c:v>
                </c:pt>
                <c:pt idx="174">
                  <c:v>-1.5E-3</c:v>
                </c:pt>
                <c:pt idx="175">
                  <c:v>-5.0000000000000001E-4</c:v>
                </c:pt>
                <c:pt idx="176">
                  <c:v>-1.5E-3</c:v>
                </c:pt>
                <c:pt idx="177">
                  <c:v>-5.0000000000000001E-4</c:v>
                </c:pt>
                <c:pt idx="178">
                  <c:v>-5.0000000000000001E-4</c:v>
                </c:pt>
                <c:pt idx="179">
                  <c:v>-5.0000000000000001E-4</c:v>
                </c:pt>
                <c:pt idx="180">
                  <c:v>-1.5E-3</c:v>
                </c:pt>
                <c:pt idx="181">
                  <c:v>-1.5E-3</c:v>
                </c:pt>
                <c:pt idx="182">
                  <c:v>5.0000000000000001E-4</c:v>
                </c:pt>
                <c:pt idx="183">
                  <c:v>-1.5E-3</c:v>
                </c:pt>
                <c:pt idx="184">
                  <c:v>-2.5000000000000001E-3</c:v>
                </c:pt>
                <c:pt idx="185">
                  <c:v>-5.0000000000000001E-4</c:v>
                </c:pt>
                <c:pt idx="186">
                  <c:v>-5.0000000000000001E-4</c:v>
                </c:pt>
                <c:pt idx="187">
                  <c:v>-1.5E-3</c:v>
                </c:pt>
                <c:pt idx="188">
                  <c:v>-2.5000000000000001E-3</c:v>
                </c:pt>
                <c:pt idx="189">
                  <c:v>-2.5000000000000001E-3</c:v>
                </c:pt>
                <c:pt idx="190">
                  <c:v>-2.5000000000000001E-3</c:v>
                </c:pt>
                <c:pt idx="191">
                  <c:v>-1.5E-3</c:v>
                </c:pt>
                <c:pt idx="192">
                  <c:v>-1.5E-3</c:v>
                </c:pt>
                <c:pt idx="193">
                  <c:v>-1.5E-3</c:v>
                </c:pt>
                <c:pt idx="194">
                  <c:v>-5.0000000000000001E-4</c:v>
                </c:pt>
                <c:pt idx="195">
                  <c:v>-1.5E-3</c:v>
                </c:pt>
                <c:pt idx="196">
                  <c:v>-5.0000000000000001E-4</c:v>
                </c:pt>
                <c:pt idx="197">
                  <c:v>-5.0000000000000001E-4</c:v>
                </c:pt>
                <c:pt idx="198">
                  <c:v>5.0000000000000001E-4</c:v>
                </c:pt>
                <c:pt idx="199">
                  <c:v>-2.5000000000000001E-3</c:v>
                </c:pt>
                <c:pt idx="200">
                  <c:v>-1.5E-3</c:v>
                </c:pt>
                <c:pt idx="201">
                  <c:v>-5.0000000000000001E-4</c:v>
                </c:pt>
                <c:pt idx="202">
                  <c:v>5.0000000000000001E-4</c:v>
                </c:pt>
                <c:pt idx="203">
                  <c:v>-1.5E-3</c:v>
                </c:pt>
                <c:pt idx="204">
                  <c:v>-5.0000000000000001E-4</c:v>
                </c:pt>
                <c:pt idx="205">
                  <c:v>-2.5000000000000001E-3</c:v>
                </c:pt>
                <c:pt idx="206">
                  <c:v>-5.0000000000000001E-4</c:v>
                </c:pt>
                <c:pt idx="207">
                  <c:v>-1.5E-3</c:v>
                </c:pt>
                <c:pt idx="208">
                  <c:v>5.0000000000000001E-4</c:v>
                </c:pt>
                <c:pt idx="209">
                  <c:v>-5.0000000000000001E-4</c:v>
                </c:pt>
                <c:pt idx="210">
                  <c:v>5.0000000000000001E-4</c:v>
                </c:pt>
                <c:pt idx="211">
                  <c:v>2.5000000000000001E-3</c:v>
                </c:pt>
                <c:pt idx="212">
                  <c:v>-5.0000000000000001E-4</c:v>
                </c:pt>
                <c:pt idx="213">
                  <c:v>5.0000000000000001E-4</c:v>
                </c:pt>
                <c:pt idx="214">
                  <c:v>5.0000000000000001E-4</c:v>
                </c:pt>
                <c:pt idx="215">
                  <c:v>-5.0000000000000001E-4</c:v>
                </c:pt>
                <c:pt idx="216">
                  <c:v>-2.5000000000000001E-3</c:v>
                </c:pt>
                <c:pt idx="217">
                  <c:v>-5.0000000000000001E-4</c:v>
                </c:pt>
                <c:pt idx="218">
                  <c:v>-5.0000000000000001E-4</c:v>
                </c:pt>
                <c:pt idx="219">
                  <c:v>-5.0000000000000001E-4</c:v>
                </c:pt>
                <c:pt idx="220">
                  <c:v>-1.5E-3</c:v>
                </c:pt>
                <c:pt idx="221">
                  <c:v>-2.5000000000000001E-3</c:v>
                </c:pt>
                <c:pt idx="222">
                  <c:v>-5.0000000000000001E-4</c:v>
                </c:pt>
                <c:pt idx="223">
                  <c:v>5.0000000000000001E-4</c:v>
                </c:pt>
                <c:pt idx="224">
                  <c:v>-5.0000000000000001E-4</c:v>
                </c:pt>
                <c:pt idx="225">
                  <c:v>-5.0000000000000001E-4</c:v>
                </c:pt>
                <c:pt idx="226">
                  <c:v>-1.5E-3</c:v>
                </c:pt>
                <c:pt idx="227">
                  <c:v>-5.0000000000000001E-4</c:v>
                </c:pt>
                <c:pt idx="228">
                  <c:v>5.0000000000000001E-4</c:v>
                </c:pt>
                <c:pt idx="229">
                  <c:v>1.5E-3</c:v>
                </c:pt>
                <c:pt idx="230">
                  <c:v>5.0000000000000001E-4</c:v>
                </c:pt>
                <c:pt idx="231">
                  <c:v>-5.0000000000000001E-4</c:v>
                </c:pt>
                <c:pt idx="232">
                  <c:v>-5.0000000000000001E-4</c:v>
                </c:pt>
                <c:pt idx="233">
                  <c:v>-5.0000000000000001E-4</c:v>
                </c:pt>
                <c:pt idx="234">
                  <c:v>5.0000000000000001E-4</c:v>
                </c:pt>
                <c:pt idx="235">
                  <c:v>5.0000000000000001E-4</c:v>
                </c:pt>
                <c:pt idx="236">
                  <c:v>-1.5E-3</c:v>
                </c:pt>
                <c:pt idx="237">
                  <c:v>-2.5000000000000001E-3</c:v>
                </c:pt>
                <c:pt idx="238">
                  <c:v>-5.0000000000000001E-4</c:v>
                </c:pt>
                <c:pt idx="239">
                  <c:v>1.5E-3</c:v>
                </c:pt>
                <c:pt idx="240">
                  <c:v>-1.5E-3</c:v>
                </c:pt>
                <c:pt idx="241">
                  <c:v>5.0000000000000001E-4</c:v>
                </c:pt>
                <c:pt idx="242">
                  <c:v>-5.0000000000000001E-4</c:v>
                </c:pt>
                <c:pt idx="243">
                  <c:v>1.5E-3</c:v>
                </c:pt>
                <c:pt idx="244">
                  <c:v>1.5E-3</c:v>
                </c:pt>
                <c:pt idx="245">
                  <c:v>-1.5E-3</c:v>
                </c:pt>
                <c:pt idx="246">
                  <c:v>-2.5000000000000001E-3</c:v>
                </c:pt>
                <c:pt idx="247">
                  <c:v>-1.5E-3</c:v>
                </c:pt>
                <c:pt idx="248">
                  <c:v>-5.0000000000000001E-4</c:v>
                </c:pt>
                <c:pt idx="249">
                  <c:v>-5.0000000000000001E-4</c:v>
                </c:pt>
                <c:pt idx="250">
                  <c:v>5.0000000000000001E-4</c:v>
                </c:pt>
                <c:pt idx="251">
                  <c:v>5.0000000000000001E-4</c:v>
                </c:pt>
                <c:pt idx="252">
                  <c:v>5.0000000000000001E-4</c:v>
                </c:pt>
                <c:pt idx="253">
                  <c:v>-2.5000000000000001E-3</c:v>
                </c:pt>
                <c:pt idx="254">
                  <c:v>-5.0000000000000001E-4</c:v>
                </c:pt>
                <c:pt idx="255">
                  <c:v>-2.5000000000000001E-3</c:v>
                </c:pt>
                <c:pt idx="256">
                  <c:v>5.0000000000000001E-4</c:v>
                </c:pt>
                <c:pt idx="257">
                  <c:v>-5.0000000000000001E-4</c:v>
                </c:pt>
                <c:pt idx="258">
                  <c:v>5.0000000000000001E-4</c:v>
                </c:pt>
                <c:pt idx="259">
                  <c:v>5.0000000000000001E-4</c:v>
                </c:pt>
                <c:pt idx="260">
                  <c:v>-5.0000000000000001E-4</c:v>
                </c:pt>
                <c:pt idx="261">
                  <c:v>-5.0000000000000001E-4</c:v>
                </c:pt>
                <c:pt idx="262">
                  <c:v>-1.5E-3</c:v>
                </c:pt>
                <c:pt idx="263">
                  <c:v>-4.5000000000000005E-3</c:v>
                </c:pt>
                <c:pt idx="264">
                  <c:v>-2.5000000000000001E-3</c:v>
                </c:pt>
                <c:pt idx="265">
                  <c:v>-5.0000000000000001E-4</c:v>
                </c:pt>
                <c:pt idx="266">
                  <c:v>-1.5E-3</c:v>
                </c:pt>
                <c:pt idx="267">
                  <c:v>-2.5000000000000001E-3</c:v>
                </c:pt>
                <c:pt idx="268">
                  <c:v>-5.0000000000000001E-4</c:v>
                </c:pt>
                <c:pt idx="269">
                  <c:v>-1.5E-3</c:v>
                </c:pt>
                <c:pt idx="270">
                  <c:v>-1.5E-3</c:v>
                </c:pt>
                <c:pt idx="271">
                  <c:v>1.5E-3</c:v>
                </c:pt>
                <c:pt idx="272">
                  <c:v>-1.5E-3</c:v>
                </c:pt>
                <c:pt idx="273">
                  <c:v>5.0000000000000001E-4</c:v>
                </c:pt>
                <c:pt idx="274">
                  <c:v>-5.0000000000000001E-4</c:v>
                </c:pt>
                <c:pt idx="275">
                  <c:v>-2.5000000000000001E-3</c:v>
                </c:pt>
                <c:pt idx="276">
                  <c:v>-2.5000000000000001E-3</c:v>
                </c:pt>
                <c:pt idx="277">
                  <c:v>-5.0000000000000001E-4</c:v>
                </c:pt>
                <c:pt idx="278">
                  <c:v>-5.0000000000000001E-4</c:v>
                </c:pt>
                <c:pt idx="279">
                  <c:v>-2.5000000000000001E-3</c:v>
                </c:pt>
                <c:pt idx="280">
                  <c:v>-2.5000000000000001E-3</c:v>
                </c:pt>
                <c:pt idx="281">
                  <c:v>-3.5000000000000001E-3</c:v>
                </c:pt>
                <c:pt idx="282">
                  <c:v>-3.5000000000000001E-3</c:v>
                </c:pt>
                <c:pt idx="283">
                  <c:v>-2.5000000000000001E-3</c:v>
                </c:pt>
                <c:pt idx="284">
                  <c:v>-1.5E-3</c:v>
                </c:pt>
                <c:pt idx="285">
                  <c:v>-1.5E-3</c:v>
                </c:pt>
                <c:pt idx="286">
                  <c:v>-1.5E-3</c:v>
                </c:pt>
                <c:pt idx="287">
                  <c:v>-1.5E-3</c:v>
                </c:pt>
                <c:pt idx="288">
                  <c:v>-3.5000000000000001E-3</c:v>
                </c:pt>
                <c:pt idx="289">
                  <c:v>-3.5000000000000001E-3</c:v>
                </c:pt>
                <c:pt idx="290">
                  <c:v>-3.5000000000000001E-3</c:v>
                </c:pt>
                <c:pt idx="291">
                  <c:v>-1.5E-3</c:v>
                </c:pt>
                <c:pt idx="292">
                  <c:v>-4.5000000000000005E-3</c:v>
                </c:pt>
                <c:pt idx="293">
                  <c:v>-7.4999999999999997E-3</c:v>
                </c:pt>
                <c:pt idx="294">
                  <c:v>-6.5000000000000006E-3</c:v>
                </c:pt>
                <c:pt idx="295">
                  <c:v>-3.5000000000000001E-3</c:v>
                </c:pt>
                <c:pt idx="296">
                  <c:v>-2.5000000000000001E-3</c:v>
                </c:pt>
                <c:pt idx="297">
                  <c:v>-1.5E-3</c:v>
                </c:pt>
                <c:pt idx="298">
                  <c:v>-2.5000000000000001E-3</c:v>
                </c:pt>
                <c:pt idx="299">
                  <c:v>-5.0000000000000001E-4</c:v>
                </c:pt>
                <c:pt idx="300">
                  <c:v>-3.5000000000000001E-3</c:v>
                </c:pt>
                <c:pt idx="301">
                  <c:v>-7.4999999999999997E-3</c:v>
                </c:pt>
                <c:pt idx="302">
                  <c:v>-5.4999999999999997E-3</c:v>
                </c:pt>
                <c:pt idx="303">
                  <c:v>-4.5000000000000005E-3</c:v>
                </c:pt>
                <c:pt idx="304">
                  <c:v>-2.5000000000000001E-3</c:v>
                </c:pt>
                <c:pt idx="305">
                  <c:v>-4.5000000000000005E-3</c:v>
                </c:pt>
                <c:pt idx="306">
                  <c:v>-3.5000000000000001E-3</c:v>
                </c:pt>
                <c:pt idx="307">
                  <c:v>-3.5000000000000001E-3</c:v>
                </c:pt>
                <c:pt idx="308">
                  <c:v>-3.5000000000000001E-3</c:v>
                </c:pt>
                <c:pt idx="309">
                  <c:v>-4.5000000000000005E-3</c:v>
                </c:pt>
                <c:pt idx="310">
                  <c:v>-8.5000000000000006E-3</c:v>
                </c:pt>
                <c:pt idx="311">
                  <c:v>-5.4999999999999997E-3</c:v>
                </c:pt>
                <c:pt idx="312">
                  <c:v>-4.5000000000000005E-3</c:v>
                </c:pt>
                <c:pt idx="313">
                  <c:v>-6.5000000000000006E-3</c:v>
                </c:pt>
                <c:pt idx="314">
                  <c:v>-3.5000000000000001E-3</c:v>
                </c:pt>
                <c:pt idx="315">
                  <c:v>-1.5E-3</c:v>
                </c:pt>
                <c:pt idx="316">
                  <c:v>-3.5000000000000001E-3</c:v>
                </c:pt>
                <c:pt idx="317">
                  <c:v>-2.5000000000000001E-3</c:v>
                </c:pt>
                <c:pt idx="318">
                  <c:v>-3.5000000000000001E-3</c:v>
                </c:pt>
                <c:pt idx="319">
                  <c:v>-4.5000000000000005E-3</c:v>
                </c:pt>
                <c:pt idx="320">
                  <c:v>-4.5000000000000005E-3</c:v>
                </c:pt>
                <c:pt idx="321">
                  <c:v>-4.5000000000000005E-3</c:v>
                </c:pt>
                <c:pt idx="322">
                  <c:v>-3.5000000000000001E-3</c:v>
                </c:pt>
                <c:pt idx="323">
                  <c:v>-5.0000000000000001E-4</c:v>
                </c:pt>
                <c:pt idx="324">
                  <c:v>-4.5000000000000005E-3</c:v>
                </c:pt>
                <c:pt idx="325">
                  <c:v>-3.5000000000000001E-3</c:v>
                </c:pt>
                <c:pt idx="326">
                  <c:v>-1.5E-3</c:v>
                </c:pt>
                <c:pt idx="327">
                  <c:v>-4.5000000000000005E-3</c:v>
                </c:pt>
                <c:pt idx="328">
                  <c:v>-5.4999999999999997E-3</c:v>
                </c:pt>
                <c:pt idx="329">
                  <c:v>-6.5000000000000006E-3</c:v>
                </c:pt>
                <c:pt idx="330">
                  <c:v>-1.5E-3</c:v>
                </c:pt>
                <c:pt idx="331">
                  <c:v>-2.5000000000000001E-3</c:v>
                </c:pt>
                <c:pt idx="332">
                  <c:v>-5.4999999999999997E-3</c:v>
                </c:pt>
                <c:pt idx="333">
                  <c:v>-6.5000000000000006E-3</c:v>
                </c:pt>
                <c:pt idx="334">
                  <c:v>-6.5000000000000006E-3</c:v>
                </c:pt>
                <c:pt idx="335">
                  <c:v>-5.4999999999999997E-3</c:v>
                </c:pt>
                <c:pt idx="336">
                  <c:v>-7.4999999999999997E-3</c:v>
                </c:pt>
                <c:pt idx="337">
                  <c:v>-1.0500000000000001E-2</c:v>
                </c:pt>
                <c:pt idx="338">
                  <c:v>-1.0500000000000001E-2</c:v>
                </c:pt>
                <c:pt idx="339">
                  <c:v>-6.5000000000000006E-3</c:v>
                </c:pt>
                <c:pt idx="340">
                  <c:v>-6.5000000000000006E-3</c:v>
                </c:pt>
                <c:pt idx="341">
                  <c:v>-1.5E-3</c:v>
                </c:pt>
                <c:pt idx="342">
                  <c:v>-5.0000000000000001E-4</c:v>
                </c:pt>
                <c:pt idx="343">
                  <c:v>-1.5E-3</c:v>
                </c:pt>
                <c:pt idx="344">
                  <c:v>-3.5000000000000001E-3</c:v>
                </c:pt>
                <c:pt idx="345">
                  <c:v>-1.0500000000000001E-2</c:v>
                </c:pt>
                <c:pt idx="346">
                  <c:v>-1.15E-2</c:v>
                </c:pt>
                <c:pt idx="347">
                  <c:v>-1.15E-2</c:v>
                </c:pt>
                <c:pt idx="348">
                  <c:v>-1.0500000000000001E-2</c:v>
                </c:pt>
                <c:pt idx="349">
                  <c:v>-3.5000000000000001E-3</c:v>
                </c:pt>
                <c:pt idx="350">
                  <c:v>1.5E-3</c:v>
                </c:pt>
                <c:pt idx="351">
                  <c:v>-1.5E-3</c:v>
                </c:pt>
                <c:pt idx="352">
                  <c:v>-3.5000000000000001E-3</c:v>
                </c:pt>
                <c:pt idx="353">
                  <c:v>-7.4999999999999997E-3</c:v>
                </c:pt>
                <c:pt idx="354">
                  <c:v>-7.4999999999999997E-3</c:v>
                </c:pt>
                <c:pt idx="355">
                  <c:v>-6.5000000000000006E-3</c:v>
                </c:pt>
                <c:pt idx="356">
                  <c:v>-7.4999999999999997E-3</c:v>
                </c:pt>
                <c:pt idx="357">
                  <c:v>-4.5000000000000005E-3</c:v>
                </c:pt>
                <c:pt idx="358">
                  <c:v>-3.5000000000000001E-3</c:v>
                </c:pt>
                <c:pt idx="359">
                  <c:v>-1.5E-3</c:v>
                </c:pt>
                <c:pt idx="360">
                  <c:v>-3.5000000000000001E-3</c:v>
                </c:pt>
                <c:pt idx="361">
                  <c:v>-7.4999999999999997E-3</c:v>
                </c:pt>
                <c:pt idx="362">
                  <c:v>-1.0500000000000001E-2</c:v>
                </c:pt>
                <c:pt idx="363">
                  <c:v>-7.4999999999999997E-3</c:v>
                </c:pt>
                <c:pt idx="364">
                  <c:v>-5.4999999999999997E-3</c:v>
                </c:pt>
                <c:pt idx="365">
                  <c:v>-6.5000000000000006E-3</c:v>
                </c:pt>
                <c:pt idx="366">
                  <c:v>-6.5000000000000006E-3</c:v>
                </c:pt>
                <c:pt idx="367">
                  <c:v>-4.5000000000000005E-3</c:v>
                </c:pt>
                <c:pt idx="368">
                  <c:v>-5.4999999999999997E-3</c:v>
                </c:pt>
                <c:pt idx="369">
                  <c:v>-6.5000000000000006E-3</c:v>
                </c:pt>
                <c:pt idx="370">
                  <c:v>-7.4999999999999997E-3</c:v>
                </c:pt>
                <c:pt idx="371">
                  <c:v>-7.4999999999999997E-3</c:v>
                </c:pt>
                <c:pt idx="372">
                  <c:v>-6.5000000000000006E-3</c:v>
                </c:pt>
                <c:pt idx="373">
                  <c:v>-4.5000000000000005E-3</c:v>
                </c:pt>
                <c:pt idx="374">
                  <c:v>-2.5000000000000001E-3</c:v>
                </c:pt>
                <c:pt idx="375">
                  <c:v>-6.5000000000000006E-3</c:v>
                </c:pt>
                <c:pt idx="376">
                  <c:v>-4.5000000000000005E-3</c:v>
                </c:pt>
                <c:pt idx="377">
                  <c:v>-1.5E-3</c:v>
                </c:pt>
                <c:pt idx="378">
                  <c:v>-4.5000000000000005E-3</c:v>
                </c:pt>
                <c:pt idx="379">
                  <c:v>-7.4999999999999997E-3</c:v>
                </c:pt>
                <c:pt idx="380">
                  <c:v>-4.5000000000000005E-3</c:v>
                </c:pt>
                <c:pt idx="381">
                  <c:v>-7.4999999999999997E-3</c:v>
                </c:pt>
                <c:pt idx="382">
                  <c:v>-5.4999999999999997E-3</c:v>
                </c:pt>
                <c:pt idx="383">
                  <c:v>-5.0000000000000001E-4</c:v>
                </c:pt>
                <c:pt idx="384">
                  <c:v>-5.0000000000000001E-4</c:v>
                </c:pt>
                <c:pt idx="385">
                  <c:v>-5.0000000000000001E-4</c:v>
                </c:pt>
                <c:pt idx="386">
                  <c:v>-1.5E-3</c:v>
                </c:pt>
                <c:pt idx="387">
                  <c:v>-4.5000000000000005E-3</c:v>
                </c:pt>
                <c:pt idx="388">
                  <c:v>-3.5000000000000001E-3</c:v>
                </c:pt>
                <c:pt idx="389">
                  <c:v>5.0000000000000001E-4</c:v>
                </c:pt>
                <c:pt idx="390">
                  <c:v>-4.5000000000000005E-3</c:v>
                </c:pt>
                <c:pt idx="391">
                  <c:v>-5.4999999999999997E-3</c:v>
                </c:pt>
                <c:pt idx="392">
                  <c:v>-7.4999999999999997E-3</c:v>
                </c:pt>
                <c:pt idx="393">
                  <c:v>-5.4999999999999997E-3</c:v>
                </c:pt>
                <c:pt idx="394">
                  <c:v>-8.5000000000000006E-3</c:v>
                </c:pt>
                <c:pt idx="395">
                  <c:v>-4.5000000000000005E-3</c:v>
                </c:pt>
                <c:pt idx="396">
                  <c:v>-8.5000000000000006E-3</c:v>
                </c:pt>
                <c:pt idx="397">
                  <c:v>-2.5000000000000001E-3</c:v>
                </c:pt>
                <c:pt idx="398">
                  <c:v>1.5E-3</c:v>
                </c:pt>
                <c:pt idx="399">
                  <c:v>-2.5000000000000001E-3</c:v>
                </c:pt>
                <c:pt idx="400">
                  <c:v>1.5E-3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898-4458-A323-3849D7314867}"/>
            </c:ext>
          </c:extLst>
        </c:ser>
        <c:ser>
          <c:idx val="2"/>
          <c:order val="2"/>
          <c:tx>
            <c:strRef>
              <c:f>'Baseline Corrections'!$AE$3</c:f>
              <c:strCache>
                <c:ptCount val="1"/>
                <c:pt idx="0">
                  <c:v>Difference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50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'Baseline Corrections'!$A$4:$A$404</c:f>
              <c:numCache>
                <c:formatCode>General</c:formatCode>
                <c:ptCount val="401"/>
                <c:pt idx="0">
                  <c:v>350</c:v>
                </c:pt>
                <c:pt idx="1">
                  <c:v>351</c:v>
                </c:pt>
                <c:pt idx="2">
                  <c:v>352</c:v>
                </c:pt>
                <c:pt idx="3">
                  <c:v>353</c:v>
                </c:pt>
                <c:pt idx="4">
                  <c:v>354</c:v>
                </c:pt>
                <c:pt idx="5">
                  <c:v>355</c:v>
                </c:pt>
                <c:pt idx="6">
                  <c:v>356</c:v>
                </c:pt>
                <c:pt idx="7">
                  <c:v>357</c:v>
                </c:pt>
                <c:pt idx="8">
                  <c:v>358</c:v>
                </c:pt>
                <c:pt idx="9">
                  <c:v>359</c:v>
                </c:pt>
                <c:pt idx="10">
                  <c:v>360</c:v>
                </c:pt>
                <c:pt idx="11">
                  <c:v>361</c:v>
                </c:pt>
                <c:pt idx="12">
                  <c:v>362</c:v>
                </c:pt>
                <c:pt idx="13">
                  <c:v>363</c:v>
                </c:pt>
                <c:pt idx="14">
                  <c:v>364</c:v>
                </c:pt>
                <c:pt idx="15">
                  <c:v>365</c:v>
                </c:pt>
                <c:pt idx="16">
                  <c:v>366</c:v>
                </c:pt>
                <c:pt idx="17">
                  <c:v>367</c:v>
                </c:pt>
                <c:pt idx="18">
                  <c:v>368</c:v>
                </c:pt>
                <c:pt idx="19">
                  <c:v>369</c:v>
                </c:pt>
                <c:pt idx="20">
                  <c:v>370</c:v>
                </c:pt>
                <c:pt idx="21">
                  <c:v>371</c:v>
                </c:pt>
                <c:pt idx="22">
                  <c:v>372</c:v>
                </c:pt>
                <c:pt idx="23">
                  <c:v>373</c:v>
                </c:pt>
                <c:pt idx="24">
                  <c:v>374</c:v>
                </c:pt>
                <c:pt idx="25">
                  <c:v>375</c:v>
                </c:pt>
                <c:pt idx="26">
                  <c:v>376</c:v>
                </c:pt>
                <c:pt idx="27">
                  <c:v>377</c:v>
                </c:pt>
                <c:pt idx="28">
                  <c:v>378</c:v>
                </c:pt>
                <c:pt idx="29">
                  <c:v>379</c:v>
                </c:pt>
                <c:pt idx="30">
                  <c:v>380</c:v>
                </c:pt>
                <c:pt idx="31">
                  <c:v>381</c:v>
                </c:pt>
                <c:pt idx="32">
                  <c:v>382</c:v>
                </c:pt>
                <c:pt idx="33">
                  <c:v>383</c:v>
                </c:pt>
                <c:pt idx="34">
                  <c:v>384</c:v>
                </c:pt>
                <c:pt idx="35">
                  <c:v>385</c:v>
                </c:pt>
                <c:pt idx="36">
                  <c:v>386</c:v>
                </c:pt>
                <c:pt idx="37">
                  <c:v>387</c:v>
                </c:pt>
                <c:pt idx="38">
                  <c:v>388</c:v>
                </c:pt>
                <c:pt idx="39">
                  <c:v>389</c:v>
                </c:pt>
                <c:pt idx="40">
                  <c:v>390</c:v>
                </c:pt>
                <c:pt idx="41">
                  <c:v>391</c:v>
                </c:pt>
                <c:pt idx="42">
                  <c:v>392</c:v>
                </c:pt>
                <c:pt idx="43">
                  <c:v>393</c:v>
                </c:pt>
                <c:pt idx="44">
                  <c:v>394</c:v>
                </c:pt>
                <c:pt idx="45">
                  <c:v>395</c:v>
                </c:pt>
                <c:pt idx="46">
                  <c:v>396</c:v>
                </c:pt>
                <c:pt idx="47">
                  <c:v>397</c:v>
                </c:pt>
                <c:pt idx="48">
                  <c:v>398</c:v>
                </c:pt>
                <c:pt idx="49">
                  <c:v>399</c:v>
                </c:pt>
                <c:pt idx="50">
                  <c:v>400</c:v>
                </c:pt>
                <c:pt idx="51">
                  <c:v>401</c:v>
                </c:pt>
                <c:pt idx="52">
                  <c:v>402</c:v>
                </c:pt>
                <c:pt idx="53">
                  <c:v>403</c:v>
                </c:pt>
                <c:pt idx="54">
                  <c:v>404</c:v>
                </c:pt>
                <c:pt idx="55">
                  <c:v>405</c:v>
                </c:pt>
                <c:pt idx="56">
                  <c:v>406</c:v>
                </c:pt>
                <c:pt idx="57">
                  <c:v>407</c:v>
                </c:pt>
                <c:pt idx="58">
                  <c:v>408</c:v>
                </c:pt>
                <c:pt idx="59">
                  <c:v>409</c:v>
                </c:pt>
                <c:pt idx="60">
                  <c:v>410</c:v>
                </c:pt>
                <c:pt idx="61">
                  <c:v>411</c:v>
                </c:pt>
                <c:pt idx="62">
                  <c:v>412</c:v>
                </c:pt>
                <c:pt idx="63">
                  <c:v>413</c:v>
                </c:pt>
                <c:pt idx="64">
                  <c:v>414</c:v>
                </c:pt>
                <c:pt idx="65">
                  <c:v>415</c:v>
                </c:pt>
                <c:pt idx="66">
                  <c:v>416</c:v>
                </c:pt>
                <c:pt idx="67">
                  <c:v>417</c:v>
                </c:pt>
                <c:pt idx="68">
                  <c:v>418</c:v>
                </c:pt>
                <c:pt idx="69">
                  <c:v>419</c:v>
                </c:pt>
                <c:pt idx="70">
                  <c:v>420</c:v>
                </c:pt>
                <c:pt idx="71">
                  <c:v>421</c:v>
                </c:pt>
                <c:pt idx="72">
                  <c:v>422</c:v>
                </c:pt>
                <c:pt idx="73">
                  <c:v>423</c:v>
                </c:pt>
                <c:pt idx="74">
                  <c:v>424</c:v>
                </c:pt>
                <c:pt idx="75">
                  <c:v>425</c:v>
                </c:pt>
                <c:pt idx="76">
                  <c:v>426</c:v>
                </c:pt>
                <c:pt idx="77">
                  <c:v>427</c:v>
                </c:pt>
                <c:pt idx="78">
                  <c:v>428</c:v>
                </c:pt>
                <c:pt idx="79">
                  <c:v>429</c:v>
                </c:pt>
                <c:pt idx="80">
                  <c:v>430</c:v>
                </c:pt>
                <c:pt idx="81">
                  <c:v>431</c:v>
                </c:pt>
                <c:pt idx="82">
                  <c:v>432</c:v>
                </c:pt>
                <c:pt idx="83">
                  <c:v>433</c:v>
                </c:pt>
                <c:pt idx="84">
                  <c:v>434</c:v>
                </c:pt>
                <c:pt idx="85">
                  <c:v>435</c:v>
                </c:pt>
                <c:pt idx="86">
                  <c:v>436</c:v>
                </c:pt>
                <c:pt idx="87">
                  <c:v>437</c:v>
                </c:pt>
                <c:pt idx="88">
                  <c:v>438</c:v>
                </c:pt>
                <c:pt idx="89">
                  <c:v>439</c:v>
                </c:pt>
                <c:pt idx="90">
                  <c:v>440</c:v>
                </c:pt>
                <c:pt idx="91">
                  <c:v>441</c:v>
                </c:pt>
                <c:pt idx="92">
                  <c:v>442</c:v>
                </c:pt>
                <c:pt idx="93">
                  <c:v>443</c:v>
                </c:pt>
                <c:pt idx="94">
                  <c:v>444</c:v>
                </c:pt>
                <c:pt idx="95">
                  <c:v>445</c:v>
                </c:pt>
                <c:pt idx="96">
                  <c:v>446</c:v>
                </c:pt>
                <c:pt idx="97">
                  <c:v>447</c:v>
                </c:pt>
                <c:pt idx="98">
                  <c:v>448</c:v>
                </c:pt>
                <c:pt idx="99">
                  <c:v>449</c:v>
                </c:pt>
                <c:pt idx="100">
                  <c:v>450</c:v>
                </c:pt>
                <c:pt idx="101">
                  <c:v>451</c:v>
                </c:pt>
                <c:pt idx="102">
                  <c:v>452</c:v>
                </c:pt>
                <c:pt idx="103">
                  <c:v>453</c:v>
                </c:pt>
                <c:pt idx="104">
                  <c:v>454</c:v>
                </c:pt>
                <c:pt idx="105">
                  <c:v>455</c:v>
                </c:pt>
                <c:pt idx="106">
                  <c:v>456</c:v>
                </c:pt>
                <c:pt idx="107">
                  <c:v>457</c:v>
                </c:pt>
                <c:pt idx="108">
                  <c:v>458</c:v>
                </c:pt>
                <c:pt idx="109">
                  <c:v>459</c:v>
                </c:pt>
                <c:pt idx="110">
                  <c:v>460</c:v>
                </c:pt>
                <c:pt idx="111">
                  <c:v>461</c:v>
                </c:pt>
                <c:pt idx="112">
                  <c:v>462</c:v>
                </c:pt>
                <c:pt idx="113">
                  <c:v>463</c:v>
                </c:pt>
                <c:pt idx="114">
                  <c:v>464</c:v>
                </c:pt>
                <c:pt idx="115">
                  <c:v>465</c:v>
                </c:pt>
                <c:pt idx="116">
                  <c:v>466</c:v>
                </c:pt>
                <c:pt idx="117">
                  <c:v>467</c:v>
                </c:pt>
                <c:pt idx="118">
                  <c:v>468</c:v>
                </c:pt>
                <c:pt idx="119">
                  <c:v>469</c:v>
                </c:pt>
                <c:pt idx="120">
                  <c:v>470</c:v>
                </c:pt>
                <c:pt idx="121">
                  <c:v>471</c:v>
                </c:pt>
                <c:pt idx="122">
                  <c:v>472</c:v>
                </c:pt>
                <c:pt idx="123">
                  <c:v>473</c:v>
                </c:pt>
                <c:pt idx="124">
                  <c:v>474</c:v>
                </c:pt>
                <c:pt idx="125">
                  <c:v>475</c:v>
                </c:pt>
                <c:pt idx="126">
                  <c:v>476</c:v>
                </c:pt>
                <c:pt idx="127">
                  <c:v>477</c:v>
                </c:pt>
                <c:pt idx="128">
                  <c:v>478</c:v>
                </c:pt>
                <c:pt idx="129">
                  <c:v>479</c:v>
                </c:pt>
                <c:pt idx="130">
                  <c:v>480</c:v>
                </c:pt>
                <c:pt idx="131">
                  <c:v>481</c:v>
                </c:pt>
                <c:pt idx="132">
                  <c:v>482</c:v>
                </c:pt>
                <c:pt idx="133">
                  <c:v>483</c:v>
                </c:pt>
                <c:pt idx="134">
                  <c:v>484</c:v>
                </c:pt>
                <c:pt idx="135">
                  <c:v>485</c:v>
                </c:pt>
                <c:pt idx="136">
                  <c:v>486</c:v>
                </c:pt>
                <c:pt idx="137">
                  <c:v>487</c:v>
                </c:pt>
                <c:pt idx="138">
                  <c:v>488</c:v>
                </c:pt>
                <c:pt idx="139">
                  <c:v>489</c:v>
                </c:pt>
                <c:pt idx="140">
                  <c:v>490</c:v>
                </c:pt>
                <c:pt idx="141">
                  <c:v>491</c:v>
                </c:pt>
                <c:pt idx="142">
                  <c:v>492</c:v>
                </c:pt>
                <c:pt idx="143">
                  <c:v>493</c:v>
                </c:pt>
                <c:pt idx="144">
                  <c:v>494</c:v>
                </c:pt>
                <c:pt idx="145">
                  <c:v>495</c:v>
                </c:pt>
                <c:pt idx="146">
                  <c:v>496</c:v>
                </c:pt>
                <c:pt idx="147">
                  <c:v>497</c:v>
                </c:pt>
                <c:pt idx="148">
                  <c:v>498</c:v>
                </c:pt>
                <c:pt idx="149">
                  <c:v>499</c:v>
                </c:pt>
                <c:pt idx="150">
                  <c:v>500</c:v>
                </c:pt>
                <c:pt idx="151">
                  <c:v>501</c:v>
                </c:pt>
                <c:pt idx="152">
                  <c:v>502</c:v>
                </c:pt>
                <c:pt idx="153">
                  <c:v>503</c:v>
                </c:pt>
                <c:pt idx="154">
                  <c:v>504</c:v>
                </c:pt>
                <c:pt idx="155">
                  <c:v>505</c:v>
                </c:pt>
                <c:pt idx="156">
                  <c:v>506</c:v>
                </c:pt>
                <c:pt idx="157">
                  <c:v>507</c:v>
                </c:pt>
                <c:pt idx="158">
                  <c:v>508</c:v>
                </c:pt>
                <c:pt idx="159">
                  <c:v>509</c:v>
                </c:pt>
                <c:pt idx="160">
                  <c:v>510</c:v>
                </c:pt>
                <c:pt idx="161">
                  <c:v>511</c:v>
                </c:pt>
                <c:pt idx="162">
                  <c:v>512</c:v>
                </c:pt>
                <c:pt idx="163">
                  <c:v>513</c:v>
                </c:pt>
                <c:pt idx="164">
                  <c:v>514</c:v>
                </c:pt>
                <c:pt idx="165">
                  <c:v>515</c:v>
                </c:pt>
                <c:pt idx="166">
                  <c:v>516</c:v>
                </c:pt>
                <c:pt idx="167">
                  <c:v>517</c:v>
                </c:pt>
                <c:pt idx="168">
                  <c:v>518</c:v>
                </c:pt>
                <c:pt idx="169">
                  <c:v>519</c:v>
                </c:pt>
                <c:pt idx="170">
                  <c:v>520</c:v>
                </c:pt>
                <c:pt idx="171">
                  <c:v>521</c:v>
                </c:pt>
                <c:pt idx="172">
                  <c:v>522</c:v>
                </c:pt>
                <c:pt idx="173">
                  <c:v>523</c:v>
                </c:pt>
                <c:pt idx="174">
                  <c:v>524</c:v>
                </c:pt>
                <c:pt idx="175">
                  <c:v>525</c:v>
                </c:pt>
                <c:pt idx="176">
                  <c:v>526</c:v>
                </c:pt>
                <c:pt idx="177">
                  <c:v>527</c:v>
                </c:pt>
                <c:pt idx="178">
                  <c:v>528</c:v>
                </c:pt>
                <c:pt idx="179">
                  <c:v>529</c:v>
                </c:pt>
                <c:pt idx="180">
                  <c:v>530</c:v>
                </c:pt>
                <c:pt idx="181">
                  <c:v>531</c:v>
                </c:pt>
                <c:pt idx="182">
                  <c:v>532</c:v>
                </c:pt>
                <c:pt idx="183">
                  <c:v>533</c:v>
                </c:pt>
                <c:pt idx="184">
                  <c:v>534</c:v>
                </c:pt>
                <c:pt idx="185">
                  <c:v>535</c:v>
                </c:pt>
                <c:pt idx="186">
                  <c:v>536</c:v>
                </c:pt>
                <c:pt idx="187">
                  <c:v>537</c:v>
                </c:pt>
                <c:pt idx="188">
                  <c:v>538</c:v>
                </c:pt>
                <c:pt idx="189">
                  <c:v>539</c:v>
                </c:pt>
                <c:pt idx="190">
                  <c:v>540</c:v>
                </c:pt>
                <c:pt idx="191">
                  <c:v>541</c:v>
                </c:pt>
                <c:pt idx="192">
                  <c:v>542</c:v>
                </c:pt>
                <c:pt idx="193">
                  <c:v>543</c:v>
                </c:pt>
                <c:pt idx="194">
                  <c:v>544</c:v>
                </c:pt>
                <c:pt idx="195">
                  <c:v>545</c:v>
                </c:pt>
                <c:pt idx="196">
                  <c:v>546</c:v>
                </c:pt>
                <c:pt idx="197">
                  <c:v>547</c:v>
                </c:pt>
                <c:pt idx="198">
                  <c:v>548</c:v>
                </c:pt>
                <c:pt idx="199">
                  <c:v>549</c:v>
                </c:pt>
                <c:pt idx="200">
                  <c:v>550</c:v>
                </c:pt>
                <c:pt idx="201">
                  <c:v>551</c:v>
                </c:pt>
                <c:pt idx="202">
                  <c:v>552</c:v>
                </c:pt>
                <c:pt idx="203">
                  <c:v>553</c:v>
                </c:pt>
                <c:pt idx="204">
                  <c:v>554</c:v>
                </c:pt>
                <c:pt idx="205">
                  <c:v>555</c:v>
                </c:pt>
                <c:pt idx="206">
                  <c:v>556</c:v>
                </c:pt>
                <c:pt idx="207">
                  <c:v>557</c:v>
                </c:pt>
                <c:pt idx="208">
                  <c:v>558</c:v>
                </c:pt>
                <c:pt idx="209">
                  <c:v>559</c:v>
                </c:pt>
                <c:pt idx="210">
                  <c:v>560</c:v>
                </c:pt>
                <c:pt idx="211">
                  <c:v>561</c:v>
                </c:pt>
                <c:pt idx="212">
                  <c:v>562</c:v>
                </c:pt>
                <c:pt idx="213">
                  <c:v>563</c:v>
                </c:pt>
                <c:pt idx="214">
                  <c:v>564</c:v>
                </c:pt>
                <c:pt idx="215">
                  <c:v>565</c:v>
                </c:pt>
                <c:pt idx="216">
                  <c:v>566</c:v>
                </c:pt>
                <c:pt idx="217">
                  <c:v>567</c:v>
                </c:pt>
                <c:pt idx="218">
                  <c:v>568</c:v>
                </c:pt>
                <c:pt idx="219">
                  <c:v>569</c:v>
                </c:pt>
                <c:pt idx="220">
                  <c:v>570</c:v>
                </c:pt>
                <c:pt idx="221">
                  <c:v>571</c:v>
                </c:pt>
                <c:pt idx="222">
                  <c:v>572</c:v>
                </c:pt>
                <c:pt idx="223">
                  <c:v>573</c:v>
                </c:pt>
                <c:pt idx="224">
                  <c:v>574</c:v>
                </c:pt>
                <c:pt idx="225">
                  <c:v>575</c:v>
                </c:pt>
                <c:pt idx="226">
                  <c:v>576</c:v>
                </c:pt>
                <c:pt idx="227">
                  <c:v>577</c:v>
                </c:pt>
                <c:pt idx="228">
                  <c:v>578</c:v>
                </c:pt>
                <c:pt idx="229">
                  <c:v>579</c:v>
                </c:pt>
                <c:pt idx="230">
                  <c:v>580</c:v>
                </c:pt>
                <c:pt idx="231">
                  <c:v>581</c:v>
                </c:pt>
                <c:pt idx="232">
                  <c:v>582</c:v>
                </c:pt>
                <c:pt idx="233">
                  <c:v>583</c:v>
                </c:pt>
                <c:pt idx="234">
                  <c:v>584</c:v>
                </c:pt>
                <c:pt idx="235">
                  <c:v>585</c:v>
                </c:pt>
                <c:pt idx="236">
                  <c:v>586</c:v>
                </c:pt>
                <c:pt idx="237">
                  <c:v>587</c:v>
                </c:pt>
                <c:pt idx="238">
                  <c:v>588</c:v>
                </c:pt>
                <c:pt idx="239">
                  <c:v>589</c:v>
                </c:pt>
                <c:pt idx="240">
                  <c:v>590</c:v>
                </c:pt>
                <c:pt idx="241">
                  <c:v>591</c:v>
                </c:pt>
                <c:pt idx="242">
                  <c:v>592</c:v>
                </c:pt>
                <c:pt idx="243">
                  <c:v>593</c:v>
                </c:pt>
                <c:pt idx="244">
                  <c:v>594</c:v>
                </c:pt>
                <c:pt idx="245">
                  <c:v>595</c:v>
                </c:pt>
                <c:pt idx="246">
                  <c:v>596</c:v>
                </c:pt>
                <c:pt idx="247">
                  <c:v>597</c:v>
                </c:pt>
                <c:pt idx="248">
                  <c:v>598</c:v>
                </c:pt>
                <c:pt idx="249">
                  <c:v>599</c:v>
                </c:pt>
                <c:pt idx="250">
                  <c:v>600</c:v>
                </c:pt>
                <c:pt idx="251">
                  <c:v>601</c:v>
                </c:pt>
                <c:pt idx="252">
                  <c:v>602</c:v>
                </c:pt>
                <c:pt idx="253">
                  <c:v>603</c:v>
                </c:pt>
                <c:pt idx="254">
                  <c:v>604</c:v>
                </c:pt>
                <c:pt idx="255">
                  <c:v>605</c:v>
                </c:pt>
                <c:pt idx="256">
                  <c:v>606</c:v>
                </c:pt>
                <c:pt idx="257">
                  <c:v>607</c:v>
                </c:pt>
                <c:pt idx="258">
                  <c:v>608</c:v>
                </c:pt>
                <c:pt idx="259">
                  <c:v>609</c:v>
                </c:pt>
                <c:pt idx="260">
                  <c:v>610</c:v>
                </c:pt>
                <c:pt idx="261">
                  <c:v>611</c:v>
                </c:pt>
                <c:pt idx="262">
                  <c:v>612</c:v>
                </c:pt>
                <c:pt idx="263">
                  <c:v>613</c:v>
                </c:pt>
                <c:pt idx="264">
                  <c:v>614</c:v>
                </c:pt>
                <c:pt idx="265">
                  <c:v>615</c:v>
                </c:pt>
                <c:pt idx="266">
                  <c:v>616</c:v>
                </c:pt>
                <c:pt idx="267">
                  <c:v>617</c:v>
                </c:pt>
                <c:pt idx="268">
                  <c:v>618</c:v>
                </c:pt>
                <c:pt idx="269">
                  <c:v>619</c:v>
                </c:pt>
                <c:pt idx="270">
                  <c:v>620</c:v>
                </c:pt>
                <c:pt idx="271">
                  <c:v>621</c:v>
                </c:pt>
                <c:pt idx="272">
                  <c:v>622</c:v>
                </c:pt>
                <c:pt idx="273">
                  <c:v>623</c:v>
                </c:pt>
                <c:pt idx="274">
                  <c:v>624</c:v>
                </c:pt>
                <c:pt idx="275">
                  <c:v>625</c:v>
                </c:pt>
                <c:pt idx="276">
                  <c:v>626</c:v>
                </c:pt>
                <c:pt idx="277">
                  <c:v>627</c:v>
                </c:pt>
                <c:pt idx="278">
                  <c:v>628</c:v>
                </c:pt>
                <c:pt idx="279">
                  <c:v>629</c:v>
                </c:pt>
                <c:pt idx="280">
                  <c:v>630</c:v>
                </c:pt>
                <c:pt idx="281">
                  <c:v>631</c:v>
                </c:pt>
                <c:pt idx="282">
                  <c:v>632</c:v>
                </c:pt>
                <c:pt idx="283">
                  <c:v>633</c:v>
                </c:pt>
                <c:pt idx="284">
                  <c:v>634</c:v>
                </c:pt>
                <c:pt idx="285">
                  <c:v>635</c:v>
                </c:pt>
                <c:pt idx="286">
                  <c:v>636</c:v>
                </c:pt>
                <c:pt idx="287">
                  <c:v>637</c:v>
                </c:pt>
                <c:pt idx="288">
                  <c:v>638</c:v>
                </c:pt>
                <c:pt idx="289">
                  <c:v>639</c:v>
                </c:pt>
                <c:pt idx="290">
                  <c:v>640</c:v>
                </c:pt>
                <c:pt idx="291">
                  <c:v>641</c:v>
                </c:pt>
                <c:pt idx="292">
                  <c:v>642</c:v>
                </c:pt>
                <c:pt idx="293">
                  <c:v>643</c:v>
                </c:pt>
                <c:pt idx="294">
                  <c:v>644</c:v>
                </c:pt>
                <c:pt idx="295">
                  <c:v>645</c:v>
                </c:pt>
                <c:pt idx="296">
                  <c:v>646</c:v>
                </c:pt>
                <c:pt idx="297">
                  <c:v>647</c:v>
                </c:pt>
                <c:pt idx="298">
                  <c:v>648</c:v>
                </c:pt>
                <c:pt idx="299">
                  <c:v>649</c:v>
                </c:pt>
                <c:pt idx="300">
                  <c:v>650</c:v>
                </c:pt>
                <c:pt idx="301">
                  <c:v>651</c:v>
                </c:pt>
                <c:pt idx="302">
                  <c:v>652</c:v>
                </c:pt>
                <c:pt idx="303">
                  <c:v>653</c:v>
                </c:pt>
                <c:pt idx="304">
                  <c:v>654</c:v>
                </c:pt>
                <c:pt idx="305">
                  <c:v>655</c:v>
                </c:pt>
                <c:pt idx="306">
                  <c:v>656</c:v>
                </c:pt>
                <c:pt idx="307">
                  <c:v>657</c:v>
                </c:pt>
                <c:pt idx="308">
                  <c:v>658</c:v>
                </c:pt>
                <c:pt idx="309">
                  <c:v>659</c:v>
                </c:pt>
                <c:pt idx="310">
                  <c:v>660</c:v>
                </c:pt>
                <c:pt idx="311">
                  <c:v>661</c:v>
                </c:pt>
                <c:pt idx="312">
                  <c:v>662</c:v>
                </c:pt>
                <c:pt idx="313">
                  <c:v>663</c:v>
                </c:pt>
                <c:pt idx="314">
                  <c:v>664</c:v>
                </c:pt>
                <c:pt idx="315">
                  <c:v>665</c:v>
                </c:pt>
                <c:pt idx="316">
                  <c:v>666</c:v>
                </c:pt>
                <c:pt idx="317">
                  <c:v>667</c:v>
                </c:pt>
                <c:pt idx="318">
                  <c:v>668</c:v>
                </c:pt>
                <c:pt idx="319">
                  <c:v>669</c:v>
                </c:pt>
                <c:pt idx="320">
                  <c:v>670</c:v>
                </c:pt>
                <c:pt idx="321">
                  <c:v>671</c:v>
                </c:pt>
                <c:pt idx="322">
                  <c:v>672</c:v>
                </c:pt>
                <c:pt idx="323">
                  <c:v>673</c:v>
                </c:pt>
                <c:pt idx="324">
                  <c:v>674</c:v>
                </c:pt>
                <c:pt idx="325">
                  <c:v>675</c:v>
                </c:pt>
                <c:pt idx="326">
                  <c:v>676</c:v>
                </c:pt>
                <c:pt idx="327">
                  <c:v>677</c:v>
                </c:pt>
                <c:pt idx="328">
                  <c:v>678</c:v>
                </c:pt>
                <c:pt idx="329">
                  <c:v>679</c:v>
                </c:pt>
                <c:pt idx="330">
                  <c:v>680</c:v>
                </c:pt>
                <c:pt idx="331">
                  <c:v>681</c:v>
                </c:pt>
                <c:pt idx="332">
                  <c:v>682</c:v>
                </c:pt>
                <c:pt idx="333">
                  <c:v>683</c:v>
                </c:pt>
                <c:pt idx="334">
                  <c:v>684</c:v>
                </c:pt>
                <c:pt idx="335">
                  <c:v>685</c:v>
                </c:pt>
                <c:pt idx="336">
                  <c:v>686</c:v>
                </c:pt>
                <c:pt idx="337">
                  <c:v>687</c:v>
                </c:pt>
                <c:pt idx="338">
                  <c:v>688</c:v>
                </c:pt>
                <c:pt idx="339">
                  <c:v>689</c:v>
                </c:pt>
                <c:pt idx="340">
                  <c:v>690</c:v>
                </c:pt>
                <c:pt idx="341">
                  <c:v>691</c:v>
                </c:pt>
                <c:pt idx="342">
                  <c:v>692</c:v>
                </c:pt>
                <c:pt idx="343">
                  <c:v>693</c:v>
                </c:pt>
                <c:pt idx="344">
                  <c:v>694</c:v>
                </c:pt>
                <c:pt idx="345">
                  <c:v>695</c:v>
                </c:pt>
                <c:pt idx="346">
                  <c:v>696</c:v>
                </c:pt>
                <c:pt idx="347">
                  <c:v>697</c:v>
                </c:pt>
                <c:pt idx="348">
                  <c:v>698</c:v>
                </c:pt>
                <c:pt idx="349">
                  <c:v>699</c:v>
                </c:pt>
                <c:pt idx="350">
                  <c:v>700</c:v>
                </c:pt>
                <c:pt idx="351">
                  <c:v>701</c:v>
                </c:pt>
                <c:pt idx="352">
                  <c:v>702</c:v>
                </c:pt>
                <c:pt idx="353">
                  <c:v>703</c:v>
                </c:pt>
                <c:pt idx="354">
                  <c:v>704</c:v>
                </c:pt>
                <c:pt idx="355">
                  <c:v>705</c:v>
                </c:pt>
                <c:pt idx="356">
                  <c:v>706</c:v>
                </c:pt>
                <c:pt idx="357">
                  <c:v>707</c:v>
                </c:pt>
                <c:pt idx="358">
                  <c:v>708</c:v>
                </c:pt>
                <c:pt idx="359">
                  <c:v>709</c:v>
                </c:pt>
                <c:pt idx="360">
                  <c:v>710</c:v>
                </c:pt>
                <c:pt idx="361">
                  <c:v>711</c:v>
                </c:pt>
                <c:pt idx="362">
                  <c:v>712</c:v>
                </c:pt>
                <c:pt idx="363">
                  <c:v>713</c:v>
                </c:pt>
                <c:pt idx="364">
                  <c:v>714</c:v>
                </c:pt>
                <c:pt idx="365">
                  <c:v>715</c:v>
                </c:pt>
                <c:pt idx="366">
                  <c:v>716</c:v>
                </c:pt>
                <c:pt idx="367">
                  <c:v>717</c:v>
                </c:pt>
                <c:pt idx="368">
                  <c:v>718</c:v>
                </c:pt>
                <c:pt idx="369">
                  <c:v>719</c:v>
                </c:pt>
                <c:pt idx="370">
                  <c:v>720</c:v>
                </c:pt>
                <c:pt idx="371">
                  <c:v>721</c:v>
                </c:pt>
                <c:pt idx="372">
                  <c:v>722</c:v>
                </c:pt>
                <c:pt idx="373">
                  <c:v>723</c:v>
                </c:pt>
                <c:pt idx="374">
                  <c:v>724</c:v>
                </c:pt>
                <c:pt idx="375">
                  <c:v>725</c:v>
                </c:pt>
                <c:pt idx="376">
                  <c:v>726</c:v>
                </c:pt>
                <c:pt idx="377">
                  <c:v>727</c:v>
                </c:pt>
                <c:pt idx="378">
                  <c:v>728</c:v>
                </c:pt>
                <c:pt idx="379">
                  <c:v>729</c:v>
                </c:pt>
                <c:pt idx="380">
                  <c:v>730</c:v>
                </c:pt>
                <c:pt idx="381">
                  <c:v>731</c:v>
                </c:pt>
                <c:pt idx="382">
                  <c:v>732</c:v>
                </c:pt>
                <c:pt idx="383">
                  <c:v>733</c:v>
                </c:pt>
                <c:pt idx="384">
                  <c:v>734</c:v>
                </c:pt>
                <c:pt idx="385">
                  <c:v>735</c:v>
                </c:pt>
                <c:pt idx="386">
                  <c:v>736</c:v>
                </c:pt>
                <c:pt idx="387">
                  <c:v>737</c:v>
                </c:pt>
                <c:pt idx="388">
                  <c:v>738</c:v>
                </c:pt>
                <c:pt idx="389">
                  <c:v>739</c:v>
                </c:pt>
                <c:pt idx="390">
                  <c:v>740</c:v>
                </c:pt>
                <c:pt idx="391">
                  <c:v>741</c:v>
                </c:pt>
                <c:pt idx="392">
                  <c:v>742</c:v>
                </c:pt>
                <c:pt idx="393">
                  <c:v>743</c:v>
                </c:pt>
                <c:pt idx="394">
                  <c:v>744</c:v>
                </c:pt>
                <c:pt idx="395">
                  <c:v>745</c:v>
                </c:pt>
                <c:pt idx="396">
                  <c:v>746</c:v>
                </c:pt>
                <c:pt idx="397">
                  <c:v>747</c:v>
                </c:pt>
                <c:pt idx="398">
                  <c:v>748</c:v>
                </c:pt>
                <c:pt idx="399">
                  <c:v>749</c:v>
                </c:pt>
                <c:pt idx="400">
                  <c:v>750</c:v>
                </c:pt>
              </c:numCache>
            </c:numRef>
          </c:xVal>
          <c:yVal>
            <c:numRef>
              <c:f>'Baseline Corrections'!$AE$4:$AE$404</c:f>
              <c:numCache>
                <c:formatCode>General</c:formatCode>
                <c:ptCount val="401"/>
                <c:pt idx="0">
                  <c:v>2.7999999999999997E-2</c:v>
                </c:pt>
                <c:pt idx="1">
                  <c:v>-2.8999999999999998E-2</c:v>
                </c:pt>
                <c:pt idx="2">
                  <c:v>-3.3000000000000002E-2</c:v>
                </c:pt>
                <c:pt idx="3">
                  <c:v>-3.0999999999999996E-2</c:v>
                </c:pt>
                <c:pt idx="4">
                  <c:v>-2.8000000000000001E-2</c:v>
                </c:pt>
                <c:pt idx="5">
                  <c:v>-2.9999999999999995E-2</c:v>
                </c:pt>
                <c:pt idx="6">
                  <c:v>-3.4000000000000002E-2</c:v>
                </c:pt>
                <c:pt idx="7">
                  <c:v>-2.9999999999999995E-2</c:v>
                </c:pt>
                <c:pt idx="8">
                  <c:v>-2.7999999999999997E-2</c:v>
                </c:pt>
                <c:pt idx="9">
                  <c:v>-3.5000000000000003E-2</c:v>
                </c:pt>
                <c:pt idx="10">
                  <c:v>-3.9999999999999994E-2</c:v>
                </c:pt>
                <c:pt idx="11">
                  <c:v>-3.8999999999999993E-2</c:v>
                </c:pt>
                <c:pt idx="12">
                  <c:v>-3.8999999999999993E-2</c:v>
                </c:pt>
                <c:pt idx="13">
                  <c:v>-2.8999999999999995E-2</c:v>
                </c:pt>
                <c:pt idx="14">
                  <c:v>-2.8999999999999995E-2</c:v>
                </c:pt>
                <c:pt idx="15">
                  <c:v>-2.4999999999999998E-2</c:v>
                </c:pt>
                <c:pt idx="16">
                  <c:v>-2.4999999999999998E-2</c:v>
                </c:pt>
                <c:pt idx="17">
                  <c:v>-2.4000000000000004E-2</c:v>
                </c:pt>
                <c:pt idx="18">
                  <c:v>-2.5000000000000001E-2</c:v>
                </c:pt>
                <c:pt idx="19">
                  <c:v>-2.8999999999999995E-2</c:v>
                </c:pt>
                <c:pt idx="20">
                  <c:v>-2.6000000000000002E-2</c:v>
                </c:pt>
                <c:pt idx="21">
                  <c:v>-2.2000000000000006E-2</c:v>
                </c:pt>
                <c:pt idx="22">
                  <c:v>-1.7000000000000001E-2</c:v>
                </c:pt>
                <c:pt idx="23">
                  <c:v>-1.4E-2</c:v>
                </c:pt>
                <c:pt idx="24">
                  <c:v>-1.5000000000000001E-2</c:v>
                </c:pt>
                <c:pt idx="25">
                  <c:v>-2.3E-2</c:v>
                </c:pt>
                <c:pt idx="26">
                  <c:v>-2.1000000000000001E-2</c:v>
                </c:pt>
                <c:pt idx="27">
                  <c:v>-2.4999999999999994E-2</c:v>
                </c:pt>
                <c:pt idx="28">
                  <c:v>-2.1999999999999999E-2</c:v>
                </c:pt>
                <c:pt idx="29">
                  <c:v>-1.6999999999999994E-2</c:v>
                </c:pt>
                <c:pt idx="30">
                  <c:v>-1.6E-2</c:v>
                </c:pt>
                <c:pt idx="31">
                  <c:v>-1.6E-2</c:v>
                </c:pt>
                <c:pt idx="32">
                  <c:v>-1.2E-2</c:v>
                </c:pt>
                <c:pt idx="33">
                  <c:v>-1.4999999999999999E-2</c:v>
                </c:pt>
                <c:pt idx="34">
                  <c:v>-2.1999999999999999E-2</c:v>
                </c:pt>
                <c:pt idx="35">
                  <c:v>-2.5000000000000001E-2</c:v>
                </c:pt>
                <c:pt idx="36">
                  <c:v>-2.2000000000000006E-2</c:v>
                </c:pt>
                <c:pt idx="37">
                  <c:v>-2.1999999999999995E-2</c:v>
                </c:pt>
                <c:pt idx="38">
                  <c:v>-1.9000000000000003E-2</c:v>
                </c:pt>
                <c:pt idx="39">
                  <c:v>-1.5000000000000001E-2</c:v>
                </c:pt>
                <c:pt idx="40">
                  <c:v>-1.6E-2</c:v>
                </c:pt>
                <c:pt idx="41">
                  <c:v>-1.6999999999999994E-2</c:v>
                </c:pt>
                <c:pt idx="42">
                  <c:v>-0.02</c:v>
                </c:pt>
                <c:pt idx="43">
                  <c:v>-1.9000000000000003E-2</c:v>
                </c:pt>
                <c:pt idx="44">
                  <c:v>-2.1000000000000005E-2</c:v>
                </c:pt>
                <c:pt idx="45">
                  <c:v>-2.0000000000000004E-2</c:v>
                </c:pt>
                <c:pt idx="46">
                  <c:v>-1.7000000000000001E-2</c:v>
                </c:pt>
                <c:pt idx="47">
                  <c:v>-1.5000000000000001E-2</c:v>
                </c:pt>
                <c:pt idx="48">
                  <c:v>-1.3000000000000003E-2</c:v>
                </c:pt>
                <c:pt idx="49">
                  <c:v>-1.4000000000000002E-2</c:v>
                </c:pt>
                <c:pt idx="50">
                  <c:v>-1.5000000000000003E-2</c:v>
                </c:pt>
                <c:pt idx="51">
                  <c:v>-1.7999999999999999E-2</c:v>
                </c:pt>
                <c:pt idx="52">
                  <c:v>-1.7000000000000001E-2</c:v>
                </c:pt>
                <c:pt idx="53">
                  <c:v>-2.1000000000000005E-2</c:v>
                </c:pt>
                <c:pt idx="54">
                  <c:v>-2.0999999999999998E-2</c:v>
                </c:pt>
                <c:pt idx="55">
                  <c:v>-1.8000000000000002E-2</c:v>
                </c:pt>
                <c:pt idx="56">
                  <c:v>-1.9000000000000003E-2</c:v>
                </c:pt>
                <c:pt idx="57">
                  <c:v>-1.4999999999999999E-2</c:v>
                </c:pt>
                <c:pt idx="58">
                  <c:v>-9.0000000000000028E-3</c:v>
                </c:pt>
                <c:pt idx="59">
                  <c:v>-1.2E-2</c:v>
                </c:pt>
                <c:pt idx="60">
                  <c:v>-8.9999999999999993E-3</c:v>
                </c:pt>
                <c:pt idx="61">
                  <c:v>-7.000000000000001E-3</c:v>
                </c:pt>
                <c:pt idx="62">
                  <c:v>-4.0000000000000001E-3</c:v>
                </c:pt>
                <c:pt idx="63">
                  <c:v>-9.0000000000000011E-3</c:v>
                </c:pt>
                <c:pt idx="64">
                  <c:v>-9.0000000000000011E-3</c:v>
                </c:pt>
                <c:pt idx="65">
                  <c:v>-1.2E-2</c:v>
                </c:pt>
                <c:pt idx="66">
                  <c:v>-7.000000000000001E-3</c:v>
                </c:pt>
                <c:pt idx="67">
                  <c:v>-9.0000000000000011E-3</c:v>
                </c:pt>
                <c:pt idx="68">
                  <c:v>-9.0000000000000011E-3</c:v>
                </c:pt>
                <c:pt idx="69">
                  <c:v>-9.0000000000000011E-3</c:v>
                </c:pt>
                <c:pt idx="70">
                  <c:v>-5.000000000000001E-3</c:v>
                </c:pt>
                <c:pt idx="71">
                  <c:v>-6.9999999999999993E-3</c:v>
                </c:pt>
                <c:pt idx="72">
                  <c:v>-7.0000000000000027E-3</c:v>
                </c:pt>
                <c:pt idx="73">
                  <c:v>-9.0000000000000011E-3</c:v>
                </c:pt>
                <c:pt idx="74">
                  <c:v>-9.0000000000000011E-3</c:v>
                </c:pt>
                <c:pt idx="75">
                  <c:v>-6.0000000000000001E-3</c:v>
                </c:pt>
                <c:pt idx="76">
                  <c:v>-6.0000000000000001E-3</c:v>
                </c:pt>
                <c:pt idx="77">
                  <c:v>-0.01</c:v>
                </c:pt>
                <c:pt idx="78">
                  <c:v>-8.9999999999999993E-3</c:v>
                </c:pt>
                <c:pt idx="79">
                  <c:v>-6.9999999999999993E-3</c:v>
                </c:pt>
                <c:pt idx="80">
                  <c:v>-4.0000000000000001E-3</c:v>
                </c:pt>
                <c:pt idx="81">
                  <c:v>-4.9999999999999992E-3</c:v>
                </c:pt>
                <c:pt idx="82">
                  <c:v>-7.000000000000001E-3</c:v>
                </c:pt>
                <c:pt idx="83">
                  <c:v>-5.000000000000001E-3</c:v>
                </c:pt>
                <c:pt idx="84">
                  <c:v>-4.0000000000000001E-3</c:v>
                </c:pt>
                <c:pt idx="85">
                  <c:v>-3.0000000000000009E-3</c:v>
                </c:pt>
                <c:pt idx="86">
                  <c:v>-6.0000000000000001E-3</c:v>
                </c:pt>
                <c:pt idx="87">
                  <c:v>-6.0000000000000001E-3</c:v>
                </c:pt>
                <c:pt idx="88">
                  <c:v>-8.0000000000000002E-3</c:v>
                </c:pt>
                <c:pt idx="89">
                  <c:v>-4.0000000000000001E-3</c:v>
                </c:pt>
                <c:pt idx="90">
                  <c:v>-2E-3</c:v>
                </c:pt>
                <c:pt idx="91">
                  <c:v>-1.9999999999999996E-3</c:v>
                </c:pt>
                <c:pt idx="92">
                  <c:v>-5.000000000000001E-3</c:v>
                </c:pt>
                <c:pt idx="93">
                  <c:v>-5.000000000000001E-3</c:v>
                </c:pt>
                <c:pt idx="94">
                  <c:v>-6.0000000000000001E-3</c:v>
                </c:pt>
                <c:pt idx="95">
                  <c:v>-6.0000000000000001E-3</c:v>
                </c:pt>
                <c:pt idx="96">
                  <c:v>-8.0000000000000002E-3</c:v>
                </c:pt>
                <c:pt idx="97">
                  <c:v>-6.0000000000000001E-3</c:v>
                </c:pt>
                <c:pt idx="98">
                  <c:v>-5.000000000000001E-3</c:v>
                </c:pt>
                <c:pt idx="99">
                  <c:v>-5.000000000000001E-3</c:v>
                </c:pt>
                <c:pt idx="100">
                  <c:v>-4.9999999999999992E-3</c:v>
                </c:pt>
                <c:pt idx="101">
                  <c:v>-4.9999999999999992E-3</c:v>
                </c:pt>
                <c:pt idx="102">
                  <c:v>-4.0000000000000001E-3</c:v>
                </c:pt>
                <c:pt idx="103">
                  <c:v>-2.9999999999999996E-3</c:v>
                </c:pt>
                <c:pt idx="104">
                  <c:v>-1.9999999999999996E-3</c:v>
                </c:pt>
                <c:pt idx="105">
                  <c:v>-4.0000000000000001E-3</c:v>
                </c:pt>
                <c:pt idx="106">
                  <c:v>-4.9999999999999992E-3</c:v>
                </c:pt>
                <c:pt idx="107">
                  <c:v>-2.9999999999999996E-3</c:v>
                </c:pt>
                <c:pt idx="108">
                  <c:v>-1.9999999999999996E-3</c:v>
                </c:pt>
                <c:pt idx="109">
                  <c:v>-4.0000000000000001E-3</c:v>
                </c:pt>
                <c:pt idx="110">
                  <c:v>-4.0000000000000001E-3</c:v>
                </c:pt>
                <c:pt idx="111">
                  <c:v>0</c:v>
                </c:pt>
                <c:pt idx="112">
                  <c:v>0</c:v>
                </c:pt>
                <c:pt idx="113">
                  <c:v>-3.0000000000000005E-3</c:v>
                </c:pt>
                <c:pt idx="114">
                  <c:v>-2.0000000000000005E-3</c:v>
                </c:pt>
                <c:pt idx="115">
                  <c:v>-1.9999999999999996E-3</c:v>
                </c:pt>
                <c:pt idx="116">
                  <c:v>-1.0000000000000009E-3</c:v>
                </c:pt>
                <c:pt idx="117">
                  <c:v>-9.9999999999999915E-4</c:v>
                </c:pt>
                <c:pt idx="118">
                  <c:v>-1.0000000000000005E-3</c:v>
                </c:pt>
                <c:pt idx="119">
                  <c:v>-2.0000000000000005E-3</c:v>
                </c:pt>
                <c:pt idx="120">
                  <c:v>2E-3</c:v>
                </c:pt>
                <c:pt idx="121">
                  <c:v>0</c:v>
                </c:pt>
                <c:pt idx="122">
                  <c:v>-2E-3</c:v>
                </c:pt>
                <c:pt idx="123">
                  <c:v>-4.0000000000000001E-3</c:v>
                </c:pt>
                <c:pt idx="124">
                  <c:v>-2E-3</c:v>
                </c:pt>
                <c:pt idx="125">
                  <c:v>-2E-3</c:v>
                </c:pt>
                <c:pt idx="126">
                  <c:v>0</c:v>
                </c:pt>
                <c:pt idx="127">
                  <c:v>0</c:v>
                </c:pt>
                <c:pt idx="128">
                  <c:v>-2.9999999999999996E-3</c:v>
                </c:pt>
                <c:pt idx="129">
                  <c:v>-2.0000000000000005E-3</c:v>
                </c:pt>
                <c:pt idx="130">
                  <c:v>-1E-3</c:v>
                </c:pt>
                <c:pt idx="131">
                  <c:v>-1E-3</c:v>
                </c:pt>
                <c:pt idx="132">
                  <c:v>1E-3</c:v>
                </c:pt>
                <c:pt idx="133">
                  <c:v>-2.0000000000000005E-3</c:v>
                </c:pt>
                <c:pt idx="134">
                  <c:v>0</c:v>
                </c:pt>
                <c:pt idx="135">
                  <c:v>-1E-3</c:v>
                </c:pt>
                <c:pt idx="136">
                  <c:v>-1E-3</c:v>
                </c:pt>
                <c:pt idx="137">
                  <c:v>-2E-3</c:v>
                </c:pt>
                <c:pt idx="138">
                  <c:v>-1E-3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1E-3</c:v>
                </c:pt>
                <c:pt idx="143">
                  <c:v>1E-3</c:v>
                </c:pt>
                <c:pt idx="144">
                  <c:v>1E-3</c:v>
                </c:pt>
                <c:pt idx="145">
                  <c:v>2E-3</c:v>
                </c:pt>
                <c:pt idx="146">
                  <c:v>2E-3</c:v>
                </c:pt>
                <c:pt idx="147">
                  <c:v>1E-3</c:v>
                </c:pt>
                <c:pt idx="148">
                  <c:v>1E-3</c:v>
                </c:pt>
                <c:pt idx="149">
                  <c:v>-1E-3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1E-3</c:v>
                </c:pt>
                <c:pt idx="154">
                  <c:v>1E-3</c:v>
                </c:pt>
                <c:pt idx="155">
                  <c:v>-1E-3</c:v>
                </c:pt>
                <c:pt idx="156">
                  <c:v>0</c:v>
                </c:pt>
                <c:pt idx="157">
                  <c:v>2E-3</c:v>
                </c:pt>
                <c:pt idx="158">
                  <c:v>1E-3</c:v>
                </c:pt>
                <c:pt idx="159">
                  <c:v>2E-3</c:v>
                </c:pt>
                <c:pt idx="160">
                  <c:v>1E-3</c:v>
                </c:pt>
                <c:pt idx="161">
                  <c:v>2E-3</c:v>
                </c:pt>
                <c:pt idx="162">
                  <c:v>2E-3</c:v>
                </c:pt>
                <c:pt idx="163">
                  <c:v>2E-3</c:v>
                </c:pt>
                <c:pt idx="164">
                  <c:v>2E-3</c:v>
                </c:pt>
                <c:pt idx="165">
                  <c:v>3.0000000000000001E-3</c:v>
                </c:pt>
                <c:pt idx="166">
                  <c:v>1E-3</c:v>
                </c:pt>
                <c:pt idx="167">
                  <c:v>2E-3</c:v>
                </c:pt>
                <c:pt idx="168">
                  <c:v>0</c:v>
                </c:pt>
                <c:pt idx="169">
                  <c:v>1E-3</c:v>
                </c:pt>
                <c:pt idx="170">
                  <c:v>4.0000000000000001E-3</c:v>
                </c:pt>
                <c:pt idx="171">
                  <c:v>4.0000000000000001E-3</c:v>
                </c:pt>
                <c:pt idx="172">
                  <c:v>3.0000000000000001E-3</c:v>
                </c:pt>
                <c:pt idx="173">
                  <c:v>4.0000000000000001E-3</c:v>
                </c:pt>
                <c:pt idx="174">
                  <c:v>1E-3</c:v>
                </c:pt>
                <c:pt idx="175">
                  <c:v>1E-3</c:v>
                </c:pt>
                <c:pt idx="176">
                  <c:v>3.0000000000000001E-3</c:v>
                </c:pt>
                <c:pt idx="177">
                  <c:v>3.0000000000000001E-3</c:v>
                </c:pt>
                <c:pt idx="178">
                  <c:v>3.0000000000000001E-3</c:v>
                </c:pt>
                <c:pt idx="179">
                  <c:v>2E-3</c:v>
                </c:pt>
                <c:pt idx="180">
                  <c:v>2E-3</c:v>
                </c:pt>
                <c:pt idx="181">
                  <c:v>2E-3</c:v>
                </c:pt>
                <c:pt idx="182">
                  <c:v>0</c:v>
                </c:pt>
                <c:pt idx="183">
                  <c:v>1E-3</c:v>
                </c:pt>
                <c:pt idx="184">
                  <c:v>3.0000000000000001E-3</c:v>
                </c:pt>
                <c:pt idx="185">
                  <c:v>3.0000000000000001E-3</c:v>
                </c:pt>
                <c:pt idx="186">
                  <c:v>2E-3</c:v>
                </c:pt>
                <c:pt idx="187">
                  <c:v>2E-3</c:v>
                </c:pt>
                <c:pt idx="188">
                  <c:v>3.0000000000000001E-3</c:v>
                </c:pt>
                <c:pt idx="189">
                  <c:v>3.0000000000000001E-3</c:v>
                </c:pt>
                <c:pt idx="190">
                  <c:v>4.0000000000000001E-3</c:v>
                </c:pt>
                <c:pt idx="191">
                  <c:v>4.0000000000000001E-3</c:v>
                </c:pt>
                <c:pt idx="192">
                  <c:v>3.0000000000000001E-3</c:v>
                </c:pt>
                <c:pt idx="193">
                  <c:v>3.0000000000000001E-3</c:v>
                </c:pt>
                <c:pt idx="194">
                  <c:v>2E-3</c:v>
                </c:pt>
                <c:pt idx="195">
                  <c:v>3.0000000000000001E-3</c:v>
                </c:pt>
                <c:pt idx="196">
                  <c:v>4.0000000000000001E-3</c:v>
                </c:pt>
                <c:pt idx="197">
                  <c:v>4.0000000000000001E-3</c:v>
                </c:pt>
                <c:pt idx="198">
                  <c:v>3.0000000000000001E-3</c:v>
                </c:pt>
                <c:pt idx="199">
                  <c:v>6.0000000000000001E-3</c:v>
                </c:pt>
                <c:pt idx="200">
                  <c:v>5.0000000000000001E-3</c:v>
                </c:pt>
                <c:pt idx="201">
                  <c:v>5.000000000000001E-3</c:v>
                </c:pt>
                <c:pt idx="202">
                  <c:v>4.0000000000000001E-3</c:v>
                </c:pt>
                <c:pt idx="203">
                  <c:v>5.0000000000000001E-3</c:v>
                </c:pt>
                <c:pt idx="204">
                  <c:v>3.0000000000000001E-3</c:v>
                </c:pt>
                <c:pt idx="205">
                  <c:v>4.0000000000000001E-3</c:v>
                </c:pt>
                <c:pt idx="206">
                  <c:v>3.0000000000000001E-3</c:v>
                </c:pt>
                <c:pt idx="207">
                  <c:v>3.0000000000000001E-3</c:v>
                </c:pt>
                <c:pt idx="208">
                  <c:v>3.0000000000000001E-3</c:v>
                </c:pt>
                <c:pt idx="209">
                  <c:v>4.0000000000000001E-3</c:v>
                </c:pt>
                <c:pt idx="210">
                  <c:v>4.0000000000000001E-3</c:v>
                </c:pt>
                <c:pt idx="211">
                  <c:v>2.9999999999999996E-3</c:v>
                </c:pt>
                <c:pt idx="212">
                  <c:v>5.000000000000001E-3</c:v>
                </c:pt>
                <c:pt idx="213">
                  <c:v>4.9999999999999992E-3</c:v>
                </c:pt>
                <c:pt idx="214">
                  <c:v>4.0000000000000001E-3</c:v>
                </c:pt>
                <c:pt idx="215">
                  <c:v>4.0000000000000001E-3</c:v>
                </c:pt>
                <c:pt idx="216">
                  <c:v>5.0000000000000001E-3</c:v>
                </c:pt>
                <c:pt idx="217">
                  <c:v>4.0000000000000001E-3</c:v>
                </c:pt>
                <c:pt idx="218">
                  <c:v>4.0000000000000001E-3</c:v>
                </c:pt>
                <c:pt idx="219">
                  <c:v>2E-3</c:v>
                </c:pt>
                <c:pt idx="220">
                  <c:v>3.0000000000000001E-3</c:v>
                </c:pt>
                <c:pt idx="221">
                  <c:v>4.0000000000000001E-3</c:v>
                </c:pt>
                <c:pt idx="222">
                  <c:v>2E-3</c:v>
                </c:pt>
                <c:pt idx="223">
                  <c:v>2E-3</c:v>
                </c:pt>
                <c:pt idx="224">
                  <c:v>2E-3</c:v>
                </c:pt>
                <c:pt idx="225">
                  <c:v>2E-3</c:v>
                </c:pt>
                <c:pt idx="226">
                  <c:v>3.0000000000000001E-3</c:v>
                </c:pt>
                <c:pt idx="227">
                  <c:v>2E-3</c:v>
                </c:pt>
                <c:pt idx="228">
                  <c:v>1E-3</c:v>
                </c:pt>
                <c:pt idx="229">
                  <c:v>2E-3</c:v>
                </c:pt>
                <c:pt idx="230">
                  <c:v>2E-3</c:v>
                </c:pt>
                <c:pt idx="231">
                  <c:v>5.000000000000001E-3</c:v>
                </c:pt>
                <c:pt idx="232">
                  <c:v>4.0000000000000001E-3</c:v>
                </c:pt>
                <c:pt idx="233">
                  <c:v>4.0000000000000001E-3</c:v>
                </c:pt>
                <c:pt idx="234">
                  <c:v>2E-3</c:v>
                </c:pt>
                <c:pt idx="235">
                  <c:v>2E-3</c:v>
                </c:pt>
                <c:pt idx="236">
                  <c:v>3.0000000000000001E-3</c:v>
                </c:pt>
                <c:pt idx="237">
                  <c:v>2E-3</c:v>
                </c:pt>
                <c:pt idx="238">
                  <c:v>2E-3</c:v>
                </c:pt>
                <c:pt idx="239">
                  <c:v>0</c:v>
                </c:pt>
                <c:pt idx="240">
                  <c:v>3.0000000000000001E-3</c:v>
                </c:pt>
                <c:pt idx="241">
                  <c:v>2E-3</c:v>
                </c:pt>
                <c:pt idx="242">
                  <c:v>4.0000000000000001E-3</c:v>
                </c:pt>
                <c:pt idx="243">
                  <c:v>4.0000000000000001E-3</c:v>
                </c:pt>
                <c:pt idx="244">
                  <c:v>3.0000000000000005E-3</c:v>
                </c:pt>
                <c:pt idx="245">
                  <c:v>5.0000000000000001E-3</c:v>
                </c:pt>
                <c:pt idx="246">
                  <c:v>5.0000000000000001E-3</c:v>
                </c:pt>
                <c:pt idx="247">
                  <c:v>3.0000000000000001E-3</c:v>
                </c:pt>
                <c:pt idx="248">
                  <c:v>4.0000000000000001E-3</c:v>
                </c:pt>
                <c:pt idx="249">
                  <c:v>2E-3</c:v>
                </c:pt>
                <c:pt idx="250">
                  <c:v>2E-3</c:v>
                </c:pt>
                <c:pt idx="251">
                  <c:v>3.0000000000000001E-3</c:v>
                </c:pt>
                <c:pt idx="252">
                  <c:v>0</c:v>
                </c:pt>
                <c:pt idx="253">
                  <c:v>3.0000000000000001E-3</c:v>
                </c:pt>
                <c:pt idx="254">
                  <c:v>3.0000000000000001E-3</c:v>
                </c:pt>
                <c:pt idx="255">
                  <c:v>4.0000000000000001E-3</c:v>
                </c:pt>
                <c:pt idx="256">
                  <c:v>4.0000000000000001E-3</c:v>
                </c:pt>
                <c:pt idx="257">
                  <c:v>4.0000000000000001E-3</c:v>
                </c:pt>
                <c:pt idx="258">
                  <c:v>4.9999999999999992E-3</c:v>
                </c:pt>
                <c:pt idx="259">
                  <c:v>4.0000000000000001E-3</c:v>
                </c:pt>
                <c:pt idx="260">
                  <c:v>6.0000000000000001E-3</c:v>
                </c:pt>
                <c:pt idx="261">
                  <c:v>4.0000000000000001E-3</c:v>
                </c:pt>
                <c:pt idx="262">
                  <c:v>3.0000000000000001E-3</c:v>
                </c:pt>
                <c:pt idx="263">
                  <c:v>4.0000000000000001E-3</c:v>
                </c:pt>
                <c:pt idx="264">
                  <c:v>5.0000000000000001E-3</c:v>
                </c:pt>
                <c:pt idx="265">
                  <c:v>5.000000000000001E-3</c:v>
                </c:pt>
                <c:pt idx="266">
                  <c:v>4.0000000000000001E-3</c:v>
                </c:pt>
                <c:pt idx="267">
                  <c:v>7.000000000000001E-3</c:v>
                </c:pt>
                <c:pt idx="268">
                  <c:v>4.0000000000000001E-3</c:v>
                </c:pt>
                <c:pt idx="269">
                  <c:v>2E-3</c:v>
                </c:pt>
                <c:pt idx="270">
                  <c:v>5.0000000000000001E-3</c:v>
                </c:pt>
                <c:pt idx="271">
                  <c:v>3.0000000000000005E-3</c:v>
                </c:pt>
                <c:pt idx="272">
                  <c:v>2E-3</c:v>
                </c:pt>
                <c:pt idx="273">
                  <c:v>2E-3</c:v>
                </c:pt>
                <c:pt idx="274">
                  <c:v>4.0000000000000001E-3</c:v>
                </c:pt>
                <c:pt idx="275">
                  <c:v>6.0000000000000001E-3</c:v>
                </c:pt>
                <c:pt idx="276">
                  <c:v>6.0000000000000001E-3</c:v>
                </c:pt>
                <c:pt idx="277">
                  <c:v>6.9999999999999993E-3</c:v>
                </c:pt>
                <c:pt idx="278">
                  <c:v>8.0000000000000002E-3</c:v>
                </c:pt>
                <c:pt idx="279">
                  <c:v>4.0000000000000001E-3</c:v>
                </c:pt>
                <c:pt idx="280">
                  <c:v>5.0000000000000001E-3</c:v>
                </c:pt>
                <c:pt idx="281">
                  <c:v>7.0000000000000001E-3</c:v>
                </c:pt>
                <c:pt idx="282">
                  <c:v>6.0000000000000001E-3</c:v>
                </c:pt>
                <c:pt idx="283">
                  <c:v>7.000000000000001E-3</c:v>
                </c:pt>
                <c:pt idx="284">
                  <c:v>6.9999999999999993E-3</c:v>
                </c:pt>
                <c:pt idx="285">
                  <c:v>4.0000000000000001E-3</c:v>
                </c:pt>
                <c:pt idx="286">
                  <c:v>3.0000000000000001E-3</c:v>
                </c:pt>
                <c:pt idx="287">
                  <c:v>4.0000000000000001E-3</c:v>
                </c:pt>
                <c:pt idx="288">
                  <c:v>6.0000000000000001E-3</c:v>
                </c:pt>
                <c:pt idx="289">
                  <c:v>7.0000000000000001E-3</c:v>
                </c:pt>
                <c:pt idx="290">
                  <c:v>5.0000000000000001E-3</c:v>
                </c:pt>
                <c:pt idx="291">
                  <c:v>5.0000000000000001E-3</c:v>
                </c:pt>
                <c:pt idx="292">
                  <c:v>6.0000000000000001E-3</c:v>
                </c:pt>
                <c:pt idx="293">
                  <c:v>8.9999999999999993E-3</c:v>
                </c:pt>
                <c:pt idx="294">
                  <c:v>1.1000000000000001E-2</c:v>
                </c:pt>
                <c:pt idx="295">
                  <c:v>8.0000000000000002E-3</c:v>
                </c:pt>
                <c:pt idx="296">
                  <c:v>8.9999999999999993E-3</c:v>
                </c:pt>
                <c:pt idx="297">
                  <c:v>6.9999999999999993E-3</c:v>
                </c:pt>
                <c:pt idx="298">
                  <c:v>7.000000000000001E-3</c:v>
                </c:pt>
                <c:pt idx="299">
                  <c:v>2E-3</c:v>
                </c:pt>
                <c:pt idx="300">
                  <c:v>2E-3</c:v>
                </c:pt>
                <c:pt idx="301">
                  <c:v>8.9999999999999993E-3</c:v>
                </c:pt>
                <c:pt idx="302">
                  <c:v>8.9999999999999993E-3</c:v>
                </c:pt>
                <c:pt idx="303">
                  <c:v>8.0000000000000002E-3</c:v>
                </c:pt>
                <c:pt idx="304">
                  <c:v>4.0000000000000001E-3</c:v>
                </c:pt>
                <c:pt idx="305">
                  <c:v>7.000000000000001E-3</c:v>
                </c:pt>
                <c:pt idx="306">
                  <c:v>9.9999999999999985E-3</c:v>
                </c:pt>
                <c:pt idx="307">
                  <c:v>6.0000000000000001E-3</c:v>
                </c:pt>
                <c:pt idx="308">
                  <c:v>8.9999999999999993E-3</c:v>
                </c:pt>
                <c:pt idx="309">
                  <c:v>7.000000000000001E-3</c:v>
                </c:pt>
                <c:pt idx="310">
                  <c:v>0.01</c:v>
                </c:pt>
                <c:pt idx="311">
                  <c:v>0.01</c:v>
                </c:pt>
                <c:pt idx="312">
                  <c:v>9.0000000000000011E-3</c:v>
                </c:pt>
                <c:pt idx="313">
                  <c:v>8.0000000000000002E-3</c:v>
                </c:pt>
                <c:pt idx="314">
                  <c:v>8.9999999999999993E-3</c:v>
                </c:pt>
                <c:pt idx="315">
                  <c:v>6.9999999999999993E-3</c:v>
                </c:pt>
                <c:pt idx="316">
                  <c:v>8.9999999999999993E-3</c:v>
                </c:pt>
                <c:pt idx="317">
                  <c:v>8.9999999999999993E-3</c:v>
                </c:pt>
                <c:pt idx="318">
                  <c:v>7.0000000000000001E-3</c:v>
                </c:pt>
                <c:pt idx="319">
                  <c:v>8.0000000000000002E-3</c:v>
                </c:pt>
                <c:pt idx="320">
                  <c:v>9.0000000000000011E-3</c:v>
                </c:pt>
                <c:pt idx="321">
                  <c:v>8.0000000000000002E-3</c:v>
                </c:pt>
                <c:pt idx="322">
                  <c:v>9.9999999999999985E-3</c:v>
                </c:pt>
                <c:pt idx="323">
                  <c:v>6.0000000000000001E-3</c:v>
                </c:pt>
                <c:pt idx="324">
                  <c:v>5.000000000000001E-3</c:v>
                </c:pt>
                <c:pt idx="325">
                  <c:v>5.0000000000000001E-3</c:v>
                </c:pt>
                <c:pt idx="326">
                  <c:v>3.0000000000000001E-3</c:v>
                </c:pt>
                <c:pt idx="327">
                  <c:v>6.0000000000000001E-3</c:v>
                </c:pt>
                <c:pt idx="328">
                  <c:v>6.0000000000000001E-3</c:v>
                </c:pt>
                <c:pt idx="329">
                  <c:v>7.000000000000001E-3</c:v>
                </c:pt>
                <c:pt idx="330">
                  <c:v>8.9999999999999993E-3</c:v>
                </c:pt>
                <c:pt idx="331">
                  <c:v>0.01</c:v>
                </c:pt>
                <c:pt idx="332">
                  <c:v>8.9999999999999993E-3</c:v>
                </c:pt>
                <c:pt idx="333">
                  <c:v>1.2999999999999999E-2</c:v>
                </c:pt>
                <c:pt idx="334">
                  <c:v>0.01</c:v>
                </c:pt>
                <c:pt idx="335">
                  <c:v>8.0000000000000002E-3</c:v>
                </c:pt>
                <c:pt idx="336">
                  <c:v>0.01</c:v>
                </c:pt>
                <c:pt idx="337">
                  <c:v>1.3000000000000001E-2</c:v>
                </c:pt>
                <c:pt idx="338">
                  <c:v>1.1000000000000001E-2</c:v>
                </c:pt>
                <c:pt idx="339">
                  <c:v>7.000000000000001E-3</c:v>
                </c:pt>
                <c:pt idx="340">
                  <c:v>9.0000000000000011E-3</c:v>
                </c:pt>
                <c:pt idx="341">
                  <c:v>6.0000000000000001E-3</c:v>
                </c:pt>
                <c:pt idx="342">
                  <c:v>1.2E-2</c:v>
                </c:pt>
                <c:pt idx="343">
                  <c:v>9.9999999999999985E-3</c:v>
                </c:pt>
                <c:pt idx="344">
                  <c:v>7.0000000000000001E-3</c:v>
                </c:pt>
                <c:pt idx="345">
                  <c:v>1.1000000000000001E-2</c:v>
                </c:pt>
                <c:pt idx="346">
                  <c:v>1.6E-2</c:v>
                </c:pt>
                <c:pt idx="347">
                  <c:v>1.2E-2</c:v>
                </c:pt>
                <c:pt idx="348">
                  <c:v>1.2E-2</c:v>
                </c:pt>
                <c:pt idx="349">
                  <c:v>6.0000000000000001E-3</c:v>
                </c:pt>
                <c:pt idx="350">
                  <c:v>4.9999999999999992E-3</c:v>
                </c:pt>
                <c:pt idx="351">
                  <c:v>6.9999999999999993E-3</c:v>
                </c:pt>
                <c:pt idx="352">
                  <c:v>4.0000000000000001E-3</c:v>
                </c:pt>
                <c:pt idx="353">
                  <c:v>8.9999999999999993E-3</c:v>
                </c:pt>
                <c:pt idx="354">
                  <c:v>1.0999999999999999E-2</c:v>
                </c:pt>
                <c:pt idx="355">
                  <c:v>1.2999999999999999E-2</c:v>
                </c:pt>
                <c:pt idx="356">
                  <c:v>1.0999999999999999E-2</c:v>
                </c:pt>
                <c:pt idx="357">
                  <c:v>0.01</c:v>
                </c:pt>
                <c:pt idx="358">
                  <c:v>8.0000000000000002E-3</c:v>
                </c:pt>
                <c:pt idx="359">
                  <c:v>6.0000000000000001E-3</c:v>
                </c:pt>
                <c:pt idx="360">
                  <c:v>6.0000000000000001E-3</c:v>
                </c:pt>
                <c:pt idx="361">
                  <c:v>1.0999999999999999E-2</c:v>
                </c:pt>
                <c:pt idx="362">
                  <c:v>1.2E-2</c:v>
                </c:pt>
                <c:pt idx="363">
                  <c:v>0.01</c:v>
                </c:pt>
                <c:pt idx="364">
                  <c:v>1.1999999999999999E-2</c:v>
                </c:pt>
                <c:pt idx="365">
                  <c:v>1.2E-2</c:v>
                </c:pt>
                <c:pt idx="366">
                  <c:v>9.0000000000000011E-3</c:v>
                </c:pt>
                <c:pt idx="367">
                  <c:v>0.01</c:v>
                </c:pt>
                <c:pt idx="368">
                  <c:v>1.0999999999999999E-2</c:v>
                </c:pt>
                <c:pt idx="369">
                  <c:v>1.2999999999999999E-2</c:v>
                </c:pt>
                <c:pt idx="370">
                  <c:v>1.4999999999999999E-2</c:v>
                </c:pt>
                <c:pt idx="371">
                  <c:v>1.6E-2</c:v>
                </c:pt>
                <c:pt idx="372">
                  <c:v>1.1000000000000001E-2</c:v>
                </c:pt>
                <c:pt idx="373">
                  <c:v>8.0000000000000002E-3</c:v>
                </c:pt>
                <c:pt idx="374">
                  <c:v>1.0999999999999999E-2</c:v>
                </c:pt>
                <c:pt idx="375">
                  <c:v>1.2E-2</c:v>
                </c:pt>
                <c:pt idx="376">
                  <c:v>1.2E-2</c:v>
                </c:pt>
                <c:pt idx="377">
                  <c:v>6.9999999999999993E-3</c:v>
                </c:pt>
                <c:pt idx="378">
                  <c:v>8.0000000000000002E-3</c:v>
                </c:pt>
                <c:pt idx="379">
                  <c:v>1.0999999999999999E-2</c:v>
                </c:pt>
                <c:pt idx="380">
                  <c:v>6.0000000000000001E-3</c:v>
                </c:pt>
                <c:pt idx="381">
                  <c:v>0.01</c:v>
                </c:pt>
                <c:pt idx="382">
                  <c:v>0.01</c:v>
                </c:pt>
                <c:pt idx="383">
                  <c:v>6.0000000000000001E-3</c:v>
                </c:pt>
                <c:pt idx="384">
                  <c:v>6.0000000000000001E-3</c:v>
                </c:pt>
                <c:pt idx="385">
                  <c:v>1.0999999999999999E-2</c:v>
                </c:pt>
                <c:pt idx="386">
                  <c:v>3.0000000000000001E-3</c:v>
                </c:pt>
                <c:pt idx="387">
                  <c:v>6.0000000000000001E-3</c:v>
                </c:pt>
                <c:pt idx="388">
                  <c:v>1.1999999999999999E-2</c:v>
                </c:pt>
                <c:pt idx="389">
                  <c:v>1.0999999999999999E-2</c:v>
                </c:pt>
                <c:pt idx="390">
                  <c:v>5.000000000000001E-3</c:v>
                </c:pt>
                <c:pt idx="391">
                  <c:v>8.0000000000000002E-3</c:v>
                </c:pt>
                <c:pt idx="392">
                  <c:v>8.9999999999999993E-3</c:v>
                </c:pt>
                <c:pt idx="393">
                  <c:v>6.9999999999999993E-3</c:v>
                </c:pt>
                <c:pt idx="394">
                  <c:v>1.1000000000000001E-2</c:v>
                </c:pt>
                <c:pt idx="395">
                  <c:v>1.0999999999999999E-2</c:v>
                </c:pt>
                <c:pt idx="396">
                  <c:v>6.0000000000000001E-3</c:v>
                </c:pt>
                <c:pt idx="397">
                  <c:v>8.0000000000000002E-3</c:v>
                </c:pt>
                <c:pt idx="398">
                  <c:v>8.0000000000000002E-3</c:v>
                </c:pt>
                <c:pt idx="399">
                  <c:v>8.9999999999999993E-3</c:v>
                </c:pt>
                <c:pt idx="400">
                  <c:v>6.0000000000000001E-3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898-4458-A323-3849D73148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0222143"/>
        <c:axId val="1310219743"/>
      </c:scatterChart>
      <c:valAx>
        <c:axId val="1310222143"/>
        <c:scaling>
          <c:orientation val="minMax"/>
          <c:max val="750"/>
          <c:min val="35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19743"/>
        <c:crosses val="autoZero"/>
        <c:crossBetween val="midCat"/>
      </c:valAx>
      <c:valAx>
        <c:axId val="1310219743"/>
        <c:scaling>
          <c:orientation val="minMax"/>
          <c:max val="6.0000000000000012E-2"/>
          <c:min val="-4.5000000000000012E-2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10222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4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0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6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1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4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1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1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17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4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7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78EA6-B1D9-4381-8ECD-C273EA89CCB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61B4A-0BAF-4764-A83B-79164BF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6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11" Type="http://schemas.openxmlformats.org/officeDocument/2006/relationships/image" Target="../media/image2.tif"/><Relationship Id="rId5" Type="http://schemas.openxmlformats.org/officeDocument/2006/relationships/chart" Target="../charts/chart4.xml"/><Relationship Id="rId10" Type="http://schemas.openxmlformats.org/officeDocument/2006/relationships/image" Target="../media/image1.tif"/><Relationship Id="rId4" Type="http://schemas.openxmlformats.org/officeDocument/2006/relationships/chart" Target="../charts/chart3.xml"/><Relationship Id="rId9" Type="http://schemas.openxmlformats.org/officeDocument/2006/relationships/chart" Target="../charts/char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AD6DEBB-C4A9-7D4B-CBF6-A2CD9EDF3538}"/>
              </a:ext>
            </a:extLst>
          </p:cNvPr>
          <p:cNvGrpSpPr/>
          <p:nvPr/>
        </p:nvGrpSpPr>
        <p:grpSpPr>
          <a:xfrm>
            <a:off x="-3186886" y="-1"/>
            <a:ext cx="10972932" cy="17066351"/>
            <a:chOff x="-3186886" y="-1"/>
            <a:chExt cx="10972932" cy="17066351"/>
          </a:xfrm>
        </p:grpSpPr>
        <p:graphicFrame>
          <p:nvGraphicFramePr>
            <p:cNvPr id="17" name="Chart 16">
              <a:extLst>
                <a:ext uri="{FF2B5EF4-FFF2-40B4-BE49-F238E27FC236}">
                  <a16:creationId xmlns:a16="http://schemas.microsoft.com/office/drawing/2014/main" id="{00000000-0008-0000-0000-000002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21503031"/>
                </p:ext>
              </p:extLst>
            </p:nvPr>
          </p:nvGraphicFramePr>
          <p:xfrm>
            <a:off x="2358390" y="9775371"/>
            <a:ext cx="5414010" cy="33919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00" name="Chart 99">
              <a:extLst>
                <a:ext uri="{FF2B5EF4-FFF2-40B4-BE49-F238E27FC236}">
                  <a16:creationId xmlns:a16="http://schemas.microsoft.com/office/drawing/2014/main" id="{00000000-0008-0000-0800-000002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02911714"/>
                </p:ext>
              </p:extLst>
            </p:nvPr>
          </p:nvGraphicFramePr>
          <p:xfrm>
            <a:off x="-2788920" y="9775372"/>
            <a:ext cx="5323234" cy="33919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ED88E4E1-4078-4A4A-9C4B-769D25E5C04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90736494"/>
                </p:ext>
              </p:extLst>
            </p:nvPr>
          </p:nvGraphicFramePr>
          <p:xfrm>
            <a:off x="2355851" y="0"/>
            <a:ext cx="5404048" cy="3291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0405EAA2-4FA1-4F01-A611-06E41A55E68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05894753"/>
                </p:ext>
              </p:extLst>
            </p:nvPr>
          </p:nvGraphicFramePr>
          <p:xfrm>
            <a:off x="-2843350" y="3291840"/>
            <a:ext cx="5270478" cy="3291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4" name="Chart 13">
              <a:extLst>
                <a:ext uri="{FF2B5EF4-FFF2-40B4-BE49-F238E27FC236}">
                  <a16:creationId xmlns:a16="http://schemas.microsoft.com/office/drawing/2014/main" id="{9C744849-316B-48F1-9BEA-009CF6FD933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11020851"/>
                </p:ext>
              </p:extLst>
            </p:nvPr>
          </p:nvGraphicFramePr>
          <p:xfrm>
            <a:off x="2606040" y="3291840"/>
            <a:ext cx="5166360" cy="3291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D320B55A-A140-44EE-9155-E477234C8ED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81536294"/>
                </p:ext>
              </p:extLst>
            </p:nvPr>
          </p:nvGraphicFramePr>
          <p:xfrm>
            <a:off x="-2788920" y="6583680"/>
            <a:ext cx="5276235" cy="3291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aphicFrame>
          <p:nvGraphicFramePr>
            <p:cNvPr id="11" name="Chart 10">
              <a:extLst>
                <a:ext uri="{FF2B5EF4-FFF2-40B4-BE49-F238E27FC236}">
                  <a16:creationId xmlns:a16="http://schemas.microsoft.com/office/drawing/2014/main" id="{F51BD6AB-7788-1D5B-519D-FDE6CE7C231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61922883"/>
                </p:ext>
              </p:extLst>
            </p:nvPr>
          </p:nvGraphicFramePr>
          <p:xfrm>
            <a:off x="-2843350" y="0"/>
            <a:ext cx="5270478" cy="3291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aphicFrame>
          <p:nvGraphicFramePr>
            <p:cNvPr id="15" name="Chart 14">
              <a:extLst>
                <a:ext uri="{FF2B5EF4-FFF2-40B4-BE49-F238E27FC236}">
                  <a16:creationId xmlns:a16="http://schemas.microsoft.com/office/drawing/2014/main" id="{F3E2D839-60EC-445B-949B-FD0EF5787F7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53140478"/>
                </p:ext>
              </p:extLst>
            </p:nvPr>
          </p:nvGraphicFramePr>
          <p:xfrm>
            <a:off x="2606040" y="6583680"/>
            <a:ext cx="5166360" cy="3291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EDC029-67EE-2316-8DD0-A0D966585AF9}"/>
                </a:ext>
              </a:extLst>
            </p:cNvPr>
            <p:cNvSpPr txBox="1"/>
            <p:nvPr/>
          </p:nvSpPr>
          <p:spPr>
            <a:xfrm>
              <a:off x="-6349" y="-1"/>
              <a:ext cx="40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0F1091-40D2-6D75-F8A8-8DC0A4E7395D}"/>
                </a:ext>
              </a:extLst>
            </p:cNvPr>
            <p:cNvSpPr txBox="1"/>
            <p:nvPr/>
          </p:nvSpPr>
          <p:spPr>
            <a:xfrm>
              <a:off x="5244187" y="0"/>
              <a:ext cx="40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BCA67B-9B14-7C54-4C26-C3B71FB74578}"/>
                </a:ext>
              </a:extLst>
            </p:cNvPr>
            <p:cNvSpPr txBox="1"/>
            <p:nvPr/>
          </p:nvSpPr>
          <p:spPr>
            <a:xfrm>
              <a:off x="-6349" y="3291839"/>
              <a:ext cx="40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8CB22A-0033-C2D8-074E-1DB90E8C9CA1}"/>
                </a:ext>
              </a:extLst>
            </p:cNvPr>
            <p:cNvSpPr txBox="1"/>
            <p:nvPr/>
          </p:nvSpPr>
          <p:spPr>
            <a:xfrm>
              <a:off x="5244187" y="3291840"/>
              <a:ext cx="40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7FB4528-D2E0-0A54-1131-732CAE7DD484}"/>
                </a:ext>
              </a:extLst>
            </p:cNvPr>
            <p:cNvSpPr txBox="1"/>
            <p:nvPr/>
          </p:nvSpPr>
          <p:spPr>
            <a:xfrm>
              <a:off x="-6349" y="6583679"/>
              <a:ext cx="40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FFF1BB-85AE-660B-4173-48CDF38EE795}"/>
                </a:ext>
              </a:extLst>
            </p:cNvPr>
            <p:cNvSpPr txBox="1"/>
            <p:nvPr/>
          </p:nvSpPr>
          <p:spPr>
            <a:xfrm>
              <a:off x="5244187" y="6583680"/>
              <a:ext cx="40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CA910F-9DD4-C011-4672-F8A09072D64E}"/>
                </a:ext>
              </a:extLst>
            </p:cNvPr>
            <p:cNvSpPr txBox="1"/>
            <p:nvPr/>
          </p:nvSpPr>
          <p:spPr>
            <a:xfrm>
              <a:off x="-6349" y="9715860"/>
              <a:ext cx="40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AE38A3E-5A44-29F6-29A3-DC78A8A71D7B}"/>
                </a:ext>
              </a:extLst>
            </p:cNvPr>
            <p:cNvSpPr txBox="1"/>
            <p:nvPr/>
          </p:nvSpPr>
          <p:spPr>
            <a:xfrm>
              <a:off x="5244187" y="9715861"/>
              <a:ext cx="40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7919103-D1F2-2D9D-E569-55A6C841DA42}"/>
                </a:ext>
              </a:extLst>
            </p:cNvPr>
            <p:cNvSpPr txBox="1"/>
            <p:nvPr/>
          </p:nvSpPr>
          <p:spPr>
            <a:xfrm>
              <a:off x="946150" y="13104167"/>
              <a:ext cx="3708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Wavelength (nm)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C65FCE1-410A-43A8-42C2-5551596F1328}"/>
                </a:ext>
              </a:extLst>
            </p:cNvPr>
            <p:cNvSpPr txBox="1"/>
            <p:nvPr/>
          </p:nvSpPr>
          <p:spPr>
            <a:xfrm rot="16200000">
              <a:off x="-6750179" y="4495798"/>
              <a:ext cx="7588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Baseline Corrected Absorbance (OD)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DFA99E7-F04C-6250-864F-63E16F44D552}"/>
                </a:ext>
              </a:extLst>
            </p:cNvPr>
            <p:cNvSpPr txBox="1"/>
            <p:nvPr/>
          </p:nvSpPr>
          <p:spPr>
            <a:xfrm rot="16200000">
              <a:off x="-4353514" y="11221237"/>
              <a:ext cx="3291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Absorbance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(OD)</a:t>
              </a: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BE1AC5D7-E36D-F819-E47E-1D6C5EB9BB14}"/>
                </a:ext>
              </a:extLst>
            </p:cNvPr>
            <p:cNvGrpSpPr/>
            <p:nvPr/>
          </p:nvGrpSpPr>
          <p:grpSpPr>
            <a:xfrm>
              <a:off x="-2401370" y="13245800"/>
              <a:ext cx="10187416" cy="3820550"/>
              <a:chOff x="-2401370" y="13245800"/>
              <a:chExt cx="10187416" cy="3820550"/>
            </a:xfrm>
          </p:grpSpPr>
          <p:pic>
            <p:nvPicPr>
              <p:cNvPr id="2" name="Picture 1" descr="A close-up of a microscope&#10;&#10;AI-generated content may be incorrect.">
                <a:extLst>
                  <a:ext uri="{FF2B5EF4-FFF2-40B4-BE49-F238E27FC236}">
                    <a16:creationId xmlns:a16="http://schemas.microsoft.com/office/drawing/2014/main" id="{C400DBBB-4FF9-AAB9-07B5-CD80AE0F80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195" t="66529" r="45589" b="13180"/>
              <a:stretch>
                <a:fillRect/>
              </a:stretch>
            </p:blipFill>
            <p:spPr>
              <a:xfrm>
                <a:off x="84450" y="13701425"/>
                <a:ext cx="2487300" cy="3364923"/>
              </a:xfrm>
              <a:prstGeom prst="rect">
                <a:avLst/>
              </a:prstGeom>
            </p:spPr>
          </p:pic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6F9609EB-22D7-98A7-C56D-980007BB70A1}"/>
                  </a:ext>
                </a:extLst>
              </p:cNvPr>
              <p:cNvGrpSpPr/>
              <p:nvPr/>
            </p:nvGrpSpPr>
            <p:grpSpPr>
              <a:xfrm>
                <a:off x="-31514" y="13797612"/>
                <a:ext cx="2411487" cy="3260328"/>
                <a:chOff x="1725427" y="3574162"/>
                <a:chExt cx="1579130" cy="2134982"/>
              </a:xfrm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23B633C1-1353-BDCC-DEE0-146194A21571}"/>
                    </a:ext>
                  </a:extLst>
                </p:cNvPr>
                <p:cNvSpPr/>
                <p:nvPr/>
              </p:nvSpPr>
              <p:spPr>
                <a:xfrm>
                  <a:off x="1846933" y="3574162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6FDE957E-5D5D-19AF-F6A4-B9528BA8F635}"/>
                    </a:ext>
                  </a:extLst>
                </p:cNvPr>
                <p:cNvSpPr/>
                <p:nvPr/>
              </p:nvSpPr>
              <p:spPr>
                <a:xfrm>
                  <a:off x="2328512" y="3663825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79E0F6C3-AEF2-767A-F508-E69F7D1674D8}"/>
                    </a:ext>
                  </a:extLst>
                </p:cNvPr>
                <p:cNvSpPr/>
                <p:nvPr/>
              </p:nvSpPr>
              <p:spPr>
                <a:xfrm>
                  <a:off x="2491045" y="4783641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C4E56B5-F974-4BAE-F19D-64E6DAC42937}"/>
                    </a:ext>
                  </a:extLst>
                </p:cNvPr>
                <p:cNvSpPr/>
                <p:nvPr/>
              </p:nvSpPr>
              <p:spPr>
                <a:xfrm>
                  <a:off x="1941640" y="3755820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18BF9847-A20D-2E7D-8CD9-9153E11623AE}"/>
                    </a:ext>
                  </a:extLst>
                </p:cNvPr>
                <p:cNvSpPr/>
                <p:nvPr/>
              </p:nvSpPr>
              <p:spPr>
                <a:xfrm>
                  <a:off x="2711520" y="4353433"/>
                  <a:ext cx="99011" cy="99011"/>
                </a:xfrm>
                <a:prstGeom prst="ellipse">
                  <a:avLst/>
                </a:prstGeom>
                <a:solidFill>
                  <a:srgbClr val="7030A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7720808C-0837-3817-93B2-FDD344EFF319}"/>
                    </a:ext>
                  </a:extLst>
                </p:cNvPr>
                <p:cNvSpPr/>
                <p:nvPr/>
              </p:nvSpPr>
              <p:spPr>
                <a:xfrm>
                  <a:off x="2255462" y="4231529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F140616D-9939-4D39-5ADF-303C7B6131B7}"/>
                    </a:ext>
                  </a:extLst>
                </p:cNvPr>
                <p:cNvSpPr/>
                <p:nvPr/>
              </p:nvSpPr>
              <p:spPr>
                <a:xfrm>
                  <a:off x="3070682" y="3903982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6A1E7EFD-0652-5D51-D127-6A0EBC258C1F}"/>
                    </a:ext>
                  </a:extLst>
                </p:cNvPr>
                <p:cNvSpPr/>
                <p:nvPr/>
              </p:nvSpPr>
              <p:spPr>
                <a:xfrm>
                  <a:off x="3084330" y="4893445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324D77EA-0F02-275F-ECA7-4AC2D180F609}"/>
                    </a:ext>
                  </a:extLst>
                </p:cNvPr>
                <p:cNvSpPr/>
                <p:nvPr/>
              </p:nvSpPr>
              <p:spPr>
                <a:xfrm>
                  <a:off x="2120339" y="5558869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83C0895-5157-25A0-11FB-D4479F4DA89B}"/>
                    </a:ext>
                  </a:extLst>
                </p:cNvPr>
                <p:cNvSpPr/>
                <p:nvPr/>
              </p:nvSpPr>
              <p:spPr>
                <a:xfrm>
                  <a:off x="2798424" y="4356733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CBBD6057-61FC-4342-FC2F-871D0FE2406C}"/>
                    </a:ext>
                  </a:extLst>
                </p:cNvPr>
                <p:cNvSpPr/>
                <p:nvPr/>
              </p:nvSpPr>
              <p:spPr>
                <a:xfrm>
                  <a:off x="2369021" y="4466766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8E3B1865-E559-325B-AC1F-591E265CC663}"/>
                    </a:ext>
                  </a:extLst>
                </p:cNvPr>
                <p:cNvSpPr/>
                <p:nvPr/>
              </p:nvSpPr>
              <p:spPr>
                <a:xfrm>
                  <a:off x="2126918" y="4697177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CB57231F-A924-FAD7-4D29-5E3FBED201AF}"/>
                    </a:ext>
                  </a:extLst>
                </p:cNvPr>
                <p:cNvSpPr/>
                <p:nvPr/>
              </p:nvSpPr>
              <p:spPr>
                <a:xfrm>
                  <a:off x="2432588" y="3817779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1CCB4C52-B5B0-D778-8AAD-2ABC0929CBA3}"/>
                    </a:ext>
                  </a:extLst>
                </p:cNvPr>
                <p:cNvSpPr/>
                <p:nvPr/>
              </p:nvSpPr>
              <p:spPr>
                <a:xfrm>
                  <a:off x="2626018" y="5114316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6191566E-D8EB-76A5-EC5F-39464254AB16}"/>
                    </a:ext>
                  </a:extLst>
                </p:cNvPr>
                <p:cNvSpPr/>
                <p:nvPr/>
              </p:nvSpPr>
              <p:spPr>
                <a:xfrm>
                  <a:off x="2552010" y="5200520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62848942-722C-C57D-6AB4-2B0259AD8913}"/>
                    </a:ext>
                  </a:extLst>
                </p:cNvPr>
                <p:cNvSpPr/>
                <p:nvPr/>
              </p:nvSpPr>
              <p:spPr>
                <a:xfrm>
                  <a:off x="3060729" y="5028113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D4DFC3BF-66C7-8DEC-EB14-06940BF1EFC6}"/>
                    </a:ext>
                  </a:extLst>
                </p:cNvPr>
                <p:cNvSpPr/>
                <p:nvPr/>
              </p:nvSpPr>
              <p:spPr>
                <a:xfrm>
                  <a:off x="3053834" y="4115619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C1D7CA21-618A-8C84-5B66-0898B92F2B15}"/>
                    </a:ext>
                  </a:extLst>
                </p:cNvPr>
                <p:cNvSpPr/>
                <p:nvPr/>
              </p:nvSpPr>
              <p:spPr>
                <a:xfrm>
                  <a:off x="2865719" y="3574162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5837B56-09A0-2401-071C-2120FA0F9948}"/>
                    </a:ext>
                  </a:extLst>
                </p:cNvPr>
                <p:cNvSpPr/>
                <p:nvPr/>
              </p:nvSpPr>
              <p:spPr>
                <a:xfrm>
                  <a:off x="1725427" y="4831509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088066BA-985C-1035-AA42-E1F222973518}"/>
                    </a:ext>
                  </a:extLst>
                </p:cNvPr>
                <p:cNvSpPr/>
                <p:nvPr/>
              </p:nvSpPr>
              <p:spPr>
                <a:xfrm>
                  <a:off x="1760730" y="4121247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6" name="Oval 189">
                  <a:extLst>
                    <a:ext uri="{FF2B5EF4-FFF2-40B4-BE49-F238E27FC236}">
                      <a16:creationId xmlns:a16="http://schemas.microsoft.com/office/drawing/2014/main" id="{0D7F9F55-A53D-C4B8-532C-1CA6CE154B3A}"/>
                    </a:ext>
                  </a:extLst>
                </p:cNvPr>
                <p:cNvSpPr/>
                <p:nvPr/>
              </p:nvSpPr>
              <p:spPr>
                <a:xfrm>
                  <a:off x="3069549" y="5612166"/>
                  <a:ext cx="172406" cy="96978"/>
                </a:xfrm>
                <a:custGeom>
                  <a:avLst/>
                  <a:gdLst>
                    <a:gd name="csX0" fmla="*/ 0 w 172406"/>
                    <a:gd name="csY0" fmla="*/ 86203 h 172406"/>
                    <a:gd name="csX1" fmla="*/ 86203 w 172406"/>
                    <a:gd name="csY1" fmla="*/ 0 h 172406"/>
                    <a:gd name="csX2" fmla="*/ 172406 w 172406"/>
                    <a:gd name="csY2" fmla="*/ 86203 h 172406"/>
                    <a:gd name="csX3" fmla="*/ 86203 w 172406"/>
                    <a:gd name="csY3" fmla="*/ 172406 h 172406"/>
                    <a:gd name="csX4" fmla="*/ 0 w 172406"/>
                    <a:gd name="csY4" fmla="*/ 86203 h 172406"/>
                    <a:gd name="csX0" fmla="*/ 0 w 172406"/>
                    <a:gd name="csY0" fmla="*/ 86203 h 96978"/>
                    <a:gd name="csX1" fmla="*/ 86203 w 172406"/>
                    <a:gd name="csY1" fmla="*/ 0 h 96978"/>
                    <a:gd name="csX2" fmla="*/ 172406 w 172406"/>
                    <a:gd name="csY2" fmla="*/ 86203 h 96978"/>
                    <a:gd name="csX3" fmla="*/ 0 w 172406"/>
                    <a:gd name="csY3" fmla="*/ 86203 h 969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2406" h="96978">
                      <a:moveTo>
                        <a:pt x="0" y="86203"/>
                      </a:moveTo>
                      <a:cubicBezTo>
                        <a:pt x="0" y="38594"/>
                        <a:pt x="38594" y="0"/>
                        <a:pt x="86203" y="0"/>
                      </a:cubicBezTo>
                      <a:cubicBezTo>
                        <a:pt x="133812" y="0"/>
                        <a:pt x="172406" y="38594"/>
                        <a:pt x="172406" y="86203"/>
                      </a:cubicBezTo>
                      <a:cubicBezTo>
                        <a:pt x="158039" y="100570"/>
                        <a:pt x="14367" y="100570"/>
                        <a:pt x="0" y="86203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EABE14AC-7048-AF4B-9780-5D7BE82DA35A}"/>
                    </a:ext>
                  </a:extLst>
                </p:cNvPr>
                <p:cNvSpPr/>
                <p:nvPr/>
              </p:nvSpPr>
              <p:spPr>
                <a:xfrm>
                  <a:off x="2207768" y="4015438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1492CF5-4153-5A96-6734-F06D3C6BF2EC}"/>
                    </a:ext>
                  </a:extLst>
                </p:cNvPr>
                <p:cNvSpPr/>
                <p:nvPr/>
              </p:nvSpPr>
              <p:spPr>
                <a:xfrm>
                  <a:off x="3039211" y="3688351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E386A09-A4F3-03C3-0498-6C2D9B077D11}"/>
                    </a:ext>
                  </a:extLst>
                </p:cNvPr>
                <p:cNvSpPr/>
                <p:nvPr/>
              </p:nvSpPr>
              <p:spPr>
                <a:xfrm>
                  <a:off x="2686981" y="4720778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CD315ED-3804-2AB5-8C8E-9DE9CE2112BA}"/>
                    </a:ext>
                  </a:extLst>
                </p:cNvPr>
                <p:cNvSpPr/>
                <p:nvPr/>
              </p:nvSpPr>
              <p:spPr>
                <a:xfrm>
                  <a:off x="3179353" y="4467857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695C5FB-6FDE-4A2F-7DE3-EC88BF07F361}"/>
                    </a:ext>
                  </a:extLst>
                </p:cNvPr>
                <p:cNvSpPr/>
                <p:nvPr/>
              </p:nvSpPr>
              <p:spPr>
                <a:xfrm>
                  <a:off x="2979802" y="5478448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0D3DFE1F-94E6-6DFA-B661-525B1CA41BAC}"/>
                    </a:ext>
                  </a:extLst>
                </p:cNvPr>
                <p:cNvSpPr/>
                <p:nvPr/>
              </p:nvSpPr>
              <p:spPr>
                <a:xfrm>
                  <a:off x="2108119" y="5068491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BEAC81FF-8106-BB9E-719A-9C2E470B591D}"/>
                    </a:ext>
                  </a:extLst>
                </p:cNvPr>
                <p:cNvSpPr/>
                <p:nvPr/>
              </p:nvSpPr>
              <p:spPr>
                <a:xfrm>
                  <a:off x="2150519" y="5234757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ADC1A66D-561F-54D3-B3A8-C2BC39D73C7F}"/>
                    </a:ext>
                  </a:extLst>
                </p:cNvPr>
                <p:cNvSpPr/>
                <p:nvPr/>
              </p:nvSpPr>
              <p:spPr>
                <a:xfrm>
                  <a:off x="2794000" y="4602700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5E982046-EFE4-BE9D-FD9F-3403C98C644E}"/>
                    </a:ext>
                  </a:extLst>
                </p:cNvPr>
                <p:cNvSpPr/>
                <p:nvPr/>
              </p:nvSpPr>
              <p:spPr>
                <a:xfrm>
                  <a:off x="3101813" y="3717031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6BD4956D-3E17-4BAC-653E-64C6B0BB8A06}"/>
                    </a:ext>
                  </a:extLst>
                </p:cNvPr>
                <p:cNvSpPr/>
                <p:nvPr/>
              </p:nvSpPr>
              <p:spPr>
                <a:xfrm>
                  <a:off x="2287906" y="3929968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4362395-56B2-FF66-90C7-89E69B6B18DB}"/>
                    </a:ext>
                  </a:extLst>
                </p:cNvPr>
                <p:cNvSpPr/>
                <p:nvPr/>
              </p:nvSpPr>
              <p:spPr>
                <a:xfrm>
                  <a:off x="1798388" y="5126246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1219A9B-44A8-9879-C2CC-E19AE70305D9}"/>
                    </a:ext>
                  </a:extLst>
                </p:cNvPr>
                <p:cNvSpPr/>
                <p:nvPr/>
              </p:nvSpPr>
              <p:spPr>
                <a:xfrm>
                  <a:off x="1758651" y="4464154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A14EECD6-7E37-6808-DD8B-DAC0C48176EF}"/>
                    </a:ext>
                  </a:extLst>
                </p:cNvPr>
                <p:cNvSpPr/>
                <p:nvPr/>
              </p:nvSpPr>
              <p:spPr>
                <a:xfrm>
                  <a:off x="1983833" y="5270668"/>
                  <a:ext cx="99011" cy="99011"/>
                </a:xfrm>
                <a:prstGeom prst="ellipse">
                  <a:avLst/>
                </a:prstGeom>
                <a:solidFill>
                  <a:srgbClr val="7030A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E5D86D45-C0FD-C2E2-1E27-34DFF4A5F2D7}"/>
                    </a:ext>
                  </a:extLst>
                </p:cNvPr>
                <p:cNvSpPr/>
                <p:nvPr/>
              </p:nvSpPr>
              <p:spPr>
                <a:xfrm>
                  <a:off x="2672295" y="3903982"/>
                  <a:ext cx="99011" cy="99011"/>
                </a:xfrm>
                <a:prstGeom prst="ellipse">
                  <a:avLst/>
                </a:prstGeom>
                <a:solidFill>
                  <a:srgbClr val="7030A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pic>
            <p:nvPicPr>
              <p:cNvPr id="61" name="Picture 60" descr="A close-up of a microscope&#10;&#10;AI-generated content may be incorrect.">
                <a:extLst>
                  <a:ext uri="{FF2B5EF4-FFF2-40B4-BE49-F238E27FC236}">
                    <a16:creationId xmlns:a16="http://schemas.microsoft.com/office/drawing/2014/main" id="{2DD27F7E-2570-C380-AD0B-8CA2448AE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195" t="66529" r="45589" b="13180"/>
              <a:stretch>
                <a:fillRect/>
              </a:stretch>
            </p:blipFill>
            <p:spPr>
              <a:xfrm>
                <a:off x="-2401370" y="13701427"/>
                <a:ext cx="2487300" cy="3364923"/>
              </a:xfrm>
              <a:prstGeom prst="rect">
                <a:avLst/>
              </a:prstGeom>
            </p:spPr>
          </p:pic>
          <p:pic>
            <p:nvPicPr>
              <p:cNvPr id="3" name="Picture 2" descr="A blue background with black dots&#10;&#10;AI-generated content may be incorrect.">
                <a:extLst>
                  <a:ext uri="{FF2B5EF4-FFF2-40B4-BE49-F238E27FC236}">
                    <a16:creationId xmlns:a16="http://schemas.microsoft.com/office/drawing/2014/main" id="{F0A18A4A-231A-BD99-C544-32BEBAEC6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195" t="66529" r="45589" b="13180"/>
              <a:stretch>
                <a:fillRect/>
              </a:stretch>
            </p:blipFill>
            <p:spPr>
              <a:xfrm>
                <a:off x="5298746" y="13701421"/>
                <a:ext cx="2487300" cy="3364923"/>
              </a:xfrm>
              <a:prstGeom prst="rect">
                <a:avLst/>
              </a:prstGeom>
            </p:spPr>
          </p:pic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7F578FAA-FDAC-32E4-E181-C14253CC071B}"/>
                  </a:ext>
                </a:extLst>
              </p:cNvPr>
              <p:cNvGrpSpPr/>
              <p:nvPr/>
            </p:nvGrpSpPr>
            <p:grpSpPr>
              <a:xfrm>
                <a:off x="5196837" y="13797612"/>
                <a:ext cx="2411487" cy="3260328"/>
                <a:chOff x="4998110" y="3574162"/>
                <a:chExt cx="1579130" cy="2134982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84BEBBD5-3834-E21F-06D2-D6C923C6C643}"/>
                    </a:ext>
                  </a:extLst>
                </p:cNvPr>
                <p:cNvSpPr/>
                <p:nvPr/>
              </p:nvSpPr>
              <p:spPr>
                <a:xfrm>
                  <a:off x="5119616" y="3574162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57B67FE8-0709-98E9-92E7-01B694F10F5B}"/>
                    </a:ext>
                  </a:extLst>
                </p:cNvPr>
                <p:cNvSpPr/>
                <p:nvPr/>
              </p:nvSpPr>
              <p:spPr>
                <a:xfrm>
                  <a:off x="5601195" y="3663825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6B4159A-96AC-72A5-1CD9-65A5EC9AB387}"/>
                    </a:ext>
                  </a:extLst>
                </p:cNvPr>
                <p:cNvSpPr/>
                <p:nvPr/>
              </p:nvSpPr>
              <p:spPr>
                <a:xfrm>
                  <a:off x="5763728" y="4783641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B1E6152-8AFE-BB9D-438F-A47762B3E47A}"/>
                    </a:ext>
                  </a:extLst>
                </p:cNvPr>
                <p:cNvSpPr/>
                <p:nvPr/>
              </p:nvSpPr>
              <p:spPr>
                <a:xfrm>
                  <a:off x="5214323" y="3755820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AD5C72EE-72FA-031F-DC30-2FFBF188EDFF}"/>
                    </a:ext>
                  </a:extLst>
                </p:cNvPr>
                <p:cNvSpPr/>
                <p:nvPr/>
              </p:nvSpPr>
              <p:spPr>
                <a:xfrm>
                  <a:off x="5984203" y="4353433"/>
                  <a:ext cx="99011" cy="99011"/>
                </a:xfrm>
                <a:prstGeom prst="ellipse">
                  <a:avLst/>
                </a:prstGeom>
                <a:solidFill>
                  <a:srgbClr val="7030A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80E8F1B9-B4C6-CFC2-4EA8-0304B346AC5D}"/>
                    </a:ext>
                  </a:extLst>
                </p:cNvPr>
                <p:cNvSpPr/>
                <p:nvPr/>
              </p:nvSpPr>
              <p:spPr>
                <a:xfrm>
                  <a:off x="5528145" y="4231529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9A81DEC6-5FBA-BF88-83D2-51ADA04480F8}"/>
                    </a:ext>
                  </a:extLst>
                </p:cNvPr>
                <p:cNvSpPr/>
                <p:nvPr/>
              </p:nvSpPr>
              <p:spPr>
                <a:xfrm>
                  <a:off x="6343365" y="3903982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CFF9ECE2-51DE-FF9E-E0BB-68EC31580D5F}"/>
                    </a:ext>
                  </a:extLst>
                </p:cNvPr>
                <p:cNvSpPr/>
                <p:nvPr/>
              </p:nvSpPr>
              <p:spPr>
                <a:xfrm>
                  <a:off x="6357013" y="4893445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8EB89CB8-6717-8670-608B-2232597167B9}"/>
                    </a:ext>
                  </a:extLst>
                </p:cNvPr>
                <p:cNvSpPr/>
                <p:nvPr/>
              </p:nvSpPr>
              <p:spPr>
                <a:xfrm>
                  <a:off x="5393022" y="5558869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6D3A1914-3821-22E1-D5BD-2E6A3ABF9890}"/>
                    </a:ext>
                  </a:extLst>
                </p:cNvPr>
                <p:cNvSpPr/>
                <p:nvPr/>
              </p:nvSpPr>
              <p:spPr>
                <a:xfrm>
                  <a:off x="6071107" y="4356733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B6C3D94E-E5FA-E203-4139-737C808A6E6C}"/>
                    </a:ext>
                  </a:extLst>
                </p:cNvPr>
                <p:cNvSpPr/>
                <p:nvPr/>
              </p:nvSpPr>
              <p:spPr>
                <a:xfrm>
                  <a:off x="5641704" y="4466766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800DBAA3-EF2F-10D9-DFD7-74C8C6E463D2}"/>
                    </a:ext>
                  </a:extLst>
                </p:cNvPr>
                <p:cNvSpPr/>
                <p:nvPr/>
              </p:nvSpPr>
              <p:spPr>
                <a:xfrm>
                  <a:off x="5399601" y="4697177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3156AF97-477C-98A2-2762-43CCCE26B70A}"/>
                    </a:ext>
                  </a:extLst>
                </p:cNvPr>
                <p:cNvSpPr/>
                <p:nvPr/>
              </p:nvSpPr>
              <p:spPr>
                <a:xfrm>
                  <a:off x="5705271" y="3817779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0BD9F43D-6E83-B4C4-0B80-DB5EF71921A6}"/>
                    </a:ext>
                  </a:extLst>
                </p:cNvPr>
                <p:cNvSpPr/>
                <p:nvPr/>
              </p:nvSpPr>
              <p:spPr>
                <a:xfrm>
                  <a:off x="5898701" y="5114316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C285C8C1-05A2-AC59-D373-3A2A8C7FA88D}"/>
                    </a:ext>
                  </a:extLst>
                </p:cNvPr>
                <p:cNvSpPr/>
                <p:nvPr/>
              </p:nvSpPr>
              <p:spPr>
                <a:xfrm>
                  <a:off x="5824693" y="5200520"/>
                  <a:ext cx="125204" cy="125204"/>
                </a:xfrm>
                <a:prstGeom prst="ellips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A0B26324-82C5-0E86-0641-943EDED9DC01}"/>
                    </a:ext>
                  </a:extLst>
                </p:cNvPr>
                <p:cNvSpPr/>
                <p:nvPr/>
              </p:nvSpPr>
              <p:spPr>
                <a:xfrm>
                  <a:off x="6333412" y="5028113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62C5D1F7-D397-04F4-D1AE-D493E1184040}"/>
                    </a:ext>
                  </a:extLst>
                </p:cNvPr>
                <p:cNvSpPr/>
                <p:nvPr/>
              </p:nvSpPr>
              <p:spPr>
                <a:xfrm>
                  <a:off x="6326517" y="4115619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6FC3FE0F-B75E-19E4-98C5-FF7077521841}"/>
                    </a:ext>
                  </a:extLst>
                </p:cNvPr>
                <p:cNvSpPr/>
                <p:nvPr/>
              </p:nvSpPr>
              <p:spPr>
                <a:xfrm>
                  <a:off x="6138402" y="3574162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FECD5EB4-CA10-A76C-D570-0BE9066329D9}"/>
                    </a:ext>
                  </a:extLst>
                </p:cNvPr>
                <p:cNvSpPr/>
                <p:nvPr/>
              </p:nvSpPr>
              <p:spPr>
                <a:xfrm>
                  <a:off x="4998110" y="4831509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3AEA47F6-5CB8-EC85-0550-414EB27A78A2}"/>
                    </a:ext>
                  </a:extLst>
                </p:cNvPr>
                <p:cNvSpPr/>
                <p:nvPr/>
              </p:nvSpPr>
              <p:spPr>
                <a:xfrm>
                  <a:off x="5033413" y="4121247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3" name="Oval 189">
                  <a:extLst>
                    <a:ext uri="{FF2B5EF4-FFF2-40B4-BE49-F238E27FC236}">
                      <a16:creationId xmlns:a16="http://schemas.microsoft.com/office/drawing/2014/main" id="{AB4A22A5-04DB-311F-1382-3212B09904AF}"/>
                    </a:ext>
                  </a:extLst>
                </p:cNvPr>
                <p:cNvSpPr/>
                <p:nvPr/>
              </p:nvSpPr>
              <p:spPr>
                <a:xfrm>
                  <a:off x="6342232" y="5612166"/>
                  <a:ext cx="172406" cy="96978"/>
                </a:xfrm>
                <a:custGeom>
                  <a:avLst/>
                  <a:gdLst>
                    <a:gd name="csX0" fmla="*/ 0 w 172406"/>
                    <a:gd name="csY0" fmla="*/ 86203 h 172406"/>
                    <a:gd name="csX1" fmla="*/ 86203 w 172406"/>
                    <a:gd name="csY1" fmla="*/ 0 h 172406"/>
                    <a:gd name="csX2" fmla="*/ 172406 w 172406"/>
                    <a:gd name="csY2" fmla="*/ 86203 h 172406"/>
                    <a:gd name="csX3" fmla="*/ 86203 w 172406"/>
                    <a:gd name="csY3" fmla="*/ 172406 h 172406"/>
                    <a:gd name="csX4" fmla="*/ 0 w 172406"/>
                    <a:gd name="csY4" fmla="*/ 86203 h 172406"/>
                    <a:gd name="csX0" fmla="*/ 0 w 172406"/>
                    <a:gd name="csY0" fmla="*/ 86203 h 96978"/>
                    <a:gd name="csX1" fmla="*/ 86203 w 172406"/>
                    <a:gd name="csY1" fmla="*/ 0 h 96978"/>
                    <a:gd name="csX2" fmla="*/ 172406 w 172406"/>
                    <a:gd name="csY2" fmla="*/ 86203 h 96978"/>
                    <a:gd name="csX3" fmla="*/ 0 w 172406"/>
                    <a:gd name="csY3" fmla="*/ 86203 h 969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72406" h="96978">
                      <a:moveTo>
                        <a:pt x="0" y="86203"/>
                      </a:moveTo>
                      <a:cubicBezTo>
                        <a:pt x="0" y="38594"/>
                        <a:pt x="38594" y="0"/>
                        <a:pt x="86203" y="0"/>
                      </a:cubicBezTo>
                      <a:cubicBezTo>
                        <a:pt x="133812" y="0"/>
                        <a:pt x="172406" y="38594"/>
                        <a:pt x="172406" y="86203"/>
                      </a:cubicBezTo>
                      <a:cubicBezTo>
                        <a:pt x="158039" y="100570"/>
                        <a:pt x="14367" y="100570"/>
                        <a:pt x="0" y="86203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98923096-17FF-4960-9481-0D27D8E41C30}"/>
                    </a:ext>
                  </a:extLst>
                </p:cNvPr>
                <p:cNvSpPr/>
                <p:nvPr/>
              </p:nvSpPr>
              <p:spPr>
                <a:xfrm>
                  <a:off x="5480451" y="4015438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4837978F-4F9C-2FB2-A0F3-5C36F68D7DC1}"/>
                    </a:ext>
                  </a:extLst>
                </p:cNvPr>
                <p:cNvSpPr/>
                <p:nvPr/>
              </p:nvSpPr>
              <p:spPr>
                <a:xfrm>
                  <a:off x="6311894" y="3688351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142E08A3-EFA8-5B7C-5E1F-AD608347BE23}"/>
                    </a:ext>
                  </a:extLst>
                </p:cNvPr>
                <p:cNvSpPr/>
                <p:nvPr/>
              </p:nvSpPr>
              <p:spPr>
                <a:xfrm>
                  <a:off x="5959664" y="4720778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C144066B-D67B-E8CB-66F5-41762F96819D}"/>
                    </a:ext>
                  </a:extLst>
                </p:cNvPr>
                <p:cNvSpPr/>
                <p:nvPr/>
              </p:nvSpPr>
              <p:spPr>
                <a:xfrm>
                  <a:off x="6452036" y="4467857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6B18C69F-6F67-8245-DBDA-0629CB3F05C2}"/>
                    </a:ext>
                  </a:extLst>
                </p:cNvPr>
                <p:cNvSpPr/>
                <p:nvPr/>
              </p:nvSpPr>
              <p:spPr>
                <a:xfrm>
                  <a:off x="6252485" y="5478448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9D6E9DC8-5FAF-C283-D7F6-AEEA972D1FC5}"/>
                    </a:ext>
                  </a:extLst>
                </p:cNvPr>
                <p:cNvSpPr/>
                <p:nvPr/>
              </p:nvSpPr>
              <p:spPr>
                <a:xfrm>
                  <a:off x="5380802" y="5068491"/>
                  <a:ext cx="125204" cy="125204"/>
                </a:xfrm>
                <a:prstGeom prst="ellipse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9711C956-94B5-6400-6564-6D77D13A6C5C}"/>
                    </a:ext>
                  </a:extLst>
                </p:cNvPr>
                <p:cNvSpPr/>
                <p:nvPr/>
              </p:nvSpPr>
              <p:spPr>
                <a:xfrm>
                  <a:off x="5423202" y="5234757"/>
                  <a:ext cx="172406" cy="172406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3960B477-7EAD-A30C-3315-32487E311138}"/>
                    </a:ext>
                  </a:extLst>
                </p:cNvPr>
                <p:cNvSpPr/>
                <p:nvPr/>
              </p:nvSpPr>
              <p:spPr>
                <a:xfrm>
                  <a:off x="6066683" y="4602700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6463AA0-F7D3-CBFC-E08C-6DC132C78633}"/>
                    </a:ext>
                  </a:extLst>
                </p:cNvPr>
                <p:cNvSpPr/>
                <p:nvPr/>
              </p:nvSpPr>
              <p:spPr>
                <a:xfrm>
                  <a:off x="6374496" y="3717031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ECA3912E-7848-82B6-DAB7-9C5C50665058}"/>
                    </a:ext>
                  </a:extLst>
                </p:cNvPr>
                <p:cNvSpPr/>
                <p:nvPr/>
              </p:nvSpPr>
              <p:spPr>
                <a:xfrm>
                  <a:off x="5560589" y="3929968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E0D141E3-A932-9786-A42B-AA100B92C99E}"/>
                    </a:ext>
                  </a:extLst>
                </p:cNvPr>
                <p:cNvSpPr/>
                <p:nvPr/>
              </p:nvSpPr>
              <p:spPr>
                <a:xfrm>
                  <a:off x="5071071" y="5126246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62F50E06-3574-2EB4-0A8F-352C73E8024D}"/>
                    </a:ext>
                  </a:extLst>
                </p:cNvPr>
                <p:cNvSpPr/>
                <p:nvPr/>
              </p:nvSpPr>
              <p:spPr>
                <a:xfrm>
                  <a:off x="5031334" y="4464154"/>
                  <a:ext cx="172406" cy="172406"/>
                </a:xfrm>
                <a:prstGeom prst="ellipse">
                  <a:avLst/>
                </a:prstGeom>
                <a:solidFill>
                  <a:srgbClr val="C0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38255505-BAF2-31B5-6BC6-A8A61CBD3C63}"/>
                    </a:ext>
                  </a:extLst>
                </p:cNvPr>
                <p:cNvSpPr/>
                <p:nvPr/>
              </p:nvSpPr>
              <p:spPr>
                <a:xfrm>
                  <a:off x="5256516" y="5270668"/>
                  <a:ext cx="99011" cy="99011"/>
                </a:xfrm>
                <a:prstGeom prst="ellipse">
                  <a:avLst/>
                </a:prstGeom>
                <a:solidFill>
                  <a:srgbClr val="7030A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C7C99B00-28D8-46F5-9F08-4DAE5B8A0C3C}"/>
                    </a:ext>
                  </a:extLst>
                </p:cNvPr>
                <p:cNvSpPr/>
                <p:nvPr/>
              </p:nvSpPr>
              <p:spPr>
                <a:xfrm>
                  <a:off x="5944978" y="3903982"/>
                  <a:ext cx="99011" cy="99011"/>
                </a:xfrm>
                <a:prstGeom prst="ellipse">
                  <a:avLst/>
                </a:prstGeom>
                <a:solidFill>
                  <a:srgbClr val="7030A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3175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pic>
            <p:nvPicPr>
              <p:cNvPr id="98" name="Picture 97" descr="A blue background with black dots&#10;&#10;AI-generated content may be incorrect.">
                <a:extLst>
                  <a:ext uri="{FF2B5EF4-FFF2-40B4-BE49-F238E27FC236}">
                    <a16:creationId xmlns:a16="http://schemas.microsoft.com/office/drawing/2014/main" id="{C8B05EBA-C5DA-116A-C5ED-5B94CAA7C6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195" t="66529" r="45589" b="13180"/>
              <a:stretch>
                <a:fillRect/>
              </a:stretch>
            </p:blipFill>
            <p:spPr>
              <a:xfrm>
                <a:off x="2831976" y="13701423"/>
                <a:ext cx="2487300" cy="3364923"/>
              </a:xfrm>
              <a:prstGeom prst="rect">
                <a:avLst/>
              </a:prstGeom>
            </p:spPr>
          </p:pic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D0C6FD4-FD9F-3358-5489-B9071A3407F3}"/>
                  </a:ext>
                </a:extLst>
              </p:cNvPr>
              <p:cNvSpPr txBox="1"/>
              <p:nvPr/>
            </p:nvSpPr>
            <p:spPr>
              <a:xfrm>
                <a:off x="-6349" y="13245800"/>
                <a:ext cx="40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5BEE9BC-0749-B52D-2599-5F2542A626B1}"/>
                  </a:ext>
                </a:extLst>
              </p:cNvPr>
              <p:cNvSpPr txBox="1"/>
              <p:nvPr/>
            </p:nvSpPr>
            <p:spPr>
              <a:xfrm>
                <a:off x="5244187" y="13245801"/>
                <a:ext cx="40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8716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-up of a microscope&#10;&#10;AI-generated content may be incorrect.">
            <a:extLst>
              <a:ext uri="{FF2B5EF4-FFF2-40B4-BE49-F238E27FC236}">
                <a16:creationId xmlns:a16="http://schemas.microsoft.com/office/drawing/2014/main" id="{EB1EADFD-6555-2A8D-4DFF-1421D8B5C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5" t="66529" r="45589" b="13180"/>
          <a:stretch>
            <a:fillRect/>
          </a:stretch>
        </p:blipFill>
        <p:spPr>
          <a:xfrm>
            <a:off x="1800225" y="3514722"/>
            <a:ext cx="1628775" cy="2203475"/>
          </a:xfrm>
          <a:prstGeom prst="rect">
            <a:avLst/>
          </a:prstGeom>
        </p:spPr>
      </p:pic>
      <p:pic>
        <p:nvPicPr>
          <p:cNvPr id="14" name="Picture 13" descr="A blue background with black dots&#10;&#10;AI-generated content may be incorrect.">
            <a:extLst>
              <a:ext uri="{FF2B5EF4-FFF2-40B4-BE49-F238E27FC236}">
                <a16:creationId xmlns:a16="http://schemas.microsoft.com/office/drawing/2014/main" id="{424D9D4A-41B7-7EF7-B7D4-54635CC9F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5" t="66529" r="45589" b="13180"/>
          <a:stretch>
            <a:fillRect/>
          </a:stretch>
        </p:blipFill>
        <p:spPr>
          <a:xfrm>
            <a:off x="5071421" y="3514718"/>
            <a:ext cx="1628775" cy="2203475"/>
          </a:xfrm>
          <a:prstGeom prst="rect">
            <a:avLst/>
          </a:prstGeom>
        </p:spPr>
      </p:pic>
      <p:grpSp>
        <p:nvGrpSpPr>
          <p:cNvPr id="240" name="Group 239">
            <a:extLst>
              <a:ext uri="{FF2B5EF4-FFF2-40B4-BE49-F238E27FC236}">
                <a16:creationId xmlns:a16="http://schemas.microsoft.com/office/drawing/2014/main" id="{73A438F3-6AC3-9F29-C583-03BBCCC48972}"/>
              </a:ext>
            </a:extLst>
          </p:cNvPr>
          <p:cNvGrpSpPr/>
          <p:nvPr/>
        </p:nvGrpSpPr>
        <p:grpSpPr>
          <a:xfrm>
            <a:off x="1725427" y="3574162"/>
            <a:ext cx="1579130" cy="2134982"/>
            <a:chOff x="1725427" y="3574162"/>
            <a:chExt cx="1579130" cy="2134982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A585DA9-CCA4-106A-AA9D-C3B348DF332B}"/>
                </a:ext>
              </a:extLst>
            </p:cNvPr>
            <p:cNvSpPr/>
            <p:nvPr/>
          </p:nvSpPr>
          <p:spPr>
            <a:xfrm>
              <a:off x="1846933" y="3574162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257B437-A1DB-ACCE-00BA-D7951E23B7BE}"/>
                </a:ext>
              </a:extLst>
            </p:cNvPr>
            <p:cNvSpPr/>
            <p:nvPr/>
          </p:nvSpPr>
          <p:spPr>
            <a:xfrm>
              <a:off x="2328512" y="3663825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B164CB1-AB66-0BC1-99CD-118BD36751F9}"/>
                </a:ext>
              </a:extLst>
            </p:cNvPr>
            <p:cNvSpPr/>
            <p:nvPr/>
          </p:nvSpPr>
          <p:spPr>
            <a:xfrm>
              <a:off x="2491045" y="4783641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5D6C33F-7556-1FF2-465E-DE040DBDB585}"/>
                </a:ext>
              </a:extLst>
            </p:cNvPr>
            <p:cNvSpPr/>
            <p:nvPr/>
          </p:nvSpPr>
          <p:spPr>
            <a:xfrm>
              <a:off x="1941640" y="3755820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EFD40F4-1671-4F72-88E7-C52306CBC7E8}"/>
                </a:ext>
              </a:extLst>
            </p:cNvPr>
            <p:cNvSpPr/>
            <p:nvPr/>
          </p:nvSpPr>
          <p:spPr>
            <a:xfrm>
              <a:off x="2711520" y="4353433"/>
              <a:ext cx="99011" cy="99011"/>
            </a:xfrm>
            <a:prstGeom prst="ellipse">
              <a:avLst/>
            </a:prstGeom>
            <a:solidFill>
              <a:srgbClr val="7030A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7C4E8459-2E1A-CA85-2F0D-4D3946DCCEEB}"/>
                </a:ext>
              </a:extLst>
            </p:cNvPr>
            <p:cNvSpPr/>
            <p:nvPr/>
          </p:nvSpPr>
          <p:spPr>
            <a:xfrm>
              <a:off x="2255462" y="4231529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BB33F77C-655D-4B33-2C38-BE5A6547151F}"/>
                </a:ext>
              </a:extLst>
            </p:cNvPr>
            <p:cNvSpPr/>
            <p:nvPr/>
          </p:nvSpPr>
          <p:spPr>
            <a:xfrm>
              <a:off x="3070682" y="3903982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9DD7B22F-BBFD-252C-B463-C8472DB98CC7}"/>
                </a:ext>
              </a:extLst>
            </p:cNvPr>
            <p:cNvSpPr/>
            <p:nvPr/>
          </p:nvSpPr>
          <p:spPr>
            <a:xfrm>
              <a:off x="3084330" y="4893445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690F2C48-6544-A48B-6E29-5487D2FB2605}"/>
                </a:ext>
              </a:extLst>
            </p:cNvPr>
            <p:cNvSpPr/>
            <p:nvPr/>
          </p:nvSpPr>
          <p:spPr>
            <a:xfrm>
              <a:off x="2120339" y="5558869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2B1B30E7-86BC-0AE8-647D-EC4311FCF7E2}"/>
                </a:ext>
              </a:extLst>
            </p:cNvPr>
            <p:cNvSpPr/>
            <p:nvPr/>
          </p:nvSpPr>
          <p:spPr>
            <a:xfrm>
              <a:off x="2798424" y="4356733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A84B65D7-3FAD-940C-C9E8-C554A1EB613E}"/>
                </a:ext>
              </a:extLst>
            </p:cNvPr>
            <p:cNvSpPr/>
            <p:nvPr/>
          </p:nvSpPr>
          <p:spPr>
            <a:xfrm>
              <a:off x="2369021" y="4466766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C4642375-5BFA-4FB4-9A9E-99B970B586E0}"/>
                </a:ext>
              </a:extLst>
            </p:cNvPr>
            <p:cNvSpPr/>
            <p:nvPr/>
          </p:nvSpPr>
          <p:spPr>
            <a:xfrm>
              <a:off x="2126918" y="4697177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F31C340A-CD56-A846-ED9E-6E892DF5EF19}"/>
                </a:ext>
              </a:extLst>
            </p:cNvPr>
            <p:cNvSpPr/>
            <p:nvPr/>
          </p:nvSpPr>
          <p:spPr>
            <a:xfrm>
              <a:off x="2432588" y="3817779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4D58F33D-5AFD-BCDC-7D46-C3A9C4EBCC5E}"/>
                </a:ext>
              </a:extLst>
            </p:cNvPr>
            <p:cNvSpPr/>
            <p:nvPr/>
          </p:nvSpPr>
          <p:spPr>
            <a:xfrm>
              <a:off x="2626018" y="5114316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6311A9B-CD6C-6302-C922-8F36EC71824E}"/>
                </a:ext>
              </a:extLst>
            </p:cNvPr>
            <p:cNvSpPr/>
            <p:nvPr/>
          </p:nvSpPr>
          <p:spPr>
            <a:xfrm>
              <a:off x="2552010" y="5200520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D9D637E-6E22-7ECB-EBC0-50B451DD0B69}"/>
                </a:ext>
              </a:extLst>
            </p:cNvPr>
            <p:cNvSpPr/>
            <p:nvPr/>
          </p:nvSpPr>
          <p:spPr>
            <a:xfrm>
              <a:off x="3060729" y="5028113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F20CDC5D-24A9-744B-A0E0-0903061AD4BA}"/>
                </a:ext>
              </a:extLst>
            </p:cNvPr>
            <p:cNvSpPr/>
            <p:nvPr/>
          </p:nvSpPr>
          <p:spPr>
            <a:xfrm>
              <a:off x="3053834" y="4115619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912884C-DC05-2A1B-4181-F2831C772341}"/>
                </a:ext>
              </a:extLst>
            </p:cNvPr>
            <p:cNvSpPr/>
            <p:nvPr/>
          </p:nvSpPr>
          <p:spPr>
            <a:xfrm>
              <a:off x="2865719" y="3574162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3C133193-0E25-4C8D-778D-7113B5337BA9}"/>
                </a:ext>
              </a:extLst>
            </p:cNvPr>
            <p:cNvSpPr/>
            <p:nvPr/>
          </p:nvSpPr>
          <p:spPr>
            <a:xfrm>
              <a:off x="1725427" y="4831509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E5495A37-84F6-EC7F-98F3-2620C5DD5A87}"/>
                </a:ext>
              </a:extLst>
            </p:cNvPr>
            <p:cNvSpPr/>
            <p:nvPr/>
          </p:nvSpPr>
          <p:spPr>
            <a:xfrm>
              <a:off x="1760730" y="4121247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F8F32035-E87D-B0CF-9503-941E813F20DF}"/>
                </a:ext>
              </a:extLst>
            </p:cNvPr>
            <p:cNvSpPr/>
            <p:nvPr/>
          </p:nvSpPr>
          <p:spPr>
            <a:xfrm>
              <a:off x="3069549" y="5612166"/>
              <a:ext cx="172406" cy="96978"/>
            </a:xfrm>
            <a:custGeom>
              <a:avLst/>
              <a:gdLst>
                <a:gd name="csX0" fmla="*/ 0 w 172406"/>
                <a:gd name="csY0" fmla="*/ 86203 h 172406"/>
                <a:gd name="csX1" fmla="*/ 86203 w 172406"/>
                <a:gd name="csY1" fmla="*/ 0 h 172406"/>
                <a:gd name="csX2" fmla="*/ 172406 w 172406"/>
                <a:gd name="csY2" fmla="*/ 86203 h 172406"/>
                <a:gd name="csX3" fmla="*/ 86203 w 172406"/>
                <a:gd name="csY3" fmla="*/ 172406 h 172406"/>
                <a:gd name="csX4" fmla="*/ 0 w 172406"/>
                <a:gd name="csY4" fmla="*/ 86203 h 172406"/>
                <a:gd name="csX0" fmla="*/ 0 w 172406"/>
                <a:gd name="csY0" fmla="*/ 86203 h 96978"/>
                <a:gd name="csX1" fmla="*/ 86203 w 172406"/>
                <a:gd name="csY1" fmla="*/ 0 h 96978"/>
                <a:gd name="csX2" fmla="*/ 172406 w 172406"/>
                <a:gd name="csY2" fmla="*/ 86203 h 96978"/>
                <a:gd name="csX3" fmla="*/ 0 w 172406"/>
                <a:gd name="csY3" fmla="*/ 86203 h 96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2406" h="96978">
                  <a:moveTo>
                    <a:pt x="0" y="86203"/>
                  </a:moveTo>
                  <a:cubicBezTo>
                    <a:pt x="0" y="38594"/>
                    <a:pt x="38594" y="0"/>
                    <a:pt x="86203" y="0"/>
                  </a:cubicBezTo>
                  <a:cubicBezTo>
                    <a:pt x="133812" y="0"/>
                    <a:pt x="172406" y="38594"/>
                    <a:pt x="172406" y="86203"/>
                  </a:cubicBezTo>
                  <a:cubicBezTo>
                    <a:pt x="158039" y="100570"/>
                    <a:pt x="14367" y="100570"/>
                    <a:pt x="0" y="8620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1E28487D-F2DD-D856-FC60-6673D387E3F5}"/>
                </a:ext>
              </a:extLst>
            </p:cNvPr>
            <p:cNvSpPr/>
            <p:nvPr/>
          </p:nvSpPr>
          <p:spPr>
            <a:xfrm>
              <a:off x="2207768" y="4015438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23B8DCC9-E87D-4448-119C-907213BF6EF5}"/>
                </a:ext>
              </a:extLst>
            </p:cNvPr>
            <p:cNvSpPr/>
            <p:nvPr/>
          </p:nvSpPr>
          <p:spPr>
            <a:xfrm>
              <a:off x="3039211" y="3688351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B07EE38-0F82-CAF0-23DB-BA65849663F2}"/>
                </a:ext>
              </a:extLst>
            </p:cNvPr>
            <p:cNvSpPr/>
            <p:nvPr/>
          </p:nvSpPr>
          <p:spPr>
            <a:xfrm>
              <a:off x="2686981" y="4720778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E6352D52-61F0-48ED-87FE-3E2A1A202936}"/>
                </a:ext>
              </a:extLst>
            </p:cNvPr>
            <p:cNvSpPr/>
            <p:nvPr/>
          </p:nvSpPr>
          <p:spPr>
            <a:xfrm>
              <a:off x="3179353" y="4467857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F308BB05-2690-228B-D958-F9B2F38D2E19}"/>
                </a:ext>
              </a:extLst>
            </p:cNvPr>
            <p:cNvSpPr/>
            <p:nvPr/>
          </p:nvSpPr>
          <p:spPr>
            <a:xfrm>
              <a:off x="2979802" y="5478448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0CB5E523-0993-2281-D7C4-C041EF0A641A}"/>
                </a:ext>
              </a:extLst>
            </p:cNvPr>
            <p:cNvSpPr/>
            <p:nvPr/>
          </p:nvSpPr>
          <p:spPr>
            <a:xfrm>
              <a:off x="2108119" y="5068491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FF13AC36-04AB-30A7-7EBF-B2F6A254A637}"/>
                </a:ext>
              </a:extLst>
            </p:cNvPr>
            <p:cNvSpPr/>
            <p:nvPr/>
          </p:nvSpPr>
          <p:spPr>
            <a:xfrm>
              <a:off x="2150519" y="5234757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36FD3D63-1554-8B15-833D-8130C46FAD60}"/>
                </a:ext>
              </a:extLst>
            </p:cNvPr>
            <p:cNvSpPr/>
            <p:nvPr/>
          </p:nvSpPr>
          <p:spPr>
            <a:xfrm>
              <a:off x="2794000" y="4602700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FEFBDED6-01A1-5A57-F397-E3D049BAD3AC}"/>
                </a:ext>
              </a:extLst>
            </p:cNvPr>
            <p:cNvSpPr/>
            <p:nvPr/>
          </p:nvSpPr>
          <p:spPr>
            <a:xfrm>
              <a:off x="3101813" y="3717031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BA722649-EBF5-D6E2-B5DB-47CEA631240B}"/>
                </a:ext>
              </a:extLst>
            </p:cNvPr>
            <p:cNvSpPr/>
            <p:nvPr/>
          </p:nvSpPr>
          <p:spPr>
            <a:xfrm>
              <a:off x="2287906" y="3929968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E18A5CB0-01BD-2BCE-7163-91C8AED877E3}"/>
                </a:ext>
              </a:extLst>
            </p:cNvPr>
            <p:cNvSpPr/>
            <p:nvPr/>
          </p:nvSpPr>
          <p:spPr>
            <a:xfrm>
              <a:off x="1798388" y="5126246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F6FB8EAA-0D2E-B569-2209-C02DFB3A96C1}"/>
                </a:ext>
              </a:extLst>
            </p:cNvPr>
            <p:cNvSpPr/>
            <p:nvPr/>
          </p:nvSpPr>
          <p:spPr>
            <a:xfrm>
              <a:off x="1758651" y="4464154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51B80BF8-E70A-356A-E4B8-7115E02D1C56}"/>
                </a:ext>
              </a:extLst>
            </p:cNvPr>
            <p:cNvSpPr/>
            <p:nvPr/>
          </p:nvSpPr>
          <p:spPr>
            <a:xfrm>
              <a:off x="1983833" y="5270668"/>
              <a:ext cx="99011" cy="99011"/>
            </a:xfrm>
            <a:prstGeom prst="ellipse">
              <a:avLst/>
            </a:prstGeom>
            <a:solidFill>
              <a:srgbClr val="7030A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32B6C292-673C-EB22-38E6-2189FEC19162}"/>
                </a:ext>
              </a:extLst>
            </p:cNvPr>
            <p:cNvSpPr/>
            <p:nvPr/>
          </p:nvSpPr>
          <p:spPr>
            <a:xfrm>
              <a:off x="2672295" y="3903982"/>
              <a:ext cx="99011" cy="99011"/>
            </a:xfrm>
            <a:prstGeom prst="ellipse">
              <a:avLst/>
            </a:prstGeom>
            <a:solidFill>
              <a:srgbClr val="7030A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pic>
        <p:nvPicPr>
          <p:cNvPr id="9" name="Picture 8" descr="A close-up of a microscope&#10;&#10;AI-generated content may be incorrect.">
            <a:extLst>
              <a:ext uri="{FF2B5EF4-FFF2-40B4-BE49-F238E27FC236}">
                <a16:creationId xmlns:a16="http://schemas.microsoft.com/office/drawing/2014/main" id="{95534DA5-62E6-8302-AEC6-B68AA2E8B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5" t="66529" r="45589" b="13180"/>
          <a:stretch>
            <a:fillRect/>
          </a:stretch>
        </p:blipFill>
        <p:spPr>
          <a:xfrm>
            <a:off x="171450" y="3514724"/>
            <a:ext cx="1628775" cy="2203475"/>
          </a:xfrm>
          <a:prstGeom prst="rect">
            <a:avLst/>
          </a:prstGeom>
        </p:spPr>
      </p:pic>
      <p:grpSp>
        <p:nvGrpSpPr>
          <p:cNvPr id="241" name="Group 240">
            <a:extLst>
              <a:ext uri="{FF2B5EF4-FFF2-40B4-BE49-F238E27FC236}">
                <a16:creationId xmlns:a16="http://schemas.microsoft.com/office/drawing/2014/main" id="{51E865EF-6476-31FB-0528-88CD7E4AD3BA}"/>
              </a:ext>
            </a:extLst>
          </p:cNvPr>
          <p:cNvGrpSpPr/>
          <p:nvPr/>
        </p:nvGrpSpPr>
        <p:grpSpPr>
          <a:xfrm>
            <a:off x="5011756" y="3574162"/>
            <a:ext cx="1579130" cy="2134982"/>
            <a:chOff x="4998110" y="3574162"/>
            <a:chExt cx="1579130" cy="2134982"/>
          </a:xfrm>
        </p:grpSpPr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D7C8834E-0B68-C267-24F1-E9CD5C8009E2}"/>
                </a:ext>
              </a:extLst>
            </p:cNvPr>
            <p:cNvSpPr/>
            <p:nvPr/>
          </p:nvSpPr>
          <p:spPr>
            <a:xfrm>
              <a:off x="5119616" y="3574162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960E82FF-2CE7-4B7B-E34A-CC9A0550E49D}"/>
                </a:ext>
              </a:extLst>
            </p:cNvPr>
            <p:cNvSpPr/>
            <p:nvPr/>
          </p:nvSpPr>
          <p:spPr>
            <a:xfrm>
              <a:off x="5601195" y="3663825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16BED2F7-9344-2E39-B5E5-2E0F0DD90FE1}"/>
                </a:ext>
              </a:extLst>
            </p:cNvPr>
            <p:cNvSpPr/>
            <p:nvPr/>
          </p:nvSpPr>
          <p:spPr>
            <a:xfrm>
              <a:off x="5763728" y="4783641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B99C5C4B-EA36-CBFC-D84B-F87171CAAFF4}"/>
                </a:ext>
              </a:extLst>
            </p:cNvPr>
            <p:cNvSpPr/>
            <p:nvPr/>
          </p:nvSpPr>
          <p:spPr>
            <a:xfrm>
              <a:off x="5214323" y="3755820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C7192A27-6E8E-ACDA-0B13-DB2CF35B02B6}"/>
                </a:ext>
              </a:extLst>
            </p:cNvPr>
            <p:cNvSpPr/>
            <p:nvPr/>
          </p:nvSpPr>
          <p:spPr>
            <a:xfrm>
              <a:off x="5984203" y="4353433"/>
              <a:ext cx="99011" cy="99011"/>
            </a:xfrm>
            <a:prstGeom prst="ellipse">
              <a:avLst/>
            </a:prstGeom>
            <a:solidFill>
              <a:srgbClr val="7030A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C9889444-207C-41F0-23D2-532BC3B089C5}"/>
                </a:ext>
              </a:extLst>
            </p:cNvPr>
            <p:cNvSpPr/>
            <p:nvPr/>
          </p:nvSpPr>
          <p:spPr>
            <a:xfrm>
              <a:off x="5528145" y="4231529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CCA22F56-B768-14DE-19F1-B56E2BE514DF}"/>
                </a:ext>
              </a:extLst>
            </p:cNvPr>
            <p:cNvSpPr/>
            <p:nvPr/>
          </p:nvSpPr>
          <p:spPr>
            <a:xfrm>
              <a:off x="6343365" y="3903982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7B3900A1-FFE5-2581-3929-09F297C27641}"/>
                </a:ext>
              </a:extLst>
            </p:cNvPr>
            <p:cNvSpPr/>
            <p:nvPr/>
          </p:nvSpPr>
          <p:spPr>
            <a:xfrm>
              <a:off x="6357013" y="4893445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57FC4961-013F-DAAA-AC4A-E7E85F4C18B9}"/>
                </a:ext>
              </a:extLst>
            </p:cNvPr>
            <p:cNvSpPr/>
            <p:nvPr/>
          </p:nvSpPr>
          <p:spPr>
            <a:xfrm>
              <a:off x="5393022" y="5558869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F75B8C53-643D-33E0-2639-8C93D607B6CF}"/>
                </a:ext>
              </a:extLst>
            </p:cNvPr>
            <p:cNvSpPr/>
            <p:nvPr/>
          </p:nvSpPr>
          <p:spPr>
            <a:xfrm>
              <a:off x="6071107" y="4356733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2A40E1FD-B563-EDA4-B28C-88E380398012}"/>
                </a:ext>
              </a:extLst>
            </p:cNvPr>
            <p:cNvSpPr/>
            <p:nvPr/>
          </p:nvSpPr>
          <p:spPr>
            <a:xfrm>
              <a:off x="5641704" y="4466766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FBEA078D-77E2-8B97-FADC-AA3DC26659D0}"/>
                </a:ext>
              </a:extLst>
            </p:cNvPr>
            <p:cNvSpPr/>
            <p:nvPr/>
          </p:nvSpPr>
          <p:spPr>
            <a:xfrm>
              <a:off x="5399601" y="4697177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CE060C55-9D39-8028-20E9-3A7ECFD27C4A}"/>
                </a:ext>
              </a:extLst>
            </p:cNvPr>
            <p:cNvSpPr/>
            <p:nvPr/>
          </p:nvSpPr>
          <p:spPr>
            <a:xfrm>
              <a:off x="5705271" y="3817779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6F4BB7EB-6F84-1F2D-14DE-4E34EDC28FE7}"/>
                </a:ext>
              </a:extLst>
            </p:cNvPr>
            <p:cNvSpPr/>
            <p:nvPr/>
          </p:nvSpPr>
          <p:spPr>
            <a:xfrm>
              <a:off x="5898701" y="5114316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B34EDA15-74FC-7161-5374-D3D41538130E}"/>
                </a:ext>
              </a:extLst>
            </p:cNvPr>
            <p:cNvSpPr/>
            <p:nvPr/>
          </p:nvSpPr>
          <p:spPr>
            <a:xfrm>
              <a:off x="5824693" y="5200520"/>
              <a:ext cx="125204" cy="125204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828067D-8D2C-F6F1-577A-C950E2A4A240}"/>
                </a:ext>
              </a:extLst>
            </p:cNvPr>
            <p:cNvSpPr/>
            <p:nvPr/>
          </p:nvSpPr>
          <p:spPr>
            <a:xfrm>
              <a:off x="6333412" y="5028113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02A9EDA4-0A17-CC82-9DE4-6585928305A7}"/>
                </a:ext>
              </a:extLst>
            </p:cNvPr>
            <p:cNvSpPr/>
            <p:nvPr/>
          </p:nvSpPr>
          <p:spPr>
            <a:xfrm>
              <a:off x="6326517" y="4115619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6A606648-E6DA-F475-929D-0EAAC1FA3C5B}"/>
                </a:ext>
              </a:extLst>
            </p:cNvPr>
            <p:cNvSpPr/>
            <p:nvPr/>
          </p:nvSpPr>
          <p:spPr>
            <a:xfrm>
              <a:off x="6138402" y="3574162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B5B6525E-1FAD-36B6-D6E9-52D4CB9697DC}"/>
                </a:ext>
              </a:extLst>
            </p:cNvPr>
            <p:cNvSpPr/>
            <p:nvPr/>
          </p:nvSpPr>
          <p:spPr>
            <a:xfrm>
              <a:off x="4998110" y="4831509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8E0A239-9648-4938-719C-C41C65CB6119}"/>
                </a:ext>
              </a:extLst>
            </p:cNvPr>
            <p:cNvSpPr/>
            <p:nvPr/>
          </p:nvSpPr>
          <p:spPr>
            <a:xfrm>
              <a:off x="5033413" y="4121247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5" name="Oval 189">
              <a:extLst>
                <a:ext uri="{FF2B5EF4-FFF2-40B4-BE49-F238E27FC236}">
                  <a16:creationId xmlns:a16="http://schemas.microsoft.com/office/drawing/2014/main" id="{7461593E-6731-42CD-2497-39B45225A2E2}"/>
                </a:ext>
              </a:extLst>
            </p:cNvPr>
            <p:cNvSpPr/>
            <p:nvPr/>
          </p:nvSpPr>
          <p:spPr>
            <a:xfrm>
              <a:off x="6342232" y="5612166"/>
              <a:ext cx="172406" cy="96978"/>
            </a:xfrm>
            <a:custGeom>
              <a:avLst/>
              <a:gdLst>
                <a:gd name="csX0" fmla="*/ 0 w 172406"/>
                <a:gd name="csY0" fmla="*/ 86203 h 172406"/>
                <a:gd name="csX1" fmla="*/ 86203 w 172406"/>
                <a:gd name="csY1" fmla="*/ 0 h 172406"/>
                <a:gd name="csX2" fmla="*/ 172406 w 172406"/>
                <a:gd name="csY2" fmla="*/ 86203 h 172406"/>
                <a:gd name="csX3" fmla="*/ 86203 w 172406"/>
                <a:gd name="csY3" fmla="*/ 172406 h 172406"/>
                <a:gd name="csX4" fmla="*/ 0 w 172406"/>
                <a:gd name="csY4" fmla="*/ 86203 h 172406"/>
                <a:gd name="csX0" fmla="*/ 0 w 172406"/>
                <a:gd name="csY0" fmla="*/ 86203 h 96978"/>
                <a:gd name="csX1" fmla="*/ 86203 w 172406"/>
                <a:gd name="csY1" fmla="*/ 0 h 96978"/>
                <a:gd name="csX2" fmla="*/ 172406 w 172406"/>
                <a:gd name="csY2" fmla="*/ 86203 h 96978"/>
                <a:gd name="csX3" fmla="*/ 0 w 172406"/>
                <a:gd name="csY3" fmla="*/ 86203 h 96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2406" h="96978">
                  <a:moveTo>
                    <a:pt x="0" y="86203"/>
                  </a:moveTo>
                  <a:cubicBezTo>
                    <a:pt x="0" y="38594"/>
                    <a:pt x="38594" y="0"/>
                    <a:pt x="86203" y="0"/>
                  </a:cubicBezTo>
                  <a:cubicBezTo>
                    <a:pt x="133812" y="0"/>
                    <a:pt x="172406" y="38594"/>
                    <a:pt x="172406" y="86203"/>
                  </a:cubicBezTo>
                  <a:cubicBezTo>
                    <a:pt x="158039" y="100570"/>
                    <a:pt x="14367" y="100570"/>
                    <a:pt x="0" y="8620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04C997EA-BC0F-39E4-08E1-947C5ABF994C}"/>
                </a:ext>
              </a:extLst>
            </p:cNvPr>
            <p:cNvSpPr/>
            <p:nvPr/>
          </p:nvSpPr>
          <p:spPr>
            <a:xfrm>
              <a:off x="5480451" y="4015438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8FAA7C8D-B690-05B5-DDFB-581E044EC0C6}"/>
                </a:ext>
              </a:extLst>
            </p:cNvPr>
            <p:cNvSpPr/>
            <p:nvPr/>
          </p:nvSpPr>
          <p:spPr>
            <a:xfrm>
              <a:off x="6311894" y="3688351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E6FF44CD-10CE-2EC4-5FCF-9A2ADD278D0C}"/>
                </a:ext>
              </a:extLst>
            </p:cNvPr>
            <p:cNvSpPr/>
            <p:nvPr/>
          </p:nvSpPr>
          <p:spPr>
            <a:xfrm>
              <a:off x="5959664" y="4720778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B027E9F7-4359-F744-58DA-7C5062E8EA2D}"/>
                </a:ext>
              </a:extLst>
            </p:cNvPr>
            <p:cNvSpPr/>
            <p:nvPr/>
          </p:nvSpPr>
          <p:spPr>
            <a:xfrm>
              <a:off x="6452036" y="4467857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99E03D86-15CE-89C6-C74F-08C0289A803A}"/>
                </a:ext>
              </a:extLst>
            </p:cNvPr>
            <p:cNvSpPr/>
            <p:nvPr/>
          </p:nvSpPr>
          <p:spPr>
            <a:xfrm>
              <a:off x="6252485" y="5478448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BE2E933-1607-FA1E-F301-CAECA349044B}"/>
                </a:ext>
              </a:extLst>
            </p:cNvPr>
            <p:cNvSpPr/>
            <p:nvPr/>
          </p:nvSpPr>
          <p:spPr>
            <a:xfrm>
              <a:off x="5380802" y="5068491"/>
              <a:ext cx="125204" cy="12520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1C847AD6-A1C9-E9B9-C1AC-74C7D8C1E0D0}"/>
                </a:ext>
              </a:extLst>
            </p:cNvPr>
            <p:cNvSpPr/>
            <p:nvPr/>
          </p:nvSpPr>
          <p:spPr>
            <a:xfrm>
              <a:off x="5423202" y="5234757"/>
              <a:ext cx="172406" cy="17240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B39E3AE8-4B2B-45D4-BB51-DEDD7C87905E}"/>
                </a:ext>
              </a:extLst>
            </p:cNvPr>
            <p:cNvSpPr/>
            <p:nvPr/>
          </p:nvSpPr>
          <p:spPr>
            <a:xfrm>
              <a:off x="6066683" y="4602700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C7C9490C-BFCF-C534-50B3-A867861A552E}"/>
                </a:ext>
              </a:extLst>
            </p:cNvPr>
            <p:cNvSpPr/>
            <p:nvPr/>
          </p:nvSpPr>
          <p:spPr>
            <a:xfrm>
              <a:off x="6374496" y="3717031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14392190-1E4C-3DC2-7B2B-BC06151BC7AE}"/>
                </a:ext>
              </a:extLst>
            </p:cNvPr>
            <p:cNvSpPr/>
            <p:nvPr/>
          </p:nvSpPr>
          <p:spPr>
            <a:xfrm>
              <a:off x="5560589" y="3929968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9ED3E739-45CD-7365-E39C-12D25190975B}"/>
                </a:ext>
              </a:extLst>
            </p:cNvPr>
            <p:cNvSpPr/>
            <p:nvPr/>
          </p:nvSpPr>
          <p:spPr>
            <a:xfrm>
              <a:off x="5071071" y="5126246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980C5B6F-0833-67A9-0287-ED92035991A2}"/>
                </a:ext>
              </a:extLst>
            </p:cNvPr>
            <p:cNvSpPr/>
            <p:nvPr/>
          </p:nvSpPr>
          <p:spPr>
            <a:xfrm>
              <a:off x="5031334" y="4464154"/>
              <a:ext cx="172406" cy="172406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B4DFF65C-138A-798D-2597-3D13F30503A4}"/>
                </a:ext>
              </a:extLst>
            </p:cNvPr>
            <p:cNvSpPr/>
            <p:nvPr/>
          </p:nvSpPr>
          <p:spPr>
            <a:xfrm>
              <a:off x="5256516" y="5270668"/>
              <a:ext cx="99011" cy="99011"/>
            </a:xfrm>
            <a:prstGeom prst="ellipse">
              <a:avLst/>
            </a:prstGeom>
            <a:solidFill>
              <a:srgbClr val="7030A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52A40D0E-F664-044D-BA43-1F2F74DE45F1}"/>
                </a:ext>
              </a:extLst>
            </p:cNvPr>
            <p:cNvSpPr/>
            <p:nvPr/>
          </p:nvSpPr>
          <p:spPr>
            <a:xfrm>
              <a:off x="5944978" y="3903982"/>
              <a:ext cx="99011" cy="99011"/>
            </a:xfrm>
            <a:prstGeom prst="ellipse">
              <a:avLst/>
            </a:prstGeom>
            <a:solidFill>
              <a:srgbClr val="7030A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pic>
        <p:nvPicPr>
          <p:cNvPr id="11" name="Picture 10" descr="A blue background with black dots&#10;&#10;AI-generated content may be incorrect.">
            <a:extLst>
              <a:ext uri="{FF2B5EF4-FFF2-40B4-BE49-F238E27FC236}">
                <a16:creationId xmlns:a16="http://schemas.microsoft.com/office/drawing/2014/main" id="{6E98AA3A-CCCC-242F-EC90-4A390184B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5" t="66529" r="45589" b="13180"/>
          <a:stretch>
            <a:fillRect/>
          </a:stretch>
        </p:blipFill>
        <p:spPr>
          <a:xfrm>
            <a:off x="3442646" y="3514720"/>
            <a:ext cx="1628775" cy="220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</TotalTime>
  <Words>26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Patrice Baumhardt</dc:creator>
  <cp:lastModifiedBy>Patrice Baumhardt</cp:lastModifiedBy>
  <cp:revision>11</cp:revision>
  <dcterms:created xsi:type="dcterms:W3CDTF">2025-11-26T01:34:23Z</dcterms:created>
  <dcterms:modified xsi:type="dcterms:W3CDTF">2026-03-05T19:48:34Z</dcterms:modified>
</cp:coreProperties>
</file>